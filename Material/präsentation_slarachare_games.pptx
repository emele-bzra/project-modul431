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0" r:id="rId3"/>
    <p:sldId id="257" r:id="rId4"/>
    <p:sldId id="258" r:id="rId5"/>
    <p:sldId id="259" r:id="rId6"/>
    <p:sldId id="279" r:id="rId7"/>
    <p:sldId id="263" r:id="rId8"/>
    <p:sldId id="261" r:id="rId9"/>
    <p:sldId id="262" r:id="rId10"/>
    <p:sldId id="267" r:id="rId11"/>
    <p:sldId id="264" r:id="rId12"/>
    <p:sldId id="273" r:id="rId13"/>
    <p:sldId id="266" r:id="rId14"/>
    <p:sldId id="265" r:id="rId15"/>
    <p:sldId id="270" r:id="rId16"/>
    <p:sldId id="269" r:id="rId17"/>
    <p:sldId id="271" r:id="rId18"/>
    <p:sldId id="268" r:id="rId19"/>
    <p:sldId id="272" r:id="rId20"/>
    <p:sldId id="274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15" autoAdjust="0"/>
    <p:restoredTop sz="94432" autoAdjust="0"/>
  </p:normalViewPr>
  <p:slideViewPr>
    <p:cSldViewPr snapToGrid="0">
      <p:cViewPr varScale="1">
        <p:scale>
          <a:sx n="59" d="100"/>
          <a:sy n="59" d="100"/>
        </p:scale>
        <p:origin x="876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45695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9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mailto:Florian.Elser@bwz-rappi.ch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30.svg"/><Relationship Id="rId2" Type="http://schemas.openxmlformats.org/officeDocument/2006/relationships/image" Target="../media/image31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9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2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0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5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FCB63-FA9C-DCD9-2140-3326B499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D3F4C5-FE80-FCE3-6D98-16A288CAE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6E4D53-F153-7C89-9CA1-B85328A6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9E080-EC0F-4655-6022-3C7C94718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E2A24C3-DFFC-6F85-22C2-771872B39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9DCCA1-1389-380E-9BC6-C50E96BEF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CAEBD3E-3B64-B2CB-9496-F8D8C5817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C70583-4D3E-56CA-C400-2D8DB86A7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97C0847-7229-10FB-C79E-E7293C43A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E38B91-9032-34B5-6063-D3C42CD9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000" b="1" dirty="0">
                <a:solidFill>
                  <a:srgbClr val="C00000"/>
                </a:solidFill>
              </a:rPr>
              <a:t>I</a:t>
            </a:r>
            <a:r>
              <a:rPr lang="de-DE" sz="2000" b="1" dirty="0">
                <a:solidFill>
                  <a:schemeClr val="accent2"/>
                </a:solidFill>
              </a:rPr>
              <a:t>P</a:t>
            </a:r>
            <a:r>
              <a:rPr lang="de-DE" sz="2000" b="1" dirty="0">
                <a:solidFill>
                  <a:srgbClr val="FFC000"/>
                </a:solidFill>
              </a:rPr>
              <a:t>E</a:t>
            </a:r>
            <a:r>
              <a:rPr lang="de-DE" sz="2000" b="1" dirty="0">
                <a:solidFill>
                  <a:schemeClr val="accent6"/>
                </a:solidFill>
              </a:rPr>
              <a:t>R</a:t>
            </a:r>
            <a:r>
              <a:rPr lang="de-DE" sz="2000" b="1" dirty="0">
                <a:solidFill>
                  <a:schemeClr val="accent3"/>
                </a:solidFill>
              </a:rPr>
              <a:t>K</a:t>
            </a:r>
            <a:r>
              <a:rPr lang="de-DE" sz="2000" b="1" dirty="0">
                <a:solidFill>
                  <a:srgbClr val="0070C0"/>
                </a:solidFill>
              </a:rPr>
              <a:t>A</a:t>
            </a:r>
            <a:r>
              <a:rPr lang="de-DE" sz="2000" dirty="0">
                <a:solidFill>
                  <a:schemeClr val="tx2"/>
                </a:solidFill>
              </a:rPr>
              <a:t>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C3D2395-DC93-73ED-4AD9-2D35B56C979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A23A6301-F5FD-2DA0-506C-3E2410D9A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76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76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Grundideen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Webseite für unser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Download des Games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Informationen zum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428646D-E821-9CD4-5A5A-1AFC117D0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4329" y="2255321"/>
            <a:ext cx="1593850" cy="1593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3A6C3-07FB-6195-4E42-5B4A243F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FF285D-0664-D061-5109-EC040B624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E953B-E9F2-E83E-5DA6-B4FC7484B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397C984-F578-4096-9105-3096FEDE6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663494F-829A-C889-5D8E-B641EF8AE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D6F00EF-C7D3-F799-70D7-72FCD506D9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3677DC-ACC1-22F1-9527-CCF9D6F83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35C9B02-F054-5A52-FC7A-01A453BF1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F3DC7C0-053C-7912-3CD9-C5F94C7A0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7EBC12-0861-A9EA-17BE-47A5F5824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209" y="7316856"/>
            <a:ext cx="6009750" cy="4080533"/>
          </a:xfrm>
        </p:spPr>
        <p:txBody>
          <a:bodyPr>
            <a:normAutofit/>
          </a:bodyPr>
          <a:lstStyle/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97D8AB65-E50B-6F3F-4C93-29E9998FE6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945" y="1474370"/>
            <a:ext cx="3613953" cy="35351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5913D19-D106-46C1-3D04-1528AD3EF9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F39F97D3-D380-F091-511D-5F7DEE1EC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972086D9-33DE-85D5-40CD-1C8FCEE3097C}"/>
              </a:ext>
            </a:extLst>
          </p:cNvPr>
          <p:cNvSpPr/>
          <p:nvPr/>
        </p:nvSpPr>
        <p:spPr>
          <a:xfrm>
            <a:off x="8362950" y="175895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1698537-B456-3CF4-296D-C46AB75E1BE9}"/>
              </a:ext>
            </a:extLst>
          </p:cNvPr>
          <p:cNvSpPr/>
          <p:nvPr/>
        </p:nvSpPr>
        <p:spPr>
          <a:xfrm>
            <a:off x="9031541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67B6A26-DD22-6005-B1F9-8DD8B7A1AB63}"/>
              </a:ext>
            </a:extLst>
          </p:cNvPr>
          <p:cNvSpPr/>
          <p:nvPr/>
        </p:nvSpPr>
        <p:spPr>
          <a:xfrm>
            <a:off x="8362950" y="3344103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8CD9ECA-46DA-0235-934B-3861E192EBA3}"/>
              </a:ext>
            </a:extLst>
          </p:cNvPr>
          <p:cNvSpPr/>
          <p:nvPr/>
        </p:nvSpPr>
        <p:spPr>
          <a:xfrm>
            <a:off x="7299340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D33DCC83-1B0C-6300-999F-F59A4F87BD39}"/>
              </a:ext>
            </a:extLst>
          </p:cNvPr>
          <p:cNvSpPr/>
          <p:nvPr/>
        </p:nvSpPr>
        <p:spPr>
          <a:xfrm>
            <a:off x="6303187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1701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  <p:bldP spid="18" grpId="0" animBg="1"/>
      <p:bldP spid="18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F80A954-10B6-CCF6-036B-29802E518F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689" y="2575448"/>
            <a:ext cx="3996327" cy="2743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C240CA0-B288-F3D4-8301-DE8B734FA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777" y="467559"/>
            <a:ext cx="8873248" cy="60908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02560" y="3945593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837118" y="411605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5044444" y="18218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8003522" y="16059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5D67014D-7184-3AC3-EE64-7B7970505D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1096" y="2642289"/>
            <a:ext cx="1929728" cy="196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C176C59-28C3-C5A6-636F-CC790309C7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6226" y="217722"/>
            <a:ext cx="6173815" cy="6275768"/>
          </a:xfrm>
          <a:prstGeom prst="rect">
            <a:avLst/>
          </a:prstGeom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D27BB57-9665-9D71-8BC8-87757B7DF6E8}"/>
              </a:ext>
            </a:extLst>
          </p:cNvPr>
          <p:cNvCxnSpPr>
            <a:cxnSpLocks/>
          </p:cNvCxnSpPr>
          <p:nvPr/>
        </p:nvCxnSpPr>
        <p:spPr>
          <a:xfrm flipV="1">
            <a:off x="5073650" y="419100"/>
            <a:ext cx="1352550" cy="105527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98CD2A2-6122-71C8-27DC-5751776D766D}"/>
              </a:ext>
            </a:extLst>
          </p:cNvPr>
          <p:cNvSpPr txBox="1"/>
          <p:nvPr/>
        </p:nvSpPr>
        <p:spPr>
          <a:xfrm>
            <a:off x="4527701" y="1471959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http-Tag</a:t>
            </a:r>
          </a:p>
        </p:txBody>
      </p:sp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182" y="2818047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816814C-1FA6-E6A7-EFFD-31F87F43791A}"/>
              </a:ext>
            </a:extLst>
          </p:cNvPr>
          <p:cNvCxnSpPr>
            <a:cxnSpLocks/>
          </p:cNvCxnSpPr>
          <p:nvPr/>
        </p:nvCxnSpPr>
        <p:spPr>
          <a:xfrm flipV="1">
            <a:off x="5073650" y="713158"/>
            <a:ext cx="1187450" cy="76121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8160C12-7555-7AA4-AB19-BAC83608BBAB}"/>
              </a:ext>
            </a:extLst>
          </p:cNvPr>
          <p:cNvSpPr txBox="1"/>
          <p:nvPr/>
        </p:nvSpPr>
        <p:spPr>
          <a:xfrm>
            <a:off x="4507821" y="1449886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https-Tag</a:t>
            </a:r>
          </a:p>
        </p:txBody>
      </p:sp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endParaRPr lang="de-DE" sz="1400" b="1" dirty="0"/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19622" y="3207018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877" y="1352550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4871" y="1375372"/>
            <a:ext cx="5536472" cy="4395965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38461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294</Words>
  <Application>Microsoft Office PowerPoint</Application>
  <PresentationFormat>Breitbild</PresentationFormat>
  <Paragraphs>113</Paragraphs>
  <Slides>23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Grundideen</vt:lpstr>
      <vt:lpstr>Unsere Ziele</vt:lpstr>
      <vt:lpstr>Unsere Rollen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Elser Florian BZRA IMST24a</cp:lastModifiedBy>
  <cp:revision>64</cp:revision>
  <dcterms:created xsi:type="dcterms:W3CDTF">2025-06-22T11:30:58Z</dcterms:created>
  <dcterms:modified xsi:type="dcterms:W3CDTF">2025-06-25T10:49:14Z</dcterms:modified>
</cp:coreProperties>
</file>