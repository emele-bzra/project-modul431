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2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>
            <a:extLst>
              <a:ext uri="{FF2B5EF4-FFF2-40B4-BE49-F238E27FC236}">
                <a16:creationId xmlns:a16="http://schemas.microsoft.com/office/drawing/2014/main" id="{0C1D9EB5-D91D-54CE-016B-0D31E57DD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300" y="1260556"/>
            <a:ext cx="2889250" cy="433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03550" y="1192213"/>
            <a:ext cx="9144000" cy="2387600"/>
          </a:xfrm>
        </p:spPr>
        <p:txBody>
          <a:bodyPr/>
          <a:lstStyle/>
          <a:p>
            <a:r>
              <a:rPr lang="de-DE" dirty="0" err="1"/>
              <a:t>Slarachae</a:t>
            </a:r>
            <a:r>
              <a:rPr lang="de-DE" dirty="0"/>
              <a:t> Games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9500" y="3525838"/>
            <a:ext cx="9144000" cy="1655762"/>
          </a:xfrm>
        </p:spPr>
        <p:txBody>
          <a:bodyPr>
            <a:normAutofit/>
          </a:bodyPr>
          <a:lstStyle/>
          <a:p>
            <a:r>
              <a:rPr lang="de-DE" sz="1600" dirty="0"/>
              <a:t>By Noel &amp; Florian</a:t>
            </a:r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AED08-7FA2-DC13-C9FB-728A9D7F5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FF1C267-D482-8FAF-91B4-400139B37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867" y="2012921"/>
            <a:ext cx="4348833" cy="283215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16DDE62-CDDF-BE6E-F561-FBFDD603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dirty="0"/>
              <a:t>Informieren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510008-8F29-D38A-00C8-D4A192AA7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Ausgangslage analysieren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Das</a:t>
            </a:r>
            <a:r>
              <a:rPr lang="de-DE" dirty="0">
                <a:solidFill>
                  <a:srgbClr val="C00000"/>
                </a:solidFill>
              </a:rPr>
              <a:t> I</a:t>
            </a:r>
            <a:r>
              <a:rPr lang="de-DE" dirty="0">
                <a:solidFill>
                  <a:schemeClr val="accent2"/>
                </a:solidFill>
              </a:rPr>
              <a:t>P</a:t>
            </a:r>
            <a:r>
              <a:rPr lang="de-DE" dirty="0">
                <a:solidFill>
                  <a:srgbClr val="FFC000"/>
                </a:solidFill>
              </a:rPr>
              <a:t>E</a:t>
            </a:r>
            <a:r>
              <a:rPr lang="de-DE" dirty="0">
                <a:solidFill>
                  <a:srgbClr val="00B050"/>
                </a:solidFill>
              </a:rPr>
              <a:t>R</a:t>
            </a:r>
            <a:r>
              <a:rPr lang="de-DE" dirty="0">
                <a:solidFill>
                  <a:schemeClr val="accent3"/>
                </a:solidFill>
              </a:rPr>
              <a:t>K</a:t>
            </a:r>
            <a:r>
              <a:rPr lang="de-DE" dirty="0">
                <a:solidFill>
                  <a:srgbClr val="0070C0"/>
                </a:solidFill>
              </a:rPr>
              <a:t>A</a:t>
            </a:r>
            <a:r>
              <a:rPr lang="de-DE" dirty="0"/>
              <a:t> verinnerlicht</a:t>
            </a:r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Rollen verteilt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Ziele definiert</a:t>
            </a:r>
          </a:p>
          <a:p>
            <a:endParaRPr lang="de-DE" dirty="0"/>
          </a:p>
        </p:txBody>
      </p:sp>
      <p:pic>
        <p:nvPicPr>
          <p:cNvPr id="2050" name="Picture 2" descr="Generiertes Bild">
            <a:extLst>
              <a:ext uri="{FF2B5EF4-FFF2-40B4-BE49-F238E27FC236}">
                <a16:creationId xmlns:a16="http://schemas.microsoft.com/office/drawing/2014/main" id="{A9433072-ACD4-0EC7-9981-BCFC2514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250" y="867305"/>
            <a:ext cx="8300243" cy="5533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0535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7E9A-52FD-4553-476E-D1AFEF32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53AD2F-DDC2-FDF9-A127-B9B294A3E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6EC8842-8209-66E5-1144-BB7EBDB45B4D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A61F716-5382-4CDB-3991-534975BF45D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434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A0D2E-6D21-A514-7383-58BEA144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E49CA-F322-97CE-6921-4EBF603F2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Entscheiden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930ECA-F4E0-52BC-F855-5F053C741E92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C7C060-A64E-8F98-8894-F5B5EA33A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5910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Breitbild</PresentationFormat>
  <Paragraphs>13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Wingdings</vt:lpstr>
      <vt:lpstr>Office</vt:lpstr>
      <vt:lpstr>Slarachae Games</vt:lpstr>
      <vt:lpstr>Informieren</vt:lpstr>
      <vt:lpstr>Planen</vt:lpstr>
      <vt:lpstr>Entscheiden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3</cp:revision>
  <dcterms:created xsi:type="dcterms:W3CDTF">2025-06-22T11:30:58Z</dcterms:created>
  <dcterms:modified xsi:type="dcterms:W3CDTF">2025-06-22T12:34:20Z</dcterms:modified>
</cp:coreProperties>
</file>