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569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25.06.2025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9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30.svg"/><Relationship Id="rId2" Type="http://schemas.openxmlformats.org/officeDocument/2006/relationships/image" Target="../media/image31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2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0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6.png"/><Relationship Id="rId3" Type="http://schemas.openxmlformats.org/officeDocument/2006/relationships/image" Target="../media/image33.png"/><Relationship Id="rId7" Type="http://schemas.openxmlformats.org/officeDocument/2006/relationships/image" Target="../media/image38.png"/><Relationship Id="rId12" Type="http://schemas.openxmlformats.org/officeDocument/2006/relationships/image" Target="../media/image4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4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4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428646D-E821-9CD4-5A5A-1AFC117D0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4329" y="2416841"/>
            <a:ext cx="1593850" cy="159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F80A954-10B6-CCF6-036B-29802E518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689" y="2575448"/>
            <a:ext cx="3996327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C240CA0-B288-F3D4-8301-DE8B734FA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777" y="467559"/>
            <a:ext cx="8873248" cy="609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02560" y="3945593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837118" y="411605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5044444" y="18218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8003522" y="16059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D67014D-7184-3AC3-EE64-7B7970505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096" y="2642289"/>
            <a:ext cx="1929728" cy="196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76C59-28C3-C5A6-636F-CC790309C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6226" y="217722"/>
            <a:ext cx="6173815" cy="6275768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D27BB57-9665-9D71-8BC8-87757B7DF6E8}"/>
              </a:ext>
            </a:extLst>
          </p:cNvPr>
          <p:cNvCxnSpPr>
            <a:cxnSpLocks/>
          </p:cNvCxnSpPr>
          <p:nvPr/>
        </p:nvCxnSpPr>
        <p:spPr>
          <a:xfrm flipV="1">
            <a:off x="5073650" y="419100"/>
            <a:ext cx="1352550" cy="105527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98CD2A2-6122-71C8-27DC-5751776D766D}"/>
              </a:ext>
            </a:extLst>
          </p:cNvPr>
          <p:cNvSpPr txBox="1"/>
          <p:nvPr/>
        </p:nvSpPr>
        <p:spPr>
          <a:xfrm>
            <a:off x="4527701" y="1471959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http-Tag</a:t>
            </a:r>
          </a:p>
        </p:txBody>
      </p:sp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816814C-1FA6-E6A7-EFFD-31F87F43791A}"/>
              </a:ext>
            </a:extLst>
          </p:cNvPr>
          <p:cNvCxnSpPr>
            <a:cxnSpLocks/>
          </p:cNvCxnSpPr>
          <p:nvPr/>
        </p:nvCxnSpPr>
        <p:spPr>
          <a:xfrm flipV="1">
            <a:off x="5073650" y="713158"/>
            <a:ext cx="1187450" cy="76121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8160C12-7555-7AA4-AB19-BAC83608BBAB}"/>
              </a:ext>
            </a:extLst>
          </p:cNvPr>
          <p:cNvSpPr txBox="1"/>
          <p:nvPr/>
        </p:nvSpPr>
        <p:spPr>
          <a:xfrm>
            <a:off x="4507821" y="1449886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https-Tag</a:t>
            </a:r>
          </a:p>
        </p:txBody>
      </p:sp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19622" y="3207018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77" y="1352550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320" y="3987393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943" y="4153695"/>
            <a:ext cx="5557783" cy="547605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8912"/>
          <a:stretch>
            <a:fillRect/>
          </a:stretch>
        </p:blipFill>
        <p:spPr>
          <a:xfrm>
            <a:off x="280516" y="4195370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413" y="4080188"/>
            <a:ext cx="5934754" cy="54760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875" y="3990751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2936" y="4013127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662" y="392615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3107" y="4069031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6C5B63E6-31EB-FAE4-35A9-A315862E8AB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606" y="4096895"/>
            <a:ext cx="5922801" cy="157425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294</Words>
  <Application>Microsoft Office PowerPoint</Application>
  <PresentationFormat>Breitbild</PresentationFormat>
  <Paragraphs>113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64</cp:revision>
  <dcterms:created xsi:type="dcterms:W3CDTF">2025-06-22T11:30:58Z</dcterms:created>
  <dcterms:modified xsi:type="dcterms:W3CDTF">2025-06-25T08:31:25Z</dcterms:modified>
</cp:coreProperties>
</file>