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80" r:id="rId3"/>
    <p:sldId id="257" r:id="rId4"/>
    <p:sldId id="258" r:id="rId5"/>
    <p:sldId id="259" r:id="rId6"/>
    <p:sldId id="279" r:id="rId7"/>
    <p:sldId id="263" r:id="rId8"/>
    <p:sldId id="261" r:id="rId9"/>
    <p:sldId id="262" r:id="rId10"/>
    <p:sldId id="267" r:id="rId11"/>
    <p:sldId id="264" r:id="rId12"/>
    <p:sldId id="273" r:id="rId13"/>
    <p:sldId id="266" r:id="rId14"/>
    <p:sldId id="265" r:id="rId15"/>
    <p:sldId id="270" r:id="rId16"/>
    <p:sldId id="269" r:id="rId17"/>
    <p:sldId id="271" r:id="rId18"/>
    <p:sldId id="268" r:id="rId19"/>
    <p:sldId id="272" r:id="rId20"/>
    <p:sldId id="274" r:id="rId21"/>
    <p:sldId id="275" r:id="rId22"/>
    <p:sldId id="276" r:id="rId23"/>
    <p:sldId id="278" r:id="rId24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15" autoAdjust="0"/>
    <p:restoredTop sz="94432" autoAdjust="0"/>
  </p:normalViewPr>
  <p:slideViewPr>
    <p:cSldViewPr snapToGrid="0">
      <p:cViewPr varScale="1">
        <p:scale>
          <a:sx n="100" d="100"/>
          <a:sy n="100" d="100"/>
        </p:scale>
        <p:origin x="68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2" d="100"/>
        <a:sy n="152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1:53.07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0,'1618'0'0'0,"-521"0"0"0,-277 0 0 0,-817 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3.00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0,'1125'0'0'0,"-1159"0"0"0,20 0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08.89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11 1 0 0,'2'0'0'0,"-15"0"0"0,727 0 0 0,358 0 0 0,-1093 0 0 0,14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0.541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45 1 0 0,'-45'0'0'0,"714"0"0"0,-243 0 0 0,-430 0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4.6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153 1 0 0,'-152'0'0'0,"1014"0"0"0,-516 0 0 0,-116 0 0 0,992 0 0 0,-1224 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16.445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1 0 0,'1268'0'0'0,"-1278"0"0"0,6 0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6.47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68 0 0 0,'-67'0'0'0,"1064"0"0"0,-334 0 0 0,-655 0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27.947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0 0 0 0,'905'0'0'0,"-907"0"0"0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3.869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30 1 0 0,'-27'0'0'0,"24"0"0"0,17 0 0 0,1404 0 0 0,710 0 0 0,-1358 0 0 0,-257 0 0 0,-485 0 0 0,-160 0 0 0,110 0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5.368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49 1 0 0,'-45'0'0'0,"41"0"0"0,6 0 0 0,23 0 0 0,1092 0 0 0,-1123 0 0 0,4 0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39.733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48 0 0 0,'-48'0'0'0,"2004"0"0"0,-1298 0 0 0,-683 0 0 0,17 0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2:41.140"/>
    </inkml:context>
    <inkml:brush xml:id="br0">
      <inkml:brushProperty name="width" value="0.3" units="cm"/>
      <inkml:brushProperty name="height" value="0.6" units="cm"/>
      <inkml:brushProperty name="color" value="#FFFC00"/>
      <inkml:brushProperty name="tip" value="rectangle"/>
      <inkml:brushProperty name="rasterOp" value="maskPen"/>
      <inkml:brushProperty name="ignorePressure" value="1"/>
    </inkml:brush>
  </inkml:definitions>
  <inkml:trace contextRef="#ctx0" brushRef="#br0">84 0 0 0,'-83'0'0'0,"811"0"0"0,-737 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08:44:12.9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49 652 7522 0 0,'-3'-3'732'0'0,"-1"-1"0"0"0,1 1 0 0 0,0-1 1 0 0,0 0-1 0 0,0 0 0 0 0,0 0 0 0 0,1-1 1 0 0,0 1-1 0 0,0-1 0 0 0,0 1 0 0 0,1-1 0 0 0,-1 0 1 0 0,1 0-1 0 0,0 1 0 0 0,0-1 0 0 0,0-7 1 0 0,2 7-537 0 0,-1 0 1 0 0,1 0 0 0 0,0 0-1 0 0,0 0 1 0 0,0 0 0 0 0,1 0 0 0 0,0 0-1 0 0,0 1 1 0 0,0-1 0 0 0,0 1-1 0 0,1-1 1 0 0,0 1 0 0 0,0 0 0 0 0,0 0-1 0 0,6-6 1 0 0,38-37 355 0 0,2 3 0 0 0,1 2 0 0 0,92-59 0 0 0,-111 84-429 0 0,0 1-1 0 0,0 2 0 0 0,2 1 0 0 0,-1 1 1 0 0,2 2-1 0 0,-1 1 0 0 0,1 2 0 0 0,51-4 1 0 0,-16 6 2371 0 0,128 6-5683 0 0,-113 6 4747 0 0,-58-4-1365 0 0,1 1 0 0 0,0 2 0 0 0,-1 1 0 0 0,0 1 0 0 0,47 20 1 0 0,-44-13-119 0 0,51 34 1 0 0,-11 4-3010 0 0,25 19 6868 0 0,-53-42-4398 0 0,0 2-1 0 0,-2 2 0 0 0,57 64 0 0 0,-87-87 394 0 0,0 0-1 0 0,-1 1 1 0 0,0 0-1 0 0,-1 1 1 0 0,-1-1 0 0 0,0 1-1 0 0,0 1 1 0 0,-1-1-1 0 0,-1 1 1 0 0,0 0-1 0 0,-1 0 1 0 0,-1 0-1 0 0,0 0 1 0 0,-1 0-1 0 0,0 1 1 0 0,-1-1-1 0 0,-4 27 1 0 0,2-28 80 0 0,0 0 1 0 0,-1 0-1 0 0,-1 0 1 0 0,0 0 0 0 0,0-1-1 0 0,-1 0 1 0 0,-1 0-1 0 0,0 0 1 0 0,-1 0 0 0 0,0-1-1 0 0,0 0 1 0 0,-2-1-1 0 0,1 0 1 0 0,-1 0-1 0 0,0-1 1 0 0,-1 0 0 0 0,0 0-1 0 0,-1-1 1 0 0,0-1-1 0 0,-14 9 1 0 0,-54 27 227 0 0,-1-4 0 0 0,-141 49 0 0 0,181-76-174 0 0,-1-2 0 0 0,1-1 0 0 0,-2-2 0 0 0,1-2 0 0 0,-1-2 0 0 0,1-1 0 0 0,-82-8 0 0 0,83-1-20 0 0,-1-2 0 0 0,1-1 0 0 0,1-2 1 0 0,0-2-1 0 0,1-1 0 0 0,-38-22 0 0 0,21 6-5 0 0,2-2 0 0 0,1-2 0 0 0,-60-54-1 0 0,87 66-30 0 0,0-1-1 0 0,2-1 0 0 0,1-1 0 0 0,0-1 0 0 0,2-1 0 0 0,2-1 0 0 0,0-1 1 0 0,2 0-1 0 0,1-1 0 0 0,-18-58 0 0 0,25 63-12 0 0,1-1 1 0 0,2 0-1 0 0,1 0 1 0 0,1-1-1 0 0,1 1 0 0 0,1-1 1 0 0,2 1-1 0 0,0-1 1 0 0,2 1-1 0 0,2-1 0 0 0,0 1 1 0 0,1 1-1 0 0,20-50 1 0 0,-13 46-88 0 0,2 0 0 0 0,37-53 0 0 0,3 7-135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5-06-23T11:30:03.735"/>
    </inkml:context>
    <inkml:brush xml:id="br0">
      <inkml:brushProperty name="width" value="0.1" units="cm"/>
      <inkml:brushProperty name="height" value="0.1" units="cm"/>
      <inkml:brushProperty name="color" value="#E71224"/>
      <inkml:brushProperty name="ignorePressure" value="1"/>
    </inkml:brush>
  </inkml:definitions>
  <inkml:trace contextRef="#ctx0" brushRef="#br0">1 1 0 0,'2459'0'0'0,"-2445"0"0"0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CD5872-8A6E-4B52-B2E6-969D688558C1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9AD6BC-DDB5-4CDF-8D29-39198E16E6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90197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445695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9AD6BC-DDB5-4CDF-8D29-39198E16E6E7}" type="slidenum">
              <a:rPr lang="de-DE" smtClean="0"/>
              <a:t>20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34178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EC67204-DA34-3463-C94C-FB847727BA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348619-5C61-CC8B-B97E-D41EE1DA04E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43C663B-6FD9-B600-5E4D-B52E1CAD1F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6CE7A38-858F-0313-67A3-3A3966116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4323893-6EC0-72E6-E2D5-25AC41232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067332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9B85B2-4125-8C10-066E-DC8662BA66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1DAA4DD-1861-E59E-F4D2-3093F70328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F1347DF-66AC-B100-26EA-7E38112D6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9683B7-A872-0914-314F-CC55EEC31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7138EF5-51BC-75D5-2310-D3A2BB672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2338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9A73E4-9E9A-F5DA-DFBD-480AAE2CA1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3781EAD-773C-208C-3B90-2BDF46485C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56188C3-0316-056B-F982-F6CD6B3C6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78B9764-288E-C044-2EBF-3A773BF23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5A074DB-4427-5917-0437-025A88E5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3986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DD63DB-C8E1-A56D-05C0-2D69332EC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BA29E63-66B2-C8F8-2CB9-DEE7C5F4E8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1CA3932-522E-7474-929C-86DE084E7F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1220BD8-F7AA-7D06-C6BE-03E0DAFBA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37BBD4A-A7FE-F340-DF69-1BB706A4B5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F942F59-7AF5-6194-FDAD-861C8D1155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4443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24B0A18-F20F-6C95-5358-1EF9FD08F5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DA0D078-42C7-7E49-AB3B-A6161DE50F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8DF4C95E-9922-E454-6D31-C1E3752B6C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AC51704-C741-F850-631B-B108887A99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2E6DFF66-ABED-BE95-ADE1-DE9BEB1666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B41842-A6E3-7276-DA01-D08D1A4C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41ED866E-B57B-D46B-957C-264CFBF924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FC846979-6BEF-3852-0790-34E210A38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867663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7DDD2-44A0-16E9-3E6E-FD5881BE5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8249EA0C-B785-1E8D-7436-812631773B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0E034C7-954C-D889-AB4F-676F60DEAE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F15E1E7-7221-F39B-B2FA-7BC98CBC83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27413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5912CE90-E866-6E4A-B3FF-8A2E29FCA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67C9AB0C-D762-404A-4817-25F62B409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359E2DE-07D0-83C1-0461-B1AB6892F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978197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D2AA350-ED0B-4E16-44CB-33FB277F1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BE46B23-02E9-A9FA-2C7A-E9182D5D50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CFD000-DBF2-EB0E-3CDE-FD4237C5541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AEEE68F-D673-2FB9-DA15-DA78ED49C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08AC363-C1F1-0861-5BB0-5984C9AC75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6A21AC3-1A0E-E645-FF99-3C3C07C3D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1799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8DB521-2130-285B-8721-BFCEA94A2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90288BC-11D3-E02C-41FD-A5C1053A04D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673C227-71CF-BA5A-5E50-5C9E3C7E00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FA7928E-9BD6-08DA-0670-AF3C898ACA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F6C7ECC-2971-3BDF-F80D-7B8D4F50D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B9AE105-0132-86A8-D1F3-0DB814B6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52850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7F016D-808D-A50F-C462-CB2984B141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0BC9B9-A731-8D7E-9933-8D82F799C0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3C76CF5-BF0B-B5DA-259E-CBBEAFDA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ED93C0C-8E5C-0996-43DE-A4C5C0CD2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5E6B5FB-ED5D-BA19-61A1-E923318D04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73218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08C9A89-8ECD-AEDF-9FB8-543CD523C6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E7C524D-8D74-64A3-FC6E-B615BC7203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4952390-1D26-8B8E-2056-8ECCF0E004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B7FD1BF-3F4C-92BC-1F72-D3D80F9D6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73BC6E7-E846-BB7B-5D61-47C9F2680F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976384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DC71FD4-FBF8-5B29-9C7D-FC51445343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418F7F-9E9D-5A57-6A04-78442A850E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941E850-2D91-8625-A075-42EE82BA5D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021835-5CE9-4965-B2F8-19C3B24AD8C6}" type="datetimeFigureOut">
              <a:rPr lang="de-DE" smtClean="0"/>
              <a:t>24.06.2025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5AC70A2-D295-2D32-3535-E2AEDF594B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7E7DFAC-327D-03FA-8D1B-09A8051C53F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FD4FCF-84E9-4D59-B88D-CE5FBF1A9E3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6357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mailto:Noel.Emele@bwz-rappi.ch" TargetMode="External"/><Relationship Id="rId7" Type="http://schemas.openxmlformats.org/officeDocument/2006/relationships/image" Target="../media/image9.svg"/><Relationship Id="rId2" Type="http://schemas.openxmlformats.org/officeDocument/2006/relationships/hyperlink" Target="mailto:Silvan.Gehrig@bwz-rappi.ch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hyperlink" Target="mailto:Florian.Elser@bwz-rappi.ch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svg"/><Relationship Id="rId4" Type="http://schemas.openxmlformats.org/officeDocument/2006/relationships/image" Target="../media/image2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sv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200.png"/><Relationship Id="rId26" Type="http://schemas.openxmlformats.org/officeDocument/2006/relationships/image" Target="../media/image241.png"/><Relationship Id="rId3" Type="http://schemas.openxmlformats.org/officeDocument/2006/relationships/customXml" Target="../ink/ink1.xml"/><Relationship Id="rId21" Type="http://schemas.openxmlformats.org/officeDocument/2006/relationships/customXml" Target="../ink/ink10.xml"/><Relationship Id="rId7" Type="http://schemas.openxmlformats.org/officeDocument/2006/relationships/customXml" Target="../ink/ink3.xml"/><Relationship Id="rId12" Type="http://schemas.openxmlformats.org/officeDocument/2006/relationships/image" Target="../media/image1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image" Target="../media/image30.svg"/><Relationship Id="rId2" Type="http://schemas.openxmlformats.org/officeDocument/2006/relationships/image" Target="../media/image31.png"/><Relationship Id="rId16" Type="http://schemas.openxmlformats.org/officeDocument/2006/relationships/image" Target="../media/image180.png"/><Relationship Id="rId20" Type="http://schemas.openxmlformats.org/officeDocument/2006/relationships/image" Target="../media/image210.png"/><Relationship Id="rId29" Type="http://schemas.openxmlformats.org/officeDocument/2006/relationships/customXml" Target="../ink/ink1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11" Type="http://schemas.openxmlformats.org/officeDocument/2006/relationships/customXml" Target="../ink/ink5.xml"/><Relationship Id="rId24" Type="http://schemas.openxmlformats.org/officeDocument/2006/relationships/image" Target="../media/image230.png"/><Relationship Id="rId32" Type="http://schemas.openxmlformats.org/officeDocument/2006/relationships/image" Target="../media/image29.png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240.png"/><Relationship Id="rId10" Type="http://schemas.openxmlformats.org/officeDocument/2006/relationships/image" Target="../media/image170.png"/><Relationship Id="rId19" Type="http://schemas.openxmlformats.org/officeDocument/2006/relationships/customXml" Target="../ink/ink9.xml"/><Relationship Id="rId31" Type="http://schemas.openxmlformats.org/officeDocument/2006/relationships/image" Target="../media/image32.png"/><Relationship Id="rId4" Type="http://schemas.openxmlformats.org/officeDocument/2006/relationships/image" Target="../media/image140.png"/><Relationship Id="rId9" Type="http://schemas.openxmlformats.org/officeDocument/2006/relationships/customXml" Target="../ink/ink4.xml"/><Relationship Id="rId14" Type="http://schemas.openxmlformats.org/officeDocument/2006/relationships/image" Target="../media/image190.png"/><Relationship Id="rId22" Type="http://schemas.openxmlformats.org/officeDocument/2006/relationships/image" Target="../media/image220.png"/><Relationship Id="rId27" Type="http://schemas.openxmlformats.org/officeDocument/2006/relationships/customXml" Target="../ink/ink13.xml"/><Relationship Id="rId30" Type="http://schemas.openxmlformats.org/officeDocument/2006/relationships/image" Target="../media/image250.png"/><Relationship Id="rId8" Type="http://schemas.openxmlformats.org/officeDocument/2006/relationships/image" Target="../media/image16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hyperlink" Target="http://127.0.0.1:5500/slarachare_games/index.html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5.sv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86" name="Rectangle 3085">
            <a:extLst>
              <a:ext uri="{FF2B5EF4-FFF2-40B4-BE49-F238E27FC236}">
                <a16:creationId xmlns:a16="http://schemas.microsoft.com/office/drawing/2014/main" id="{1EADCAF8-8823-4E89-8612-21029831A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8" name="Rectangle 3087">
            <a:extLst>
              <a:ext uri="{FF2B5EF4-FFF2-40B4-BE49-F238E27FC236}">
                <a16:creationId xmlns:a16="http://schemas.microsoft.com/office/drawing/2014/main" id="{28CA07B2-0819-4B62-9425-7A52BBDD70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 dirty="0"/>
          </a:p>
        </p:txBody>
      </p:sp>
      <p:grpSp>
        <p:nvGrpSpPr>
          <p:cNvPr id="3090" name="Group 3089">
            <a:extLst>
              <a:ext uri="{FF2B5EF4-FFF2-40B4-BE49-F238E27FC236}">
                <a16:creationId xmlns:a16="http://schemas.microsoft.com/office/drawing/2014/main" id="{DA02BEE4-A5D4-40AF-882D-49D34B086F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6937"/>
            <a:chExt cx="9772765" cy="6858000"/>
          </a:xfrm>
        </p:grpSpPr>
        <p:sp>
          <p:nvSpPr>
            <p:cNvPr id="3091" name="Freeform: Shape 3090">
              <a:extLst>
                <a:ext uri="{FF2B5EF4-FFF2-40B4-BE49-F238E27FC236}">
                  <a16:creationId xmlns:a16="http://schemas.microsoft.com/office/drawing/2014/main" id="{0F5843EB-154F-4459-8954-BB1DF64BBD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6937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2" name="Freeform: Shape 3091">
              <a:extLst>
                <a:ext uri="{FF2B5EF4-FFF2-40B4-BE49-F238E27FC236}">
                  <a16:creationId xmlns:a16="http://schemas.microsoft.com/office/drawing/2014/main" id="{75905135-55D9-431B-8D5A-4C5C92B1FE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6937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accent1">
                <a:alpha val="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3" name="Freeform: Shape 3092">
              <a:extLst>
                <a:ext uri="{FF2B5EF4-FFF2-40B4-BE49-F238E27FC236}">
                  <a16:creationId xmlns:a16="http://schemas.microsoft.com/office/drawing/2014/main" id="{9B732812-A0BB-4324-B390-DFEF26C109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6937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4" name="Freeform: Shape 3093">
              <a:extLst>
                <a:ext uri="{FF2B5EF4-FFF2-40B4-BE49-F238E27FC236}">
                  <a16:creationId xmlns:a16="http://schemas.microsoft.com/office/drawing/2014/main" id="{01FEC055-6F76-4E20-BC93-76C2F58EA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6937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8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5" name="Freeform: Shape 3094">
              <a:extLst>
                <a:ext uri="{FF2B5EF4-FFF2-40B4-BE49-F238E27FC236}">
                  <a16:creationId xmlns:a16="http://schemas.microsoft.com/office/drawing/2014/main" id="{D74CD21D-122E-4F3D-82AF-F4A37C278A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6937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2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6" name="Freeform: Shape 3095">
              <a:extLst>
                <a:ext uri="{FF2B5EF4-FFF2-40B4-BE49-F238E27FC236}">
                  <a16:creationId xmlns:a16="http://schemas.microsoft.com/office/drawing/2014/main" id="{5A7FF51F-3820-41BE-8690-7E758ECFA7C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6937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gradFill>
              <a:gsLst>
                <a:gs pos="813">
                  <a:schemeClr val="bg1">
                    <a:alpha val="41000"/>
                  </a:schemeClr>
                </a:gs>
                <a:gs pos="20000">
                  <a:schemeClr val="accent5">
                    <a:lumMod val="85000"/>
                    <a:alpha val="56000"/>
                  </a:schemeClr>
                </a:gs>
                <a:gs pos="44000">
                  <a:schemeClr val="accent6">
                    <a:lumMod val="40000"/>
                    <a:lumOff val="60000"/>
                    <a:alpha val="57000"/>
                  </a:schemeClr>
                </a:gs>
                <a:gs pos="100000">
                  <a:schemeClr val="bg1">
                    <a:alpha val="59000"/>
                  </a:schemeClr>
                </a:gs>
                <a:gs pos="74000">
                  <a:schemeClr val="accent1">
                    <a:lumMod val="91000"/>
                    <a:lumOff val="9000"/>
                    <a:alpha val="34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3097" name="Freeform: Shape 3096">
              <a:extLst>
                <a:ext uri="{FF2B5EF4-FFF2-40B4-BE49-F238E27FC236}">
                  <a16:creationId xmlns:a16="http://schemas.microsoft.com/office/drawing/2014/main" id="{85EAD889-EA4D-485F-BA9C-F6473A4329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6937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05A0E48-E9B6-9DDF-6D45-7F6D9FFF43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45368" y="1497563"/>
            <a:ext cx="6105194" cy="2031055"/>
          </a:xfrm>
        </p:spPr>
        <p:txBody>
          <a:bodyPr>
            <a:normAutofit/>
          </a:bodyPr>
          <a:lstStyle/>
          <a:p>
            <a:r>
              <a:rPr lang="de-DE" sz="5200" noProof="0" dirty="0">
                <a:solidFill>
                  <a:schemeClr val="tx2"/>
                </a:solidFill>
              </a:rPr>
              <a:t>Projektarbeit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AD522145-8241-AAE1-C02B-445120F1F5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045368" y="3897659"/>
            <a:ext cx="6105194" cy="682079"/>
          </a:xfrm>
        </p:spPr>
        <p:txBody>
          <a:bodyPr>
            <a:normAutofit/>
          </a:bodyPr>
          <a:lstStyle/>
          <a:p>
            <a:r>
              <a:rPr lang="de-DE" dirty="0">
                <a:solidFill>
                  <a:schemeClr val="tx2"/>
                </a:solidFill>
              </a:rPr>
              <a:t>Mit </a:t>
            </a:r>
            <a:r>
              <a:rPr lang="de-DE" b="1" dirty="0">
                <a:solidFill>
                  <a:srgbClr val="C00000"/>
                </a:solidFill>
              </a:rPr>
              <a:t>I</a:t>
            </a:r>
            <a:r>
              <a:rPr lang="de-DE" b="1" dirty="0">
                <a:solidFill>
                  <a:schemeClr val="accent2"/>
                </a:solidFill>
              </a:rPr>
              <a:t>P</a:t>
            </a:r>
            <a:r>
              <a:rPr lang="de-DE" b="1" dirty="0">
                <a:solidFill>
                  <a:srgbClr val="FFC000"/>
                </a:solidFill>
              </a:rPr>
              <a:t>E</a:t>
            </a:r>
            <a:r>
              <a:rPr lang="de-DE" b="1" dirty="0">
                <a:solidFill>
                  <a:srgbClr val="00B050"/>
                </a:solidFill>
              </a:rPr>
              <a:t>R</a:t>
            </a:r>
            <a:r>
              <a:rPr lang="de-DE" b="1" dirty="0">
                <a:solidFill>
                  <a:schemeClr val="accent3"/>
                </a:solidFill>
              </a:rPr>
              <a:t>K</a:t>
            </a:r>
            <a:r>
              <a:rPr lang="de-DE" b="1" dirty="0">
                <a:solidFill>
                  <a:srgbClr val="0070C0"/>
                </a:solidFill>
              </a:rPr>
              <a:t>A</a:t>
            </a:r>
            <a:endParaRPr lang="de-DE" b="1" noProof="0" dirty="0">
              <a:solidFill>
                <a:srgbClr val="0070C0"/>
              </a:solidFill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B8B8A39-962A-A775-FD6E-93725B0F7F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3047746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4FCB63-FA9C-DCD9-2140-3326B4995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CBD3F4C5-FE80-FCE3-6D98-16A288CAE7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6E4D53-F153-7C89-9CA1-B85328A68C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229E080-EC0F-4655-6022-3C7C94718D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E2A24C3-DFFC-6F85-22C2-771872B392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79DCCA1-1389-380E-9BC6-C50E96BEF4B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CAEBD3E-3B64-B2CB-9496-F8D8C5817E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3C70583-4D3E-56CA-C400-2D8DB86A7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97C0847-7229-10FB-C79E-E7293C43A8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Informieren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5E38B91-9032-34B5-6063-D3C42CD99F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Anforderungen gelesen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000" b="1" dirty="0">
                <a:solidFill>
                  <a:srgbClr val="C00000"/>
                </a:solidFill>
              </a:rPr>
              <a:t>I</a:t>
            </a:r>
            <a:r>
              <a:rPr lang="de-DE" sz="2000" b="1" dirty="0">
                <a:solidFill>
                  <a:schemeClr val="accent2"/>
                </a:solidFill>
              </a:rPr>
              <a:t>P</a:t>
            </a:r>
            <a:r>
              <a:rPr lang="de-DE" sz="2000" b="1" dirty="0">
                <a:solidFill>
                  <a:srgbClr val="FFC000"/>
                </a:solidFill>
              </a:rPr>
              <a:t>E</a:t>
            </a:r>
            <a:r>
              <a:rPr lang="de-DE" sz="2000" b="1" dirty="0">
                <a:solidFill>
                  <a:schemeClr val="accent6"/>
                </a:solidFill>
              </a:rPr>
              <a:t>R</a:t>
            </a:r>
            <a:r>
              <a:rPr lang="de-DE" sz="2000" b="1" dirty="0">
                <a:solidFill>
                  <a:schemeClr val="accent3"/>
                </a:solidFill>
              </a:rPr>
              <a:t>K</a:t>
            </a:r>
            <a:r>
              <a:rPr lang="de-DE" sz="2000" b="1" dirty="0">
                <a:solidFill>
                  <a:srgbClr val="0070C0"/>
                </a:solidFill>
              </a:rPr>
              <a:t>A</a:t>
            </a:r>
            <a:r>
              <a:rPr lang="de-DE" sz="2000" dirty="0">
                <a:solidFill>
                  <a:schemeClr val="tx2"/>
                </a:solidFill>
              </a:rPr>
              <a:t> aufgefrischt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Ziele definiert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Rollen verteilt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C3D2395-DC93-73ED-4AD9-2D35B56C979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A23A6301-F5FD-2DA0-506C-3E2410D9AD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05764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873D23-2DCF-4B31-A009-95721C06E8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3EF075-D4EF-4929-ADBC-91B27DA199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AA26DFA-AAB2-4973-9C17-16D587C7B1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F407F11-7321-4BF6-8536-CCE8E34245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6AC5DCC-C3CC-4FD5-AD4E-13A1BE5F7F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BBCC2F4-EFA7-4AF4-B538-AC4022D90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A9D1364-B6A3-44CB-9FBA-C528F0CE90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1E5B537-D29A-BF94-198A-18F2F5D5A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876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Grundideen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8BEA99-3A8E-E16B-E56D-42E816167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Webseite für unser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Download des Games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Informationen zum Game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B4BEAA74-B5A0-CEC0-60AA-3E3D850E0B5E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Geöffnetes Buch Silhouette">
            <a:extLst>
              <a:ext uri="{FF2B5EF4-FFF2-40B4-BE49-F238E27FC236}">
                <a16:creationId xmlns:a16="http://schemas.microsoft.com/office/drawing/2014/main" id="{3C400A55-57D9-64AA-2294-4B3A07546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7428646D-E821-9CD4-5A5A-1AFC117D04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4329" y="2416841"/>
            <a:ext cx="1593850" cy="1593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01836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05A03-95C0-E6FC-B201-94B9FDEB3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2B44EF0-793C-F61C-321B-25ABCDCE7C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85A13E-A917-8FEE-6B0F-ADDE46B4B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C0511A5-9452-A925-2CF2-BAECECAB78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501B13A-3607-41B6-8663-24A10FEF23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BE44C1C-AFED-5E8F-51BB-4F154B4F08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D0EC66-98FC-8097-3172-49F06CFA93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6D9DC1F-A193-C199-98A6-A7C479EE6D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7684560-A453-F73D-35BD-8F469B641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564" y="1269907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Ziele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F31D7DE-798C-6876-C284-26D6DAE0D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1650" y="1020498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pPr lvl="0"/>
            <a:r>
              <a:rPr lang="de-CH" sz="1400" dirty="0"/>
              <a:t>Das Game downloaden können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pPr lvl="0"/>
            <a:r>
              <a:rPr lang="de-CH" sz="1400" dirty="0"/>
              <a:t>Eine übersichtliche Homepage</a:t>
            </a:r>
            <a:endParaRPr lang="de-DE" sz="1400" dirty="0"/>
          </a:p>
          <a:p>
            <a:pPr lvl="0"/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pPr lvl="0"/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pPr lvl="0"/>
            <a:r>
              <a:rPr lang="de-CH" sz="1400" dirty="0"/>
              <a:t>Einen Supportbutton erhalten</a:t>
            </a:r>
            <a:endParaRPr lang="de-DE" sz="1400" dirty="0"/>
          </a:p>
          <a:p>
            <a:pPr lvl="0"/>
            <a:r>
              <a:rPr lang="de-CH" sz="1400" dirty="0"/>
              <a:t>Eine Info über die Autoren erhalten</a:t>
            </a:r>
            <a:endParaRPr lang="de-DE" sz="1400" dirty="0"/>
          </a:p>
          <a:p>
            <a:pPr lvl="0"/>
            <a:r>
              <a:rPr lang="de-CH" sz="1400" dirty="0"/>
              <a:t>Einen guten Farbkontrast</a:t>
            </a:r>
            <a:endParaRPr lang="de-DE" sz="1400" dirty="0"/>
          </a:p>
          <a:p>
            <a:pPr lvl="0"/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1026" name="Picture 2" descr="User PNGs for Free Download">
            <a:extLst>
              <a:ext uri="{FF2B5EF4-FFF2-40B4-BE49-F238E27FC236}">
                <a16:creationId xmlns:a16="http://schemas.microsoft.com/office/drawing/2014/main" id="{EFAF677A-E9E5-8BE1-02A3-4106D8B501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A36DF70-FCF6-511E-62B4-2E33DF014956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Volltreffer Silhouette">
            <a:extLst>
              <a:ext uri="{FF2B5EF4-FFF2-40B4-BE49-F238E27FC236}">
                <a16:creationId xmlns:a16="http://schemas.microsoft.com/office/drawing/2014/main" id="{50FAE4F6-34F8-357E-DC36-17635A8A9E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63779" y="50883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37708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" dur="indefinite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4" dur="2000" fill="hold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6" dur="indefinite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3" presetClass="emph" presetSubtype="2" fill="hold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8" dur="2000" fill="hold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C0000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2CA2F5-EBB6-B652-36C7-434A39EC8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5199752-1F67-A6D3-38C8-305EED099E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417DB04-90A8-7146-B11E-BE03C15AEB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81191A-C1FB-3FCC-A36A-A6E067F251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E54E007-336A-DA3E-AA79-2BE8738081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73117AC-2CCC-E1D4-50A1-B0EE5CB282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4C2FB99-E09B-06F0-773C-A0706D0A0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8B16814-402A-FC88-FC1F-B73F1A932C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44D423C-8ED6-165C-3690-2ECA99F7E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053A3FF-FD98-7DC3-92AA-F97162606E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2109" y="2596607"/>
            <a:ext cx="6009750" cy="40805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CH" sz="1800" b="1" dirty="0"/>
              <a:t>Stakeholder: </a:t>
            </a:r>
            <a:r>
              <a:rPr lang="de-CH" sz="1800" u="sng" dirty="0">
                <a:hlinkClick r:id="rId2"/>
              </a:rPr>
              <a:t>Silvan Gehrig</a:t>
            </a:r>
            <a:r>
              <a:rPr lang="de-CH" sz="1800" dirty="0"/>
              <a:t> </a:t>
            </a:r>
            <a:endParaRPr lang="de-DE" sz="1800" dirty="0"/>
          </a:p>
          <a:p>
            <a:pPr marL="0" indent="0">
              <a:buNone/>
            </a:pPr>
            <a:endParaRPr lang="de-CH" sz="1800" dirty="0"/>
          </a:p>
          <a:p>
            <a:pPr marL="0" indent="0">
              <a:buNone/>
            </a:pPr>
            <a:endParaRPr lang="de-DE" sz="1800" dirty="0"/>
          </a:p>
          <a:p>
            <a:pPr marL="0" indent="0">
              <a:buNone/>
            </a:pPr>
            <a:r>
              <a:rPr lang="de-CH" sz="1800" b="1" dirty="0" err="1"/>
              <a:t>Product</a:t>
            </a:r>
            <a:r>
              <a:rPr lang="de-CH" sz="1800" b="1" dirty="0"/>
              <a:t> </a:t>
            </a:r>
            <a:r>
              <a:rPr lang="de-CH" sz="1800" b="1" dirty="0" err="1"/>
              <a:t>Owners</a:t>
            </a:r>
            <a:r>
              <a:rPr lang="de-CH" sz="1800" b="1" dirty="0"/>
              <a:t>:</a:t>
            </a:r>
            <a:endParaRPr lang="de-DE" sz="1800" dirty="0"/>
          </a:p>
          <a:p>
            <a:endParaRPr lang="de-DE" sz="1800" dirty="0"/>
          </a:p>
          <a:p>
            <a:r>
              <a:rPr lang="de-CH" sz="1800" dirty="0"/>
              <a:t>Chief Engineer / Designer / QA Analyst: </a:t>
            </a:r>
            <a:r>
              <a:rPr lang="de-CH" sz="1800" u="sng" dirty="0">
                <a:hlinkClick r:id="rId3"/>
              </a:rPr>
              <a:t>Noel Emele</a:t>
            </a:r>
            <a:endParaRPr lang="de-DE" sz="1800" dirty="0"/>
          </a:p>
          <a:p>
            <a:pPr marL="0" indent="0">
              <a:buNone/>
            </a:pPr>
            <a:endParaRPr lang="de-DE" sz="1800" dirty="0"/>
          </a:p>
          <a:p>
            <a:r>
              <a:rPr lang="de-CH" sz="1800" dirty="0"/>
              <a:t>Developer:  </a:t>
            </a:r>
            <a:r>
              <a:rPr lang="de-CH" sz="1800" u="sng" dirty="0">
                <a:hlinkClick r:id="rId4"/>
              </a:rPr>
              <a:t>Florian Elser</a:t>
            </a:r>
            <a:endParaRPr lang="de-DE" sz="1800" dirty="0"/>
          </a:p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B4B82D56-33BC-7E5C-5CFA-C95CD0E1F37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10946" y="1781040"/>
            <a:ext cx="2320601" cy="2270011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9F58E07C-14E3-996E-7421-84BD944B62A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DC6CD4CF-7431-4E47-778F-36763EFD7F8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78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D63A6C3-07FB-6195-4E42-5B4A243F3C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2FF285D-0664-D061-5109-EC040B624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47E953B-E9F2-E83E-5DA6-B4FC7484B7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397C984-F578-4096-9105-3096FEDE6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663494F-829A-C889-5D8E-B641EF8AE0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D6F00EF-C7D3-F799-70D7-72FCD506D9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73677DC-ACC1-22F1-9527-CCF9D6F836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35C9B02-F054-5A52-FC7A-01A453BF1C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F3DC7C0-053C-7912-3CD9-C5F94C7A0B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C00000"/>
                </a:solidFill>
                <a:latin typeface="Orbitron" pitchFamily="2" charset="0"/>
              </a:rPr>
              <a:t>Unsere Rollen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D27EBC12-0861-A9EA-17BE-47A5F58240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7209" y="7316856"/>
            <a:ext cx="6009750" cy="4080533"/>
          </a:xfrm>
        </p:spPr>
        <p:txBody>
          <a:bodyPr>
            <a:normAutofit/>
          </a:bodyPr>
          <a:lstStyle/>
          <a:p>
            <a:endParaRPr lang="de-DE" sz="1800" dirty="0"/>
          </a:p>
        </p:txBody>
      </p:sp>
      <p:pic>
        <p:nvPicPr>
          <p:cNvPr id="6" name="Grafik 5" descr="Ein Bild, das Schuhwerk, Kleidung, Text, Cartoon enthält.&#10;&#10;KI-generierte Inhalte können fehlerhaft sein.">
            <a:extLst>
              <a:ext uri="{FF2B5EF4-FFF2-40B4-BE49-F238E27FC236}">
                <a16:creationId xmlns:a16="http://schemas.microsoft.com/office/drawing/2014/main" id="{97D8AB65-E50B-6F3F-4C93-29E9998FE6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8945" y="1474370"/>
            <a:ext cx="3613953" cy="353516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A5913D19-D106-46C1-3D04-1528AD3EF9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Gruppe von Männern Silhouette">
            <a:extLst>
              <a:ext uri="{FF2B5EF4-FFF2-40B4-BE49-F238E27FC236}">
                <a16:creationId xmlns:a16="http://schemas.microsoft.com/office/drawing/2014/main" id="{F39F97D3-D380-F091-511D-5F7DEE1EC0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846493" y="458857"/>
            <a:ext cx="914400" cy="914400"/>
          </a:xfrm>
          <a:prstGeom prst="rect">
            <a:avLst/>
          </a:prstGeom>
        </p:spPr>
      </p:pic>
      <p:sp>
        <p:nvSpPr>
          <p:cNvPr id="4" name="Ellipse 3">
            <a:extLst>
              <a:ext uri="{FF2B5EF4-FFF2-40B4-BE49-F238E27FC236}">
                <a16:creationId xmlns:a16="http://schemas.microsoft.com/office/drawing/2014/main" id="{972086D9-33DE-85D5-40CD-1C8FCEE3097C}"/>
              </a:ext>
            </a:extLst>
          </p:cNvPr>
          <p:cNvSpPr/>
          <p:nvPr/>
        </p:nvSpPr>
        <p:spPr>
          <a:xfrm>
            <a:off x="8362950" y="175895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91698537-B456-3CF4-296D-C46AB75E1BE9}"/>
              </a:ext>
            </a:extLst>
          </p:cNvPr>
          <p:cNvSpPr/>
          <p:nvPr/>
        </p:nvSpPr>
        <p:spPr>
          <a:xfrm>
            <a:off x="9031541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467B6A26-DD22-6005-B1F9-8DD8B7A1AB63}"/>
              </a:ext>
            </a:extLst>
          </p:cNvPr>
          <p:cNvSpPr/>
          <p:nvPr/>
        </p:nvSpPr>
        <p:spPr>
          <a:xfrm>
            <a:off x="8362950" y="3344103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F8CD9ECA-46DA-0235-934B-3861E192EBA3}"/>
              </a:ext>
            </a:extLst>
          </p:cNvPr>
          <p:cNvSpPr/>
          <p:nvPr/>
        </p:nvSpPr>
        <p:spPr>
          <a:xfrm>
            <a:off x="7299340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D33DCC83-1B0C-6300-999F-F59A4F87BD39}"/>
              </a:ext>
            </a:extLst>
          </p:cNvPr>
          <p:cNvSpPr/>
          <p:nvPr/>
        </p:nvSpPr>
        <p:spPr>
          <a:xfrm>
            <a:off x="6303187" y="2387600"/>
            <a:ext cx="863600" cy="1454150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617017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6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5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4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  <p:bldP spid="7" grpId="0" animBg="1"/>
      <p:bldP spid="7" grpId="1" animBg="1"/>
      <p:bldP spid="9" grpId="0" animBg="1"/>
      <p:bldP spid="9" grpId="1" animBg="1"/>
      <p:bldP spid="11" grpId="0" animBg="1"/>
      <p:bldP spid="11" grpId="1" animBg="1"/>
      <p:bldP spid="18" grpId="0" animBg="1"/>
      <p:bldP spid="18" grpId="1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2160EF-E0CB-EEA5-DC90-0DACCE83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5564571-F9E4-2329-1609-3B7836FF3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6361B0-1BA5-361D-309E-D3F15017AD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8BBEA45-BBE3-3026-7F1C-E1C468CEC9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9D27594-B03B-ADEC-9C0F-FF351CC3BDB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6075C4EA-AB52-9A36-35D9-D83BA92706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790B0EA-A759-A064-3058-2A6B892261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DD342FA-2DB8-8AF5-610E-5F3A86599D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D0A7B3B-F01B-709E-7EF9-3C352DECC1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787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Planen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9F493718-6165-332D-BF6E-CA26B0A6667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0C87CE0-08EA-FF06-DAF3-E6D04AE75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de-DE" sz="2000" dirty="0">
                <a:solidFill>
                  <a:schemeClr val="tx2"/>
                </a:solidFill>
              </a:rPr>
              <a:t> </a:t>
            </a:r>
            <a:r>
              <a:rPr lang="de-DE" sz="2400" dirty="0">
                <a:solidFill>
                  <a:schemeClr val="tx2"/>
                </a:solidFill>
              </a:rPr>
              <a:t>Brainstorming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Wireframes </a:t>
            </a:r>
          </a:p>
          <a:p>
            <a:pPr>
              <a:buFont typeface="Wingdings" panose="05000000000000000000" pitchFamily="2" charset="2"/>
              <a:buChar char="Ø"/>
            </a:pPr>
            <a:endParaRPr lang="de-DE" sz="24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sz="2400" dirty="0">
                <a:solidFill>
                  <a:schemeClr val="tx2"/>
                </a:solidFill>
              </a:rPr>
              <a:t> Zeitplanung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7" name="Grafik 6" descr="Blaupause Silhouette">
            <a:extLst>
              <a:ext uri="{FF2B5EF4-FFF2-40B4-BE49-F238E27FC236}">
                <a16:creationId xmlns:a16="http://schemas.microsoft.com/office/drawing/2014/main" id="{1362A8C2-364F-80F6-B741-EF0BA0A5204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6872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67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122864-8BEF-4F45-F4ED-ECBA20D96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A677BF0-BA4C-ACC3-36D7-2BF0C4A14D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7BA98F3-9B2A-52B8-F9CA-BCEABB645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96F9748-5F30-2392-0A74-4CCC7799E0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C6D713D-5C78-B35E-2AB0-56C000461A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B0574F-8C08-F64F-8ACA-B4105A8DAD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F60872C-944E-E487-7575-8A1D93AFD6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A1F373BD-7C6A-8711-10B6-4729CDBD04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851989D3-040B-D03C-64F2-D89A0A97C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29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9AD71FB-B40C-71DE-A41A-BF316A4079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36ACA2A-1729-38CA-C8B8-F2F2F5D1B0D0}"/>
              </a:ext>
            </a:extLst>
          </p:cNvPr>
          <p:cNvSpPr txBox="1"/>
          <p:nvPr/>
        </p:nvSpPr>
        <p:spPr>
          <a:xfrm>
            <a:off x="6690689" y="1629017"/>
            <a:ext cx="2564781" cy="461665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2400" dirty="0"/>
              <a:t>Mindmap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832A149-F5B4-E08D-330C-94BDE230BBDB}"/>
              </a:ext>
            </a:extLst>
          </p:cNvPr>
          <p:cNvSpPr/>
          <p:nvPr/>
        </p:nvSpPr>
        <p:spPr>
          <a:xfrm>
            <a:off x="10810984" y="-1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Kopf mit Zahnrädern Silhouette">
            <a:extLst>
              <a:ext uri="{FF2B5EF4-FFF2-40B4-BE49-F238E27FC236}">
                <a16:creationId xmlns:a16="http://schemas.microsoft.com/office/drawing/2014/main" id="{8E9DF06F-B478-B573-94B0-C6CB89DD64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AF80A954-10B6-CCF6-036B-29802E518F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689" y="2575448"/>
            <a:ext cx="3996327" cy="27432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676831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BB382AB-13D7-330A-095F-8FEA6D7CD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997D57D-DD5C-F874-5FE0-0588290E64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EC7B3C-2875-8C2E-901E-26528D11F6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54C7F7A-8A86-D6C8-561F-704257696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BEA2765-98E6-68F5-665C-8A3924327A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A1F8624-C406-AD79-B29F-E89BA6968F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853F8B91-C7F9-94E0-3A39-F4C0A09E37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7F4822D-BA6B-8B13-27AC-973D94ABD3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967FB8B-B866-143D-7AD1-D6BA5C117C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8023" y="99360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Brainstorming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310CD6-B1BC-A381-3359-E1657BD11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9247" y="993604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1A9F240-5EF5-803D-8EC9-BCEE2E3284CE}"/>
              </a:ext>
            </a:extLst>
          </p:cNvPr>
          <p:cNvSpPr txBox="1"/>
          <p:nvPr/>
        </p:nvSpPr>
        <p:spPr>
          <a:xfrm>
            <a:off x="277587" y="3105834"/>
            <a:ext cx="2564781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Mindmap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CF186842-CBAC-6B58-6CD7-C7963EC0D32B}"/>
              </a:ext>
            </a:extLst>
          </p:cNvPr>
          <p:cNvSpPr/>
          <p:nvPr/>
        </p:nvSpPr>
        <p:spPr>
          <a:xfrm>
            <a:off x="10810984" y="14036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7" name="Grafik 6" descr="Kopf mit Zahnrädern Silhouette">
            <a:extLst>
              <a:ext uri="{FF2B5EF4-FFF2-40B4-BE49-F238E27FC236}">
                <a16:creationId xmlns:a16="http://schemas.microsoft.com/office/drawing/2014/main" id="{72388D96-B615-21F4-7292-D7B81BA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16575" y="508838"/>
            <a:ext cx="914400" cy="9144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8C240CA0-B288-F3D4-8301-DE8B734FA2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777" y="467559"/>
            <a:ext cx="8873248" cy="609086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17" name="Ellipse 16">
            <a:extLst>
              <a:ext uri="{FF2B5EF4-FFF2-40B4-BE49-F238E27FC236}">
                <a16:creationId xmlns:a16="http://schemas.microsoft.com/office/drawing/2014/main" id="{B2D574FD-E8D5-3AAB-BB18-580420DB37E7}"/>
              </a:ext>
            </a:extLst>
          </p:cNvPr>
          <p:cNvSpPr/>
          <p:nvPr/>
        </p:nvSpPr>
        <p:spPr>
          <a:xfrm>
            <a:off x="4902560" y="3945593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6C67CAC-B472-A43B-63DB-96ABED34D805}"/>
              </a:ext>
            </a:extLst>
          </p:cNvPr>
          <p:cNvSpPr/>
          <p:nvPr/>
        </p:nvSpPr>
        <p:spPr>
          <a:xfrm>
            <a:off x="6837118" y="4116050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FB421A3D-527B-EB30-A976-586926F2DFAB}"/>
              </a:ext>
            </a:extLst>
          </p:cNvPr>
          <p:cNvSpPr/>
          <p:nvPr/>
        </p:nvSpPr>
        <p:spPr>
          <a:xfrm>
            <a:off x="5044444" y="1821898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F0861AD-9EB2-99A8-D584-B37AE3CD11CB}"/>
              </a:ext>
            </a:extLst>
          </p:cNvPr>
          <p:cNvSpPr/>
          <p:nvPr/>
        </p:nvSpPr>
        <p:spPr>
          <a:xfrm>
            <a:off x="8003522" y="1605998"/>
            <a:ext cx="1649228" cy="431800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22170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9" grpId="0" animBg="1"/>
      <p:bldP spid="20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5636E87-31E0-D4D3-E0C4-AB8B5E0D2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34DCB6-58EA-50C6-9560-F04ADED4FD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2B501B-FFF0-DC08-9592-E409953CD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6AE1210-EA3E-9AD2-6D8D-0EB116DA88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C2E95D4A-7620-6091-0092-522C03FC81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7D5197B-1ED3-B32B-CF00-DF6215DBF4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A1291DA-2348-6292-2DDD-AC17B14522D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72241515-2E36-19BA-CBAB-A399EC1B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9B091EC-C7CA-E4D7-1574-52F7C77CA4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AB98F52-75DC-A194-BC07-013057D8A4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4518431B-AE4E-43A5-EAE8-236B291D4A0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AE78831-089E-8AE9-8E05-A5BDE4C24CC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1" name="Grafik 10" descr="Architektur Silhouette">
            <a:extLst>
              <a:ext uri="{FF2B5EF4-FFF2-40B4-BE49-F238E27FC236}">
                <a16:creationId xmlns:a16="http://schemas.microsoft.com/office/drawing/2014/main" id="{FA39A3B7-929F-FE82-F569-8E3B2985389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5D67014D-7184-3AC3-EE64-7B7970505D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1096" y="2642289"/>
            <a:ext cx="1929728" cy="19615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9524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2F214B-F5FC-BD54-79F0-C952FBFF70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E66DB2BC-E41F-9F1F-A304-BA8728A7AE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F0FCAEC-9558-2EC4-54E1-94C51CC929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723DAF-3D62-0697-A1FD-66A580DABF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CAABCDE-73B7-849D-2E80-593B0B0DE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DDCA15A-E3E7-1A4E-31F9-100F9A78E3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53367148-2288-BD0D-5287-9A8FDE1E73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1E9FDDF2-900F-2326-EBF6-D1A722AB9D2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EF47345-BFC1-C2C1-1917-11E6732ACF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301A6880-E9BF-44C2-EC69-86DC8D4EFC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0F403A2C-93DF-93D3-5B80-222BDF85401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E37E6C66-F3D9-2251-6AC0-C1599487902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EDE71AEB-DAAD-6E46-D2F1-3D6A1B1C212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C176C59-28C3-C5A6-636F-CC790309C7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26226" y="217722"/>
            <a:ext cx="6173815" cy="6275768"/>
          </a:xfrm>
          <a:prstGeom prst="rect">
            <a:avLst/>
          </a:prstGeom>
        </p:spPr>
      </p:pic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DD27BB57-9665-9D71-8BC8-87757B7DF6E8}"/>
              </a:ext>
            </a:extLst>
          </p:cNvPr>
          <p:cNvCxnSpPr>
            <a:cxnSpLocks/>
          </p:cNvCxnSpPr>
          <p:nvPr/>
        </p:nvCxnSpPr>
        <p:spPr>
          <a:xfrm flipV="1">
            <a:off x="5073650" y="419100"/>
            <a:ext cx="1352550" cy="1055270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feld 21">
            <a:extLst>
              <a:ext uri="{FF2B5EF4-FFF2-40B4-BE49-F238E27FC236}">
                <a16:creationId xmlns:a16="http://schemas.microsoft.com/office/drawing/2014/main" id="{C98CD2A2-6122-71C8-27DC-5751776D766D}"/>
              </a:ext>
            </a:extLst>
          </p:cNvPr>
          <p:cNvSpPr txBox="1"/>
          <p:nvPr/>
        </p:nvSpPr>
        <p:spPr>
          <a:xfrm>
            <a:off x="4527701" y="1471959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http-Tag</a:t>
            </a:r>
          </a:p>
        </p:txBody>
      </p:sp>
    </p:spTree>
    <p:extLst>
      <p:ext uri="{BB962C8B-B14F-4D97-AF65-F5344CB8AC3E}">
        <p14:creationId xmlns:p14="http://schemas.microsoft.com/office/powerpoint/2010/main" val="20014489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A72D08-8750-F1F9-0A42-68341B1F38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FAE6990-31D6-D356-7F62-2D22C7CEC7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287FCB7-C127-3724-EEE4-A3C6601E97A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39D1EDD-0324-B3EF-417A-DF4576A625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25FC24BE-9106-A4DD-9938-1C75176DED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5065BA-A43E-E92A-E821-DA26102BC4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041C5AB-C25D-68D3-DDFA-E1B3B8A97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2EE965C-1BC5-A9B8-DC41-DA9C2A46ED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1A571700-FC19-F9B8-8E7D-FB2B84CB70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7" name="Grafik 6" descr="Ein Bild, das Text, Elektronik, Screenshot, Software enthält.&#10;&#10;KI-generierte Inhalte können fehlerhaft sein.">
            <a:extLst>
              <a:ext uri="{FF2B5EF4-FFF2-40B4-BE49-F238E27FC236}">
                <a16:creationId xmlns:a16="http://schemas.microsoft.com/office/drawing/2014/main" id="{8D5A05B8-67C1-2FA8-4737-95587252865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02662" y="2630989"/>
            <a:ext cx="1728280" cy="1891830"/>
          </a:xfrm>
          <a:prstGeom prst="rect">
            <a:avLst/>
          </a:prstGeom>
          <a:noFill/>
          <a:ln>
            <a:noFill/>
          </a:ln>
          <a:effectLst>
            <a:glow rad="63500">
              <a:schemeClr val="accent6">
                <a:satMod val="175000"/>
                <a:alpha val="40000"/>
              </a:scheme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3A38071C-7567-2A48-9174-FAEFF7DC365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52182" y="2818047"/>
            <a:ext cx="1221905" cy="122190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21158811-32DA-9CD6-BCDC-E2FA4B3BCE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91674" y="2630989"/>
            <a:ext cx="1875338" cy="1906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89003919-E4C5-06B1-C3EE-6DDD302E502D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Architektur Silhouette">
            <a:extLst>
              <a:ext uri="{FF2B5EF4-FFF2-40B4-BE49-F238E27FC236}">
                <a16:creationId xmlns:a16="http://schemas.microsoft.com/office/drawing/2014/main" id="{CCFD7D9C-1191-E6C3-555B-C9A2CC86432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9316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4E66A-F34B-1379-EF47-F9C31E1C2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0E06950-3413-03CD-D295-9074E90307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D1DAFD-0BBB-30DA-8845-E72F07FB6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284AA38-199F-B830-CECB-B9E7D59A91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364D5F9D-D696-B502-5B83-85AAEFF67D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F9F579B-172A-0AA4-4BA0-C6EA82E6AF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E0D3799-CF13-9806-92BC-B17DC853FC5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5E671ED-EBD7-5244-BE31-C0B0848869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4B8A432-B8EB-6306-BC39-1B62DAE2B0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134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Wireframes</a:t>
            </a:r>
          </a:p>
        </p:txBody>
      </p:sp>
      <p:pic>
        <p:nvPicPr>
          <p:cNvPr id="6" name="Grafik 5" descr="Ein Bild, das Text, Screenshot, Software, Design enthält.&#10;&#10;KI-generierte Inhalte können fehlerhaft sein.">
            <a:extLst>
              <a:ext uri="{FF2B5EF4-FFF2-40B4-BE49-F238E27FC236}">
                <a16:creationId xmlns:a16="http://schemas.microsoft.com/office/drawing/2014/main" id="{57CBD759-F1C9-36CA-B9B9-D12E7E0626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0299" y="2706030"/>
            <a:ext cx="1687917" cy="1814249"/>
          </a:xfrm>
          <a:prstGeom prst="rect">
            <a:avLst/>
          </a:prstGeom>
          <a:effectLst>
            <a:glow rad="101600">
              <a:srgbClr val="EE0000">
                <a:alpha val="60000"/>
              </a:srgbClr>
            </a:glow>
          </a:effectLst>
        </p:spPr>
      </p:pic>
      <p:pic>
        <p:nvPicPr>
          <p:cNvPr id="9" name="Grafik 8" descr="Ein Bild, das Grafiken, Clipart, Grün, Grafikdesign enthält.&#10;&#10;KI-generierte Inhalte können fehlerhaft sein.">
            <a:extLst>
              <a:ext uri="{FF2B5EF4-FFF2-40B4-BE49-F238E27FC236}">
                <a16:creationId xmlns:a16="http://schemas.microsoft.com/office/drawing/2014/main" id="{8E0699DC-87FB-10DD-A56B-FDD5AAD913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3032" y="2744654"/>
            <a:ext cx="1221905" cy="122190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Rechteck 2">
            <a:extLst>
              <a:ext uri="{FF2B5EF4-FFF2-40B4-BE49-F238E27FC236}">
                <a16:creationId xmlns:a16="http://schemas.microsoft.com/office/drawing/2014/main" id="{F0E4CA6C-CE6C-1E9F-3D49-A6452A4ECD47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Architektur Silhouette">
            <a:extLst>
              <a:ext uri="{FF2B5EF4-FFF2-40B4-BE49-F238E27FC236}">
                <a16:creationId xmlns:a16="http://schemas.microsoft.com/office/drawing/2014/main" id="{679B0DEA-6B84-CA55-FE60-549051D623E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EECEFE53-D702-3FE2-FCF9-0428E82DA73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6164" y="344849"/>
            <a:ext cx="5669014" cy="6168302"/>
          </a:xfrm>
          <a:prstGeom prst="rect">
            <a:avLst/>
          </a:prstGeom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6816814C-1FA6-E6A7-EFFD-31F87F43791A}"/>
              </a:ext>
            </a:extLst>
          </p:cNvPr>
          <p:cNvCxnSpPr>
            <a:cxnSpLocks/>
          </p:cNvCxnSpPr>
          <p:nvPr/>
        </p:nvCxnSpPr>
        <p:spPr>
          <a:xfrm flipV="1">
            <a:off x="5073650" y="713158"/>
            <a:ext cx="1187450" cy="761212"/>
          </a:xfrm>
          <a:prstGeom prst="straightConnector1">
            <a:avLst/>
          </a:prstGeom>
          <a:ln w="38100"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8160C12-7555-7AA4-AB19-BAC83608BBAB}"/>
              </a:ext>
            </a:extLst>
          </p:cNvPr>
          <p:cNvSpPr txBox="1"/>
          <p:nvPr/>
        </p:nvSpPr>
        <p:spPr>
          <a:xfrm>
            <a:off x="4507821" y="1449886"/>
            <a:ext cx="2063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https-Tag</a:t>
            </a:r>
          </a:p>
        </p:txBody>
      </p:sp>
    </p:spTree>
    <p:extLst>
      <p:ext uri="{BB962C8B-B14F-4D97-AF65-F5344CB8AC3E}">
        <p14:creationId xmlns:p14="http://schemas.microsoft.com/office/powerpoint/2010/main" val="10087219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1B334E-4544-F945-6785-7AD0D0634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3EA0F26-1B34-0A77-4516-9A0EC49995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1780EF-899C-C3DE-346A-CF4304A8E0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1818308C-F213-AF92-3E72-71D7AEC79B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033F586F-765A-A6C7-DCCC-AACE941088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0E3EC44-9227-4381-140C-1C5AF3D6B2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D188C6C-8C23-1AA8-F45C-0584BF6FF0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1223249-BB02-7CBE-2706-0CFD1434CEF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BE6D98C-B8CC-A440-2545-CD034F793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81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Vergleich</a:t>
            </a: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A197420-B2A1-DF68-1092-91956AA62E43}"/>
              </a:ext>
            </a:extLst>
          </p:cNvPr>
          <p:cNvSpPr txBox="1"/>
          <p:nvPr/>
        </p:nvSpPr>
        <p:spPr>
          <a:xfrm>
            <a:off x="5841158" y="1318138"/>
            <a:ext cx="5724293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b="1" dirty="0"/>
              <a:t>Gemeinsame Vorteile:</a:t>
            </a:r>
          </a:p>
          <a:p>
            <a:endParaRPr lang="de-DE" sz="1400" b="1" dirty="0"/>
          </a:p>
          <a:p>
            <a:r>
              <a:rPr lang="de-DE" sz="1400" dirty="0"/>
              <a:t>✅ Modernes Design (Übergänge, knallige Farben)</a:t>
            </a:r>
          </a:p>
          <a:p>
            <a:r>
              <a:rPr lang="de-DE" sz="1400" dirty="0"/>
              <a:t>✅ Gute Performance (wenig große Bilder)</a:t>
            </a:r>
          </a:p>
          <a:p>
            <a:r>
              <a:rPr lang="de-DE" sz="1400" dirty="0"/>
              <a:t>✅ Gut machbar und umsetzbar</a:t>
            </a:r>
          </a:p>
          <a:p>
            <a:r>
              <a:rPr lang="de-DE" sz="1400" dirty="0"/>
              <a:t>✅ Keine Kosten </a:t>
            </a:r>
            <a:endParaRPr lang="de-DE" dirty="0"/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61FC34EF-7945-2F0B-A48C-4EB5FF661962}"/>
              </a:ext>
            </a:extLst>
          </p:cNvPr>
          <p:cNvSpPr txBox="1"/>
          <p:nvPr/>
        </p:nvSpPr>
        <p:spPr>
          <a:xfrm>
            <a:off x="5841158" y="3077649"/>
            <a:ext cx="6170340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sz="1400" b="1" dirty="0">
                <a:solidFill>
                  <a:srgbClr val="C00000"/>
                </a:solidFill>
              </a:rPr>
              <a:t>Rotes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Schwache Kontraste, ungeeignet für Sehbeeinträchtigte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</a:t>
            </a:r>
            <a:r>
              <a:rPr lang="de-DE" sz="1400" dirty="0"/>
              <a:t> statt HTTPS</a:t>
            </a:r>
          </a:p>
          <a:p>
            <a:r>
              <a:rPr lang="de-DE" sz="1400" dirty="0"/>
              <a:t>❌ </a:t>
            </a:r>
            <a:r>
              <a:rPr lang="de-DE" sz="1400" b="1" dirty="0"/>
              <a:t>Usability:</a:t>
            </a:r>
            <a:r>
              <a:rPr lang="de-DE" sz="1400" dirty="0"/>
              <a:t> Buttons nicht konsistent im Design</a:t>
            </a:r>
          </a:p>
          <a:p>
            <a:pPr>
              <a:buFont typeface="Arial" panose="020B0604020202020204" pitchFamily="34" charset="0"/>
              <a:buChar char="•"/>
            </a:pPr>
            <a:endParaRPr lang="de-DE" sz="1400" dirty="0"/>
          </a:p>
          <a:p>
            <a:pPr>
              <a:buNone/>
            </a:pPr>
            <a:r>
              <a:rPr lang="de-DE" sz="1400" b="1" dirty="0">
                <a:solidFill>
                  <a:schemeClr val="accent3"/>
                </a:solidFill>
              </a:rPr>
              <a:t>Grünes Wireframe</a:t>
            </a:r>
            <a:r>
              <a:rPr lang="de-DE" sz="1400" b="1" dirty="0"/>
              <a:t>:</a:t>
            </a:r>
          </a:p>
          <a:p>
            <a:pPr>
              <a:buNone/>
            </a:pPr>
            <a:endParaRPr lang="de-DE" sz="1400" b="1" dirty="0"/>
          </a:p>
          <a:p>
            <a:r>
              <a:rPr lang="de-DE" sz="1400" dirty="0"/>
              <a:t>✅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Grundsätzlich gut</a:t>
            </a:r>
          </a:p>
          <a:p>
            <a:r>
              <a:rPr lang="de-DE" sz="1400" dirty="0"/>
              <a:t>✅ </a:t>
            </a:r>
            <a:r>
              <a:rPr lang="de-DE" sz="1400" b="1" dirty="0"/>
              <a:t>Security:</a:t>
            </a:r>
            <a:r>
              <a:rPr lang="de-DE" sz="1400" dirty="0"/>
              <a:t> Verwendet </a:t>
            </a:r>
            <a:r>
              <a:rPr lang="de-DE" sz="1400" b="1" dirty="0"/>
              <a:t>HTTPS</a:t>
            </a:r>
            <a:endParaRPr lang="de-DE" sz="1400" dirty="0"/>
          </a:p>
          <a:p>
            <a:r>
              <a:rPr lang="de-DE" sz="1400" dirty="0"/>
              <a:t>❌ </a:t>
            </a:r>
            <a:r>
              <a:rPr lang="de-DE" sz="1400" b="1" dirty="0" err="1"/>
              <a:t>Accessibility</a:t>
            </a:r>
            <a:r>
              <a:rPr lang="de-DE" sz="1400" b="1" dirty="0"/>
              <a:t>:</a:t>
            </a:r>
            <a:r>
              <a:rPr lang="de-DE" sz="1400" dirty="0"/>
              <a:t> Weißer Text auf hellgrün (schlechter Kontrast)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9A49326B-AA95-C638-22CB-41C4F9197CC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Waage der Justitia Silhouette">
            <a:extLst>
              <a:ext uri="{FF2B5EF4-FFF2-40B4-BE49-F238E27FC236}">
                <a16:creationId xmlns:a16="http://schemas.microsoft.com/office/drawing/2014/main" id="{807F2585-0C5C-A28B-9B1E-4F20663CB3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98836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C3C9DD-F23B-FD52-7123-6266A44F5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5F1A824-930F-AF4D-14D3-06967F288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F4754A-FB19-332C-A841-2C5CA2F30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F49FF2-A131-A1E8-C665-C7DFD02D8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2C07E8-F38B-F7D5-EEB3-4CF0032E6D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B2FC7055-3529-603C-E9FC-224C6F69F6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A5B34E5-79A2-2A50-10B2-D5FC718F61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D2F3D759-CC30-089F-3A9D-3C263E0A57E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D50F0001-FDB0-45C9-BEBD-6700A1D43E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082F3F7E-5A40-C610-B9F5-CD497115BE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847" y="1672832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BFC967C2-6AAE-FEBD-8152-95D1C14B46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41013DF-F457-28AC-9F36-7854BBBD880C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43142B33-5304-BB55-B995-6F2D5C41A6CE}"/>
              </a:ext>
            </a:extLst>
          </p:cNvPr>
          <p:cNvSpPr txBox="1"/>
          <p:nvPr/>
        </p:nvSpPr>
        <p:spPr>
          <a:xfrm>
            <a:off x="6146647" y="111883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A3EB73A-7D37-FEA6-8C6F-E92B00A91710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C5191572-BBBB-BA3C-509D-CD5F82AA9C2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92213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830D6C0-A688-39FD-460F-AFD8EC02E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E0F6A0E-3323-78CA-796E-045A91387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DC1A0AC-6F18-A60B-B728-A429BF4837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8BF8CF9-7B94-2C93-CE77-CDDFDC9CF0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2B7DE01-8BDB-4198-B397-029CDD0F7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47147BC-8321-E42B-0633-99EDE1687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D1583A8-9F09-7196-9642-0CCF087332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41FB40E-7B76-999D-0AA9-6031090867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F09D5747-A390-D378-79D0-2FE128D64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4186" y="1648326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49A9F62-3532-4D28-3ECE-8978A1201F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0748" y="2792854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AAC8FB-2DBE-BBD0-517E-5BB5E2B21321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EB3D8E39-88D0-E680-30BC-A06842817D5A}"/>
              </a:ext>
            </a:extLst>
          </p:cNvPr>
          <p:cNvSpPr txBox="1"/>
          <p:nvPr/>
        </p:nvSpPr>
        <p:spPr>
          <a:xfrm>
            <a:off x="319622" y="3207018"/>
            <a:ext cx="378780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Alte Roadmap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67678C6E-F3CF-808B-DFEA-2C445A8E284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608" r="612"/>
          <a:stretch>
            <a:fillRect/>
          </a:stretch>
        </p:blipFill>
        <p:spPr>
          <a:xfrm>
            <a:off x="5334000" y="1648325"/>
            <a:ext cx="6577886" cy="354357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3368F630-6437-6E1D-FFA6-73A01B287F09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9" name="Grafik 8" descr="Uhr Silhouette">
            <a:extLst>
              <a:ext uri="{FF2B5EF4-FFF2-40B4-BE49-F238E27FC236}">
                <a16:creationId xmlns:a16="http://schemas.microsoft.com/office/drawing/2014/main" id="{0ADBA69C-AB55-FACA-5BBB-1E882AE5C7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2570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7F0AFA-8CB7-6FCC-7CCE-57C77268C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5BD2249-634F-E41B-38B3-559997183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4A41BC1-634F-F31A-704E-DBFC33CDD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1355635-7797-183B-4D72-464D5A4076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EAF6E4-5BE6-C999-19AB-BCBD676B29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253FF8D-C2C7-8FDF-293F-275B1237F5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6D5F86-D9FE-8AB2-0065-E175B292237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2A48679-1F10-7229-EA4E-CB0469BA03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E8ED85FB-BE0E-82F1-49A4-32430B474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3383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4EDB5089-DC89-5982-3E13-814045C84B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8413" y="1643935"/>
            <a:ext cx="5479241" cy="1735017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51596702-309E-8C82-19DE-88B191B429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768" y="4097978"/>
            <a:ext cx="4802002" cy="2082919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BB5217C7-0595-8FB5-AA59-47C2CADB23EF}"/>
              </a:ext>
            </a:extLst>
          </p:cNvPr>
          <p:cNvSpPr txBox="1"/>
          <p:nvPr/>
        </p:nvSpPr>
        <p:spPr>
          <a:xfrm>
            <a:off x="6215768" y="3530184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2D56B7F0-E210-68C3-FE92-3A289DEBF55E}"/>
              </a:ext>
            </a:extLst>
          </p:cNvPr>
          <p:cNvSpPr txBox="1"/>
          <p:nvPr/>
        </p:nvSpPr>
        <p:spPr>
          <a:xfrm>
            <a:off x="6095847" y="1058347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19906-3A31-CB90-7CB4-CD2FB8DDB398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B0CFAE37-7E83-9573-38B2-CA9C7ED9C6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0290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F14D82-75CD-0BEB-3E30-193DC92B4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8A3CCC7-A708-6085-A8BE-CA45177465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380CE8-BEAA-487C-8039-B44BD3E98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8E0571D6-D1BF-0158-97E4-F12DA4F2E3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3373B2F-2D2D-7C54-41AD-F33AC7C44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2BD295-5E8D-D343-70CF-A49B0C974D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A399576-9FBE-2DDE-87C5-544AF2849F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B447C54-8FDD-64D4-9E65-1D9B894B1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A2F00488-445A-F574-A8AF-C92ECE90B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8070" y="1493962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</a:rPr>
              <a:t>Zeitplan</a:t>
            </a:r>
          </a:p>
        </p:txBody>
      </p:sp>
      <p:pic>
        <p:nvPicPr>
          <p:cNvPr id="3" name="Grafik 2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7B7876F2-8524-94D8-AFD1-43B1CBDD7D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65087" y="2256700"/>
            <a:ext cx="5479241" cy="1735017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DE53ECB-D46B-2237-FADF-E446F031E5BE}"/>
              </a:ext>
            </a:extLst>
          </p:cNvPr>
          <p:cNvSpPr txBox="1"/>
          <p:nvPr/>
        </p:nvSpPr>
        <p:spPr>
          <a:xfrm>
            <a:off x="327465" y="3124208"/>
            <a:ext cx="42252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3600" b="1" dirty="0">
                <a:solidFill>
                  <a:schemeClr val="accent2"/>
                </a:solidFill>
                <a:latin typeface="Orbitron" pitchFamily="2" charset="0"/>
                <a:ea typeface="+mj-ea"/>
                <a:cs typeface="+mj-cs"/>
              </a:rPr>
              <a:t>Neue Roadmap</a:t>
            </a:r>
          </a:p>
        </p:txBody>
      </p:sp>
      <p:sp>
        <p:nvSpPr>
          <p:cNvPr id="17" name="Textfeld 16">
            <a:extLst>
              <a:ext uri="{FF2B5EF4-FFF2-40B4-BE49-F238E27FC236}">
                <a16:creationId xmlns:a16="http://schemas.microsoft.com/office/drawing/2014/main" id="{78FE0CCF-9D57-A829-08D8-383EA1EF75A7}"/>
              </a:ext>
            </a:extLst>
          </p:cNvPr>
          <p:cNvSpPr txBox="1"/>
          <p:nvPr/>
        </p:nvSpPr>
        <p:spPr>
          <a:xfrm>
            <a:off x="6215768" y="2581082"/>
            <a:ext cx="2096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Alte Roadmap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062647E-401C-4DDA-DA73-76A991A3B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1493"/>
          <a:stretch>
            <a:fillRect/>
          </a:stretch>
        </p:blipFill>
        <p:spPr>
          <a:xfrm>
            <a:off x="5594728" y="1426154"/>
            <a:ext cx="6785531" cy="4296344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2481D33A-5BE9-B709-3269-B3D8083198C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Uhr Silhouette">
            <a:extLst>
              <a:ext uri="{FF2B5EF4-FFF2-40B4-BE49-F238E27FC236}">
                <a16:creationId xmlns:a16="http://schemas.microsoft.com/office/drawing/2014/main" id="{A018B95E-311C-608F-04B6-7743A980833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863779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5927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D81B70E-4A13-7767-1E5B-1600E1CDA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DB214D-61DC-86D7-667A-58A8947B6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A3B8BA2-CB3F-161A-2ED0-634346916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64A5DD9-E3F4-5D86-84CE-32DDA11A7E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1F0B636E-231F-FD69-1D3B-7211C467BD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6BD843F-1BC9-DF7B-13A7-0FD9820987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7A0CE3C-C21D-A53F-D7BE-FD4C93EB33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46E010E-B398-4D15-5E68-501931B2F3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490F4188-10D1-6D68-5C21-4A66AB5143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5837" y="12938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Entscheiden</a:t>
            </a:r>
            <a:endParaRPr lang="de-DE" sz="3600" b="1" dirty="0">
              <a:solidFill>
                <a:schemeClr val="accent2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DE99788-A748-9FA7-B7A7-F3EA49BB55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de-DE" dirty="0">
                <a:solidFill>
                  <a:schemeClr val="tx2"/>
                </a:solidFill>
              </a:rPr>
              <a:t> Entscheidungstabelle</a:t>
            </a: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491384CA-E2EC-3766-21DD-237CFDBECCAB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A019356-D0E5-8C77-5FED-0B962296B0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90067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D07D8C-335D-C65E-CE5B-25415CBB9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BE5A8E7-2A4D-9949-02CF-7E53CE0F03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459457-0724-E9F7-3B26-3993FC0673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0418A0F-06CC-30A2-90B4-6F1A02DC27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AF90907-DFEA-12DB-442F-114EB646B2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9074627F-58A4-ABF9-4D54-C30484F80C2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254BB76-8197-ED98-61DF-392EE0C9B4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CDDD215-B9C2-F07F-93DC-A308A147B1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5EBE07A4-4415-51D7-0418-7E4012038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1877" y="1352550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A34C5D1-D8FB-80DC-2FE4-60565DD0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B4A11421-3C2A-C959-8AF6-22B120C78B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323" y="1508517"/>
            <a:ext cx="6431623" cy="305249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FE63AA22-2E33-4EF5-1E6E-929EEE69700A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Shuffle Silhouette">
            <a:extLst>
              <a:ext uri="{FF2B5EF4-FFF2-40B4-BE49-F238E27FC236}">
                <a16:creationId xmlns:a16="http://schemas.microsoft.com/office/drawing/2014/main" id="{62CD6952-A6B1-CF7D-5D4F-EBDCC20EFA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046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C6A284-A3A5-C3D0-C1CF-140F47610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8924C70-36E5-0A98-674D-B11325BF42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6ADAAF-186E-51AC-B604-672E7FF48C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3E0DA98-02AF-CC8F-9693-965C0E4D66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72185AB1-9604-465B-5705-84F52DC689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35A955C-7E71-C473-0358-F33D5A20AB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3EBE3FE-7CCA-DB0D-AB5A-D9C167C142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A7C3721-5BA8-CD37-BF97-09C328EC8DB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6ECC5F0C-C4AF-61D1-CCA8-76AFD9DC96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7886" y="1344613"/>
            <a:ext cx="4265064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rgbClr val="FFC000"/>
                </a:solidFill>
                <a:latin typeface="Orbitron" pitchFamily="2" charset="0"/>
              </a:rPr>
              <a:t>Entsch. Tabelle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15E1399-7672-2FB6-2BFA-21F10376A2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pic>
        <p:nvPicPr>
          <p:cNvPr id="4" name="Grafik 3" descr="Ein Bild, das Text, Screenshot, Diagramm, Zahl enthält.&#10;&#10;KI-generierte Inhalte können fehlerhaft sein.">
            <a:extLst>
              <a:ext uri="{FF2B5EF4-FFF2-40B4-BE49-F238E27FC236}">
                <a16:creationId xmlns:a16="http://schemas.microsoft.com/office/drawing/2014/main" id="{485A4042-AE67-18A2-B500-D58AED6F12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2327" y="716075"/>
            <a:ext cx="8900797" cy="422438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14:cNvPr>
              <p14:cNvContentPartPr/>
              <p14:nvPr/>
            </p14:nvContentPartPr>
            <p14:xfrm>
              <a:off x="2537510" y="2738280"/>
              <a:ext cx="1274040" cy="360"/>
            </p14:xfrm>
          </p:contentPart>
        </mc:Choice>
        <mc:Fallback xmlns="">
          <p:pic>
            <p:nvPicPr>
              <p:cNvPr id="7" name="Freihand 6">
                <a:extLst>
                  <a:ext uri="{FF2B5EF4-FFF2-40B4-BE49-F238E27FC236}">
                    <a16:creationId xmlns:a16="http://schemas.microsoft.com/office/drawing/2014/main" id="{6D83ED92-D25B-BEBE-931F-425BADFE7F3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483510" y="2630280"/>
                <a:ext cx="13816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14:cNvPr>
              <p14:cNvContentPartPr/>
              <p14:nvPr/>
            </p14:nvContentPartPr>
            <p14:xfrm>
              <a:off x="5192026" y="2767980"/>
              <a:ext cx="405360" cy="360"/>
            </p14:xfrm>
          </p:contentPart>
        </mc:Choice>
        <mc:Fallback xmlns="">
          <p:pic>
            <p:nvPicPr>
              <p:cNvPr id="9" name="Freihand 8">
                <a:extLst>
                  <a:ext uri="{FF2B5EF4-FFF2-40B4-BE49-F238E27FC236}">
                    <a16:creationId xmlns:a16="http://schemas.microsoft.com/office/drawing/2014/main" id="{A442D768-2011-7F3F-3E74-DFB31B5D780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138026" y="2659980"/>
                <a:ext cx="513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14:cNvPr>
              <p14:cNvContentPartPr/>
              <p14:nvPr/>
            </p14:nvContentPartPr>
            <p14:xfrm>
              <a:off x="2676082" y="3021988"/>
              <a:ext cx="643320" cy="360"/>
            </p14:xfrm>
          </p:contentPart>
        </mc:Choice>
        <mc:Fallback xmlns="">
          <p:pic>
            <p:nvPicPr>
              <p:cNvPr id="11" name="Freihand 10">
                <a:extLst>
                  <a:ext uri="{FF2B5EF4-FFF2-40B4-BE49-F238E27FC236}">
                    <a16:creationId xmlns:a16="http://schemas.microsoft.com/office/drawing/2014/main" id="{855513EA-02C5-AB13-CBC8-54261F732D65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622082" y="2913988"/>
                <a:ext cx="7509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14:cNvPr>
              <p14:cNvContentPartPr/>
              <p14:nvPr/>
            </p14:nvContentPartPr>
            <p14:xfrm>
              <a:off x="5186602" y="3068220"/>
              <a:ext cx="394560" cy="360"/>
            </p14:xfrm>
          </p:contentPart>
        </mc:Choice>
        <mc:Fallback xmlns="">
          <p:pic>
            <p:nvPicPr>
              <p:cNvPr id="17" name="Freihand 16">
                <a:extLst>
                  <a:ext uri="{FF2B5EF4-FFF2-40B4-BE49-F238E27FC236}">
                    <a16:creationId xmlns:a16="http://schemas.microsoft.com/office/drawing/2014/main" id="{AAB59CC7-2060-890E-4A4D-762A370E0C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132602" y="2960220"/>
                <a:ext cx="5022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14:cNvPr>
              <p14:cNvContentPartPr/>
              <p14:nvPr/>
            </p14:nvContentPartPr>
            <p14:xfrm>
              <a:off x="2568304" y="3333730"/>
              <a:ext cx="958320" cy="360"/>
            </p14:xfrm>
          </p:contentPart>
        </mc:Choice>
        <mc:Fallback xmlns="">
          <p:pic>
            <p:nvPicPr>
              <p:cNvPr id="18" name="Freihand 17">
                <a:extLst>
                  <a:ext uri="{FF2B5EF4-FFF2-40B4-BE49-F238E27FC236}">
                    <a16:creationId xmlns:a16="http://schemas.microsoft.com/office/drawing/2014/main" id="{BD3B44A3-7F5B-E69B-C006-D7719A53A54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2514284" y="3225730"/>
                <a:ext cx="10660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14:cNvPr>
              <p14:cNvContentPartPr/>
              <p14:nvPr/>
            </p14:nvContentPartPr>
            <p14:xfrm>
              <a:off x="5181170" y="3379223"/>
              <a:ext cx="456840" cy="360"/>
            </p14:xfrm>
          </p:contentPart>
        </mc:Choice>
        <mc:Fallback xmlns="">
          <p:pic>
            <p:nvPicPr>
              <p:cNvPr id="19" name="Freihand 18">
                <a:extLst>
                  <a:ext uri="{FF2B5EF4-FFF2-40B4-BE49-F238E27FC236}">
                    <a16:creationId xmlns:a16="http://schemas.microsoft.com/office/drawing/2014/main" id="{26C6E860-D795-E52A-C3BB-C3057B16195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127170" y="3271223"/>
                <a:ext cx="564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14:cNvPr>
              <p14:cNvContentPartPr/>
              <p14:nvPr/>
            </p14:nvContentPartPr>
            <p14:xfrm>
              <a:off x="2573690" y="3622800"/>
              <a:ext cx="600840" cy="360"/>
            </p14:xfrm>
          </p:contentPart>
        </mc:Choice>
        <mc:Fallback xmlns="">
          <p:pic>
            <p:nvPicPr>
              <p:cNvPr id="21" name="Freihand 20">
                <a:extLst>
                  <a:ext uri="{FF2B5EF4-FFF2-40B4-BE49-F238E27FC236}">
                    <a16:creationId xmlns:a16="http://schemas.microsoft.com/office/drawing/2014/main" id="{09683790-6619-C8ED-E5C8-8840813D77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2520050" y="3514800"/>
                <a:ext cx="7084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14:cNvPr>
              <p14:cNvContentPartPr/>
              <p14:nvPr/>
            </p14:nvContentPartPr>
            <p14:xfrm>
              <a:off x="5271417" y="3629190"/>
              <a:ext cx="326160" cy="360"/>
            </p14:xfrm>
          </p:contentPart>
        </mc:Choice>
        <mc:Fallback xmlns="">
          <p:pic>
            <p:nvPicPr>
              <p:cNvPr id="22" name="Freihand 21">
                <a:extLst>
                  <a:ext uri="{FF2B5EF4-FFF2-40B4-BE49-F238E27FC236}">
                    <a16:creationId xmlns:a16="http://schemas.microsoft.com/office/drawing/2014/main" id="{7FCDEAD4-51FE-06D4-3B10-A56254ED6BA4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5217417" y="3521190"/>
                <a:ext cx="43380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14:cNvPr>
              <p14:cNvContentPartPr/>
              <p14:nvPr/>
            </p14:nvContentPartPr>
            <p14:xfrm>
              <a:off x="2586043" y="3929894"/>
              <a:ext cx="1753560" cy="360"/>
            </p14:xfrm>
          </p:contentPart>
        </mc:Choice>
        <mc:Fallback xmlns="">
          <p:pic>
            <p:nvPicPr>
              <p:cNvPr id="23" name="Freihand 22">
                <a:extLst>
                  <a:ext uri="{FF2B5EF4-FFF2-40B4-BE49-F238E27FC236}">
                    <a16:creationId xmlns:a16="http://schemas.microsoft.com/office/drawing/2014/main" id="{330E1CB0-9747-CCA8-F9E9-7D13A087226E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2532054" y="3821894"/>
                <a:ext cx="1861178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14:cNvPr>
              <p14:cNvContentPartPr/>
              <p14:nvPr/>
            </p14:nvContentPartPr>
            <p14:xfrm>
              <a:off x="5225810" y="3945270"/>
              <a:ext cx="412200" cy="360"/>
            </p14:xfrm>
          </p:contentPart>
        </mc:Choice>
        <mc:Fallback xmlns="">
          <p:pic>
            <p:nvPicPr>
              <p:cNvPr id="24" name="Freihand 23">
                <a:extLst>
                  <a:ext uri="{FF2B5EF4-FFF2-40B4-BE49-F238E27FC236}">
                    <a16:creationId xmlns:a16="http://schemas.microsoft.com/office/drawing/2014/main" id="{60B82BEF-CE57-7BCB-422F-F69B63AA63B4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5171810" y="3837270"/>
                <a:ext cx="5198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14:cNvPr>
              <p14:cNvContentPartPr/>
              <p14:nvPr/>
            </p14:nvContentPartPr>
            <p14:xfrm>
              <a:off x="2586297" y="4305927"/>
              <a:ext cx="941400" cy="360"/>
            </p14:xfrm>
          </p:contentPart>
        </mc:Choice>
        <mc:Fallback xmlns="">
          <p:pic>
            <p:nvPicPr>
              <p:cNvPr id="25" name="Freihand 24">
                <a:extLst>
                  <a:ext uri="{FF2B5EF4-FFF2-40B4-BE49-F238E27FC236}">
                    <a16:creationId xmlns:a16="http://schemas.microsoft.com/office/drawing/2014/main" id="{128AE919-D9FE-9FAA-4C50-130B230CC9F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2532297" y="4197927"/>
                <a:ext cx="104904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14:cNvPr>
              <p14:cNvContentPartPr/>
              <p14:nvPr/>
            </p14:nvContentPartPr>
            <p14:xfrm>
              <a:off x="5350310" y="4261350"/>
              <a:ext cx="262440" cy="360"/>
            </p14:xfrm>
          </p:contentPart>
        </mc:Choice>
        <mc:Fallback xmlns="">
          <p:pic>
            <p:nvPicPr>
              <p:cNvPr id="26" name="Freihand 25">
                <a:extLst>
                  <a:ext uri="{FF2B5EF4-FFF2-40B4-BE49-F238E27FC236}">
                    <a16:creationId xmlns:a16="http://schemas.microsoft.com/office/drawing/2014/main" id="{6DB3F449-94CF-40CC-39DE-1C1B3A910321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5296310" y="4153350"/>
                <a:ext cx="37008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14:cNvPr>
              <p14:cNvContentPartPr/>
              <p14:nvPr/>
            </p14:nvContentPartPr>
            <p14:xfrm>
              <a:off x="8465810" y="4492920"/>
              <a:ext cx="649800" cy="471240"/>
            </p14:xfrm>
          </p:contentPart>
        </mc:Choice>
        <mc:Fallback xmlns="">
          <p:pic>
            <p:nvPicPr>
              <p:cNvPr id="29" name="Freihand 28">
                <a:extLst>
                  <a:ext uri="{FF2B5EF4-FFF2-40B4-BE49-F238E27FC236}">
                    <a16:creationId xmlns:a16="http://schemas.microsoft.com/office/drawing/2014/main" id="{C60E9884-FDB7-B934-DCDA-59DCC3C40527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8456810" y="4484280"/>
                <a:ext cx="667440" cy="48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14:cNvPr>
              <p14:cNvContentPartPr/>
              <p14:nvPr/>
            </p14:nvContentPartPr>
            <p14:xfrm>
              <a:off x="8399237" y="5121321"/>
              <a:ext cx="890640" cy="360"/>
            </p14:xfrm>
          </p:contentPart>
        </mc:Choice>
        <mc:Fallback xmlns="">
          <p:pic>
            <p:nvPicPr>
              <p:cNvPr id="20" name="Freihand 19">
                <a:extLst>
                  <a:ext uri="{FF2B5EF4-FFF2-40B4-BE49-F238E27FC236}">
                    <a16:creationId xmlns:a16="http://schemas.microsoft.com/office/drawing/2014/main" id="{0872CAEF-7916-6AE8-4A34-67A616D909FB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8381597" y="5103681"/>
                <a:ext cx="926280" cy="36000"/>
              </a:xfrm>
              <a:prstGeom prst="rect">
                <a:avLst/>
              </a:prstGeom>
            </p:spPr>
          </p:pic>
        </mc:Fallback>
      </mc:AlternateContent>
      <p:pic>
        <p:nvPicPr>
          <p:cNvPr id="31" name="Grafik 30" descr="Ein Bild, das Zeichnung, Clipart, Grafiken, Darstellung enthält.&#10;&#10;KI-generierte Inhalte können fehlerhaft sein.">
            <a:extLst>
              <a:ext uri="{FF2B5EF4-FFF2-40B4-BE49-F238E27FC236}">
                <a16:creationId xmlns:a16="http://schemas.microsoft.com/office/drawing/2014/main" id="{D3798240-4749-3AF6-1B31-5E63232BA3F8}"/>
              </a:ext>
            </a:extLst>
          </p:cNvPr>
          <p:cNvPicPr>
            <a:picLocks noChangeAspect="1"/>
          </p:cNvPicPr>
          <p:nvPr/>
        </p:nvPicPr>
        <p:blipFill>
          <a:blip r:embed="rId3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2173" y="1375372"/>
            <a:ext cx="5536472" cy="4395965"/>
          </a:xfrm>
          <a:prstGeom prst="rect">
            <a:avLst/>
          </a:prstGeom>
        </p:spPr>
      </p:pic>
      <p:sp>
        <p:nvSpPr>
          <p:cNvPr id="27" name="Rechteck 26">
            <a:extLst>
              <a:ext uri="{FF2B5EF4-FFF2-40B4-BE49-F238E27FC236}">
                <a16:creationId xmlns:a16="http://schemas.microsoft.com/office/drawing/2014/main" id="{7D8EFDDF-6CFA-8551-9B28-5DDE190F63B5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5" name="Grafik 4" descr="Shuffle Silhouette">
            <a:extLst>
              <a:ext uri="{FF2B5EF4-FFF2-40B4-BE49-F238E27FC236}">
                <a16:creationId xmlns:a16="http://schemas.microsoft.com/office/drawing/2014/main" id="{B669844E-4C17-A392-F299-836E319DA9DC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 rot="16200000">
            <a:off x="10881916" y="43815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55964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5" dur="2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1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2610CD-03D2-70D9-20CA-1666321844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6949291-3FB6-5410-2056-B88B5F34C1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FEC057A-2698-D1C8-DAC7-D38EC4CD68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7626D85-8798-7806-2740-6394213FFC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6985EE3B-5FE0-80A2-F864-FD5F4B7600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0CFEBEC8-A41C-7E3C-EE94-E911C9570F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E2151881-0ACE-B3ED-964E-05D5C6F4A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09234764-3481-AF53-4055-1EBEFE6D66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2F081559-D27E-716F-741A-1A6F95DCEA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450" y="1243013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 err="1">
                <a:solidFill>
                  <a:srgbClr val="00B050"/>
                </a:solidFill>
                <a:latin typeface="Orbitron" pitchFamily="2" charset="0"/>
              </a:rPr>
              <a:t>Livedemo</a:t>
            </a:r>
            <a:endParaRPr lang="de-DE" sz="3600" b="1" dirty="0">
              <a:solidFill>
                <a:srgbClr val="00B050"/>
              </a:solidFill>
              <a:latin typeface="Orbitron" pitchFamily="2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99645F-0661-D9A6-58D5-316C2FB95C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3665" y="384619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r>
              <a:rPr lang="de-DE" sz="2400" dirty="0">
                <a:solidFill>
                  <a:schemeClr val="tx2"/>
                </a:solidFill>
                <a:hlinkClick r:id="rId2"/>
              </a:rPr>
              <a:t>Hier geht’s zur Demo!</a:t>
            </a:r>
            <a:endParaRPr lang="de-DE" sz="2400" dirty="0">
              <a:solidFill>
                <a:schemeClr val="tx2"/>
              </a:solidFill>
            </a:endParaRP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966DA211-0B2A-4462-AF4A-E389ED6D0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38" y="7006400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BDF05068-9B74-AAD8-27C5-EE1E64C837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85064" y="7173813"/>
            <a:ext cx="6477904" cy="638264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7FC666CC-E9F8-265D-AABB-DECF4E0B2B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8431" y="-1562690"/>
            <a:ext cx="1606633" cy="1092256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448F50EB-4690-82C0-C706-7D6A63A4829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45025" y="-1562690"/>
            <a:ext cx="6279864" cy="955556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593C9F6F-9FE3-27F8-685E-E0E88C91FB4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32915" y="8274179"/>
            <a:ext cx="9013238" cy="831659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5BFF06EF-A521-2282-8618-D6658249CFB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554145" y="8189902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A47B9D0C-67CA-89B5-27D0-5F1BAB7C8E3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1668" y="9228255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C42A2B5B-463A-FD71-DCE0-A112286E47E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928960" y="7416086"/>
            <a:ext cx="5434386" cy="2913027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9345B206-A1FA-C17A-BEDF-77DEFDF94DB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416370" y="3887456"/>
            <a:ext cx="4158077" cy="1727531"/>
          </a:xfrm>
          <a:prstGeom prst="rect">
            <a:avLst/>
          </a:prstGeom>
        </p:spPr>
      </p:pic>
      <p:sp>
        <p:nvSpPr>
          <p:cNvPr id="4" name="Rechteck 3">
            <a:extLst>
              <a:ext uri="{FF2B5EF4-FFF2-40B4-BE49-F238E27FC236}">
                <a16:creationId xmlns:a16="http://schemas.microsoft.com/office/drawing/2014/main" id="{D4088D66-C2BE-A844-88E9-5099A0BD7E22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6" name="Grafik 5" descr="Internet Silhouette">
            <a:extLst>
              <a:ext uri="{FF2B5EF4-FFF2-40B4-BE49-F238E27FC236}">
                <a16:creationId xmlns:a16="http://schemas.microsoft.com/office/drawing/2014/main" id="{6A70128C-D336-EE4B-C065-223A26F8F1E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63779" y="57706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44531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C5EEBC-0F20-B4CA-A8DC-A9BFAAE79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6E8604E7-2EB0-4AD1-3197-887A4DA839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312B83-FBFF-5244-788F-B3C5A97645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E76431D-8C8B-699A-F720-981AD0152E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21863" y="508838"/>
            <a:ext cx="5217958" cy="6239661"/>
            <a:chOff x="-19221" y="251144"/>
            <a:chExt cx="5217958" cy="6239661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F663947B-8CBE-17FD-9539-F5A9298610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251144"/>
              <a:ext cx="5187198" cy="6239661"/>
            </a:xfrm>
            <a:custGeom>
              <a:avLst/>
              <a:gdLst>
                <a:gd name="connsiteX0" fmla="*/ 2011811 w 5187198"/>
                <a:gd name="connsiteY0" fmla="*/ 4 h 6239661"/>
                <a:gd name="connsiteX1" fmla="*/ 2617011 w 5187198"/>
                <a:gd name="connsiteY1" fmla="*/ 70590 h 6239661"/>
                <a:gd name="connsiteX2" fmla="*/ 2690321 w 5187198"/>
                <a:gd name="connsiteY2" fmla="*/ 88146 h 6239661"/>
                <a:gd name="connsiteX3" fmla="*/ 2726863 w 5187198"/>
                <a:gd name="connsiteY3" fmla="*/ 97127 h 6239661"/>
                <a:gd name="connsiteX4" fmla="*/ 2762951 w 5187198"/>
                <a:gd name="connsiteY4" fmla="*/ 107375 h 6239661"/>
                <a:gd name="connsiteX5" fmla="*/ 2834843 w 5187198"/>
                <a:gd name="connsiteY5" fmla="*/ 128493 h 6239661"/>
                <a:gd name="connsiteX6" fmla="*/ 2906574 w 5187198"/>
                <a:gd name="connsiteY6" fmla="*/ 151076 h 6239661"/>
                <a:gd name="connsiteX7" fmla="*/ 3049504 w 5187198"/>
                <a:gd name="connsiteY7" fmla="*/ 202124 h 6239661"/>
                <a:gd name="connsiteX8" fmla="*/ 3189518 w 5187198"/>
                <a:gd name="connsiteY8" fmla="*/ 260159 h 6239661"/>
                <a:gd name="connsiteX9" fmla="*/ 3326048 w 5187198"/>
                <a:gd name="connsiteY9" fmla="*/ 325143 h 6239661"/>
                <a:gd name="connsiteX10" fmla="*/ 3459166 w 5187198"/>
                <a:gd name="connsiteY10" fmla="*/ 395936 h 6239661"/>
                <a:gd name="connsiteX11" fmla="*/ 3588578 w 5187198"/>
                <a:gd name="connsiteY11" fmla="*/ 472343 h 6239661"/>
                <a:gd name="connsiteX12" fmla="*/ 3651864 w 5187198"/>
                <a:gd name="connsiteY12" fmla="*/ 512600 h 6239661"/>
                <a:gd name="connsiteX13" fmla="*/ 3714514 w 5187198"/>
                <a:gd name="connsiteY13" fmla="*/ 553499 h 6239661"/>
                <a:gd name="connsiteX14" fmla="*/ 4181221 w 5187198"/>
                <a:gd name="connsiteY14" fmla="*/ 922912 h 6239661"/>
                <a:gd name="connsiteX15" fmla="*/ 4582963 w 5187198"/>
                <a:gd name="connsiteY15" fmla="*/ 1358264 h 6239661"/>
                <a:gd name="connsiteX16" fmla="*/ 4670721 w 5187198"/>
                <a:gd name="connsiteY16" fmla="*/ 1477644 h 6239661"/>
                <a:gd name="connsiteX17" fmla="*/ 4752378 w 5187198"/>
                <a:gd name="connsiteY17" fmla="*/ 1601187 h 6239661"/>
                <a:gd name="connsiteX18" fmla="*/ 4772168 w 5187198"/>
                <a:gd name="connsiteY18" fmla="*/ 1632456 h 6239661"/>
                <a:gd name="connsiteX19" fmla="*/ 4782117 w 5187198"/>
                <a:gd name="connsiteY19" fmla="*/ 1648104 h 6239661"/>
                <a:gd name="connsiteX20" fmla="*/ 4791381 w 5187198"/>
                <a:gd name="connsiteY20" fmla="*/ 1664150 h 6239661"/>
                <a:gd name="connsiteX21" fmla="*/ 4828190 w 5187198"/>
                <a:gd name="connsiteY21" fmla="*/ 1728379 h 6239661"/>
                <a:gd name="connsiteX22" fmla="*/ 4864832 w 5187198"/>
                <a:gd name="connsiteY22" fmla="*/ 1792796 h 6239661"/>
                <a:gd name="connsiteX23" fmla="*/ 4899201 w 5187198"/>
                <a:gd name="connsiteY23" fmla="*/ 1858342 h 6239661"/>
                <a:gd name="connsiteX24" fmla="*/ 4933266 w 5187198"/>
                <a:gd name="connsiteY24" fmla="*/ 1924155 h 6239661"/>
                <a:gd name="connsiteX25" fmla="*/ 4964403 w 5187198"/>
                <a:gd name="connsiteY25" fmla="*/ 1991384 h 6239661"/>
                <a:gd name="connsiteX26" fmla="*/ 4995019 w 5187198"/>
                <a:gd name="connsiteY26" fmla="*/ 2058823 h 6239661"/>
                <a:gd name="connsiteX27" fmla="*/ 5021999 w 5187198"/>
                <a:gd name="connsiteY27" fmla="*/ 2127723 h 6239661"/>
                <a:gd name="connsiteX28" fmla="*/ 5048321 w 5187198"/>
                <a:gd name="connsiteY28" fmla="*/ 2196908 h 6239661"/>
                <a:gd name="connsiteX29" fmla="*/ 5070546 w 5187198"/>
                <a:gd name="connsiteY29" fmla="*/ 2267547 h 6239661"/>
                <a:gd name="connsiteX30" fmla="*/ 5092171 w 5187198"/>
                <a:gd name="connsiteY30" fmla="*/ 2338256 h 6239661"/>
                <a:gd name="connsiteX31" fmla="*/ 5110305 w 5187198"/>
                <a:gd name="connsiteY31" fmla="*/ 2409886 h 6239661"/>
                <a:gd name="connsiteX32" fmla="*/ 5186393 w 5187198"/>
                <a:gd name="connsiteY32" fmla="*/ 2992022 h 6239661"/>
                <a:gd name="connsiteX33" fmla="*/ 5149045 w 5187198"/>
                <a:gd name="connsiteY33" fmla="*/ 3571816 h 6239661"/>
                <a:gd name="connsiteX34" fmla="*/ 5126572 w 5187198"/>
                <a:gd name="connsiteY34" fmla="*/ 3714520 h 6239661"/>
                <a:gd name="connsiteX35" fmla="*/ 5099067 w 5187198"/>
                <a:gd name="connsiteY35" fmla="*/ 3856108 h 6239661"/>
                <a:gd name="connsiteX36" fmla="*/ 5095699 w 5187198"/>
                <a:gd name="connsiteY36" fmla="*/ 3873868 h 6239661"/>
                <a:gd name="connsiteX37" fmla="*/ 5091573 w 5187198"/>
                <a:gd name="connsiteY37" fmla="*/ 3891426 h 6239661"/>
                <a:gd name="connsiteX38" fmla="*/ 5083324 w 5187198"/>
                <a:gd name="connsiteY38" fmla="*/ 3926541 h 6239661"/>
                <a:gd name="connsiteX39" fmla="*/ 5067256 w 5187198"/>
                <a:gd name="connsiteY39" fmla="*/ 3996889 h 6239661"/>
                <a:gd name="connsiteX40" fmla="*/ 5059194 w 5187198"/>
                <a:gd name="connsiteY40" fmla="*/ 4032171 h 6239661"/>
                <a:gd name="connsiteX41" fmla="*/ 5049522 w 5187198"/>
                <a:gd name="connsiteY41" fmla="*/ 4067833 h 6239661"/>
                <a:gd name="connsiteX42" fmla="*/ 5040067 w 5187198"/>
                <a:gd name="connsiteY42" fmla="*/ 4103553 h 6239661"/>
                <a:gd name="connsiteX43" fmla="*/ 5028960 w 5187198"/>
                <a:gd name="connsiteY43" fmla="*/ 4138946 h 6239661"/>
                <a:gd name="connsiteX44" fmla="*/ 4917351 w 5187198"/>
                <a:gd name="connsiteY44" fmla="*/ 4417041 h 6239661"/>
                <a:gd name="connsiteX45" fmla="*/ 4756163 w 5187198"/>
                <a:gd name="connsiteY45" fmla="*/ 4676402 h 6239661"/>
                <a:gd name="connsiteX46" fmla="*/ 4322493 w 5187198"/>
                <a:gd name="connsiteY46" fmla="*/ 5105604 h 6239661"/>
                <a:gd name="connsiteX47" fmla="*/ 3840510 w 5187198"/>
                <a:gd name="connsiteY47" fmla="*/ 5429590 h 6239661"/>
                <a:gd name="connsiteX48" fmla="*/ 3606447 w 5187198"/>
                <a:gd name="connsiteY48" fmla="*/ 5572862 h 6239661"/>
                <a:gd name="connsiteX49" fmla="*/ 3488814 w 5187198"/>
                <a:gd name="connsiteY49" fmla="*/ 5647178 h 6239661"/>
                <a:gd name="connsiteX50" fmla="*/ 3365864 w 5187198"/>
                <a:gd name="connsiteY50" fmla="*/ 5722735 h 6239661"/>
                <a:gd name="connsiteX51" fmla="*/ 2839486 w 5187198"/>
                <a:gd name="connsiteY51" fmla="*/ 5999120 h 6239661"/>
                <a:gd name="connsiteX52" fmla="*/ 2242423 w 5187198"/>
                <a:gd name="connsiteY52" fmla="*/ 6192346 h 6239661"/>
                <a:gd name="connsiteX53" fmla="*/ 1589380 w 5187198"/>
                <a:gd name="connsiteY53" fmla="*/ 6230657 h 6239661"/>
                <a:gd name="connsiteX54" fmla="*/ 1548244 w 5187198"/>
                <a:gd name="connsiteY54" fmla="*/ 6226706 h 6239661"/>
                <a:gd name="connsiteX55" fmla="*/ 1507348 w 5187198"/>
                <a:gd name="connsiteY55" fmla="*/ 6221428 h 6239661"/>
                <a:gd name="connsiteX56" fmla="*/ 1466401 w 5187198"/>
                <a:gd name="connsiteY56" fmla="*/ 6215904 h 6239661"/>
                <a:gd name="connsiteX57" fmla="*/ 1425773 w 5187198"/>
                <a:gd name="connsiteY57" fmla="*/ 6209191 h 6239661"/>
                <a:gd name="connsiteX58" fmla="*/ 1344960 w 5187198"/>
                <a:gd name="connsiteY58" fmla="*/ 6193681 h 6239661"/>
                <a:gd name="connsiteX59" fmla="*/ 1265007 w 5187198"/>
                <a:gd name="connsiteY59" fmla="*/ 6175388 h 6239661"/>
                <a:gd name="connsiteX60" fmla="*/ 1225415 w 5187198"/>
                <a:gd name="connsiteY60" fmla="*/ 6165243 h 6239661"/>
                <a:gd name="connsiteX61" fmla="*/ 1186567 w 5187198"/>
                <a:gd name="connsiteY61" fmla="*/ 6154486 h 6239661"/>
                <a:gd name="connsiteX62" fmla="*/ 1111158 w 5187198"/>
                <a:gd name="connsiteY62" fmla="*/ 6130918 h 6239661"/>
                <a:gd name="connsiteX63" fmla="*/ 1035915 w 5187198"/>
                <a:gd name="connsiteY63" fmla="*/ 6107163 h 6239661"/>
                <a:gd name="connsiteX64" fmla="*/ 961579 w 5187198"/>
                <a:gd name="connsiteY64" fmla="*/ 6079594 h 6239661"/>
                <a:gd name="connsiteX65" fmla="*/ 395297 w 5187198"/>
                <a:gd name="connsiteY65" fmla="*/ 5792812 h 6239661"/>
                <a:gd name="connsiteX66" fmla="*/ 265239 w 5187198"/>
                <a:gd name="connsiteY66" fmla="*/ 5701511 h 6239661"/>
                <a:gd name="connsiteX67" fmla="*/ 233756 w 5187198"/>
                <a:gd name="connsiteY67" fmla="*/ 5677542 h 6239661"/>
                <a:gd name="connsiteX68" fmla="*/ 202800 w 5187198"/>
                <a:gd name="connsiteY68" fmla="*/ 5652902 h 6239661"/>
                <a:gd name="connsiteX69" fmla="*/ 140918 w 5187198"/>
                <a:gd name="connsiteY69" fmla="*/ 5603515 h 6239661"/>
                <a:gd name="connsiteX70" fmla="*/ 110625 w 5187198"/>
                <a:gd name="connsiteY70" fmla="*/ 5578127 h 6239661"/>
                <a:gd name="connsiteX71" fmla="*/ 95631 w 5187198"/>
                <a:gd name="connsiteY71" fmla="*/ 5565299 h 6239661"/>
                <a:gd name="connsiteX72" fmla="*/ 81966 w 5187198"/>
                <a:gd name="connsiteY72" fmla="*/ 5550973 h 6239661"/>
                <a:gd name="connsiteX73" fmla="*/ 27991 w 5187198"/>
                <a:gd name="connsiteY73" fmla="*/ 5493272 h 6239661"/>
                <a:gd name="connsiteX74" fmla="*/ 1454 w 5187198"/>
                <a:gd name="connsiteY74" fmla="*/ 5464252 h 6239661"/>
                <a:gd name="connsiteX75" fmla="*/ 0 w 5187198"/>
                <a:gd name="connsiteY75" fmla="*/ 5462518 h 6239661"/>
                <a:gd name="connsiteX76" fmla="*/ 0 w 5187198"/>
                <a:gd name="connsiteY76" fmla="*/ 4720187 h 6239661"/>
                <a:gd name="connsiteX77" fmla="*/ 109684 w 5187198"/>
                <a:gd name="connsiteY77" fmla="*/ 4836724 h 6239661"/>
                <a:gd name="connsiteX78" fmla="*/ 306959 w 5187198"/>
                <a:gd name="connsiteY78" fmla="*/ 5007200 h 6239661"/>
                <a:gd name="connsiteX79" fmla="*/ 358101 w 5187198"/>
                <a:gd name="connsiteY79" fmla="*/ 5046057 h 6239661"/>
                <a:gd name="connsiteX80" fmla="*/ 383328 w 5187198"/>
                <a:gd name="connsiteY80" fmla="*/ 5065684 h 6239661"/>
                <a:gd name="connsiteX81" fmla="*/ 409503 w 5187198"/>
                <a:gd name="connsiteY81" fmla="*/ 5083942 h 6239661"/>
                <a:gd name="connsiteX82" fmla="*/ 461889 w 5187198"/>
                <a:gd name="connsiteY82" fmla="*/ 5119888 h 6239661"/>
                <a:gd name="connsiteX83" fmla="*/ 474883 w 5187198"/>
                <a:gd name="connsiteY83" fmla="*/ 5128933 h 6239661"/>
                <a:gd name="connsiteX84" fmla="*/ 486410 w 5187198"/>
                <a:gd name="connsiteY84" fmla="*/ 5139557 h 6239661"/>
                <a:gd name="connsiteX85" fmla="*/ 510852 w 5187198"/>
                <a:gd name="connsiteY85" fmla="*/ 5159089 h 6239661"/>
                <a:gd name="connsiteX86" fmla="*/ 560653 w 5187198"/>
                <a:gd name="connsiteY86" fmla="*/ 5196893 h 6239661"/>
                <a:gd name="connsiteX87" fmla="*/ 585485 w 5187198"/>
                <a:gd name="connsiteY87" fmla="*/ 5215834 h 6239661"/>
                <a:gd name="connsiteX88" fmla="*/ 610707 w 5187198"/>
                <a:gd name="connsiteY88" fmla="*/ 5234185 h 6239661"/>
                <a:gd name="connsiteX89" fmla="*/ 714768 w 5187198"/>
                <a:gd name="connsiteY89" fmla="*/ 5303103 h 6239661"/>
                <a:gd name="connsiteX90" fmla="*/ 1166634 w 5187198"/>
                <a:gd name="connsiteY90" fmla="*/ 5513322 h 6239661"/>
                <a:gd name="connsiteX91" fmla="*/ 1225991 w 5187198"/>
                <a:gd name="connsiteY91" fmla="*/ 5533632 h 6239661"/>
                <a:gd name="connsiteX92" fmla="*/ 1286680 w 5187198"/>
                <a:gd name="connsiteY92" fmla="*/ 5550705 h 6239661"/>
                <a:gd name="connsiteX93" fmla="*/ 1347310 w 5187198"/>
                <a:gd name="connsiteY93" fmla="*/ 5567995 h 6239661"/>
                <a:gd name="connsiteX94" fmla="*/ 1377002 w 5187198"/>
                <a:gd name="connsiteY94" fmla="*/ 5575719 h 6239661"/>
                <a:gd name="connsiteX95" fmla="*/ 1406328 w 5187198"/>
                <a:gd name="connsiteY95" fmla="*/ 5582649 h 6239661"/>
                <a:gd name="connsiteX96" fmla="*/ 1465060 w 5187198"/>
                <a:gd name="connsiteY96" fmla="*/ 5594909 h 6239661"/>
                <a:gd name="connsiteX97" fmla="*/ 1523881 w 5187198"/>
                <a:gd name="connsiteY97" fmla="*/ 5605105 h 6239661"/>
                <a:gd name="connsiteX98" fmla="*/ 1553325 w 5187198"/>
                <a:gd name="connsiteY98" fmla="*/ 5609865 h 6239661"/>
                <a:gd name="connsiteX99" fmla="*/ 1582813 w 5187198"/>
                <a:gd name="connsiteY99" fmla="*/ 5613593 h 6239661"/>
                <a:gd name="connsiteX100" fmla="*/ 1612301 w 5187198"/>
                <a:gd name="connsiteY100" fmla="*/ 5617321 h 6239661"/>
                <a:gd name="connsiteX101" fmla="*/ 1641863 w 5187198"/>
                <a:gd name="connsiteY101" fmla="*/ 5619910 h 6239661"/>
                <a:gd name="connsiteX102" fmla="*/ 2117508 w 5187198"/>
                <a:gd name="connsiteY102" fmla="*/ 5595156 h 6239661"/>
                <a:gd name="connsiteX103" fmla="*/ 2597368 w 5187198"/>
                <a:gd name="connsiteY103" fmla="*/ 5447381 h 6239661"/>
                <a:gd name="connsiteX104" fmla="*/ 3082968 w 5187198"/>
                <a:gd name="connsiteY104" fmla="*/ 5223245 h 6239661"/>
                <a:gd name="connsiteX105" fmla="*/ 3334855 w 5187198"/>
                <a:gd name="connsiteY105" fmla="*/ 5097383 h 6239661"/>
                <a:gd name="connsiteX106" fmla="*/ 3599509 w 5187198"/>
                <a:gd name="connsiteY106" fmla="*/ 4976217 h 6239661"/>
                <a:gd name="connsiteX107" fmla="*/ 4112002 w 5187198"/>
                <a:gd name="connsiteY107" fmla="*/ 4766359 h 6239661"/>
                <a:gd name="connsiteX108" fmla="*/ 4348983 w 5187198"/>
                <a:gd name="connsiteY108" fmla="*/ 4649833 h 6239661"/>
                <a:gd name="connsiteX109" fmla="*/ 4560505 w 5187198"/>
                <a:gd name="connsiteY109" fmla="*/ 4501564 h 6239661"/>
                <a:gd name="connsiteX110" fmla="*/ 4731963 w 5187198"/>
                <a:gd name="connsiteY110" fmla="*/ 4309870 h 6239661"/>
                <a:gd name="connsiteX111" fmla="*/ 4852344 w 5187198"/>
                <a:gd name="connsiteY111" fmla="*/ 4078640 h 6239661"/>
                <a:gd name="connsiteX112" fmla="*/ 4863972 w 5187198"/>
                <a:gd name="connsiteY112" fmla="*/ 4047790 h 6239661"/>
                <a:gd name="connsiteX113" fmla="*/ 4874144 w 5187198"/>
                <a:gd name="connsiteY113" fmla="*/ 4016320 h 6239661"/>
                <a:gd name="connsiteX114" fmla="*/ 4884127 w 5187198"/>
                <a:gd name="connsiteY114" fmla="*/ 3984682 h 6239661"/>
                <a:gd name="connsiteX115" fmla="*/ 4892800 w 5187198"/>
                <a:gd name="connsiteY115" fmla="*/ 3951883 h 6239661"/>
                <a:gd name="connsiteX116" fmla="*/ 4909526 w 5187198"/>
                <a:gd name="connsiteY116" fmla="*/ 3886001 h 6239661"/>
                <a:gd name="connsiteX117" fmla="*/ 4917687 w 5187198"/>
                <a:gd name="connsiteY117" fmla="*/ 3852948 h 6239661"/>
                <a:gd name="connsiteX118" fmla="*/ 4921768 w 5187198"/>
                <a:gd name="connsiteY118" fmla="*/ 3836422 h 6239661"/>
                <a:gd name="connsiteX119" fmla="*/ 4924845 w 5187198"/>
                <a:gd name="connsiteY119" fmla="*/ 3819742 h 6239661"/>
                <a:gd name="connsiteX120" fmla="*/ 4948230 w 5187198"/>
                <a:gd name="connsiteY120" fmla="*/ 3685744 h 6239661"/>
                <a:gd name="connsiteX121" fmla="*/ 4962782 w 5187198"/>
                <a:gd name="connsiteY121" fmla="*/ 3550540 h 6239661"/>
                <a:gd name="connsiteX122" fmla="*/ 4939468 w 5187198"/>
                <a:gd name="connsiteY122" fmla="*/ 3010249 h 6239661"/>
                <a:gd name="connsiteX123" fmla="*/ 4816901 w 5187198"/>
                <a:gd name="connsiteY123" fmla="*/ 2488224 h 6239661"/>
                <a:gd name="connsiteX124" fmla="*/ 4797005 w 5187198"/>
                <a:gd name="connsiteY124" fmla="*/ 2424470 h 6239661"/>
                <a:gd name="connsiteX125" fmla="*/ 4774433 w 5187198"/>
                <a:gd name="connsiteY125" fmla="*/ 2361620 h 6239661"/>
                <a:gd name="connsiteX126" fmla="*/ 4752459 w 5187198"/>
                <a:gd name="connsiteY126" fmla="*/ 2298700 h 6239661"/>
                <a:gd name="connsiteX127" fmla="*/ 4728083 w 5187198"/>
                <a:gd name="connsiteY127" fmla="*/ 2236526 h 6239661"/>
                <a:gd name="connsiteX128" fmla="*/ 4704471 w 5187198"/>
                <a:gd name="connsiteY128" fmla="*/ 2174095 h 6239661"/>
                <a:gd name="connsiteX129" fmla="*/ 4678399 w 5187198"/>
                <a:gd name="connsiteY129" fmla="*/ 2112626 h 6239661"/>
                <a:gd name="connsiteX130" fmla="*/ 4652601 w 5187198"/>
                <a:gd name="connsiteY130" fmla="*/ 2050999 h 6239661"/>
                <a:gd name="connsiteX131" fmla="*/ 4624205 w 5187198"/>
                <a:gd name="connsiteY131" fmla="*/ 1990415 h 6239661"/>
                <a:gd name="connsiteX132" fmla="*/ 4595398 w 5187198"/>
                <a:gd name="connsiteY132" fmla="*/ 1930069 h 6239661"/>
                <a:gd name="connsiteX133" fmla="*/ 4563827 w 5187198"/>
                <a:gd name="connsiteY133" fmla="*/ 1870952 h 6239661"/>
                <a:gd name="connsiteX134" fmla="*/ 4531433 w 5187198"/>
                <a:gd name="connsiteY134" fmla="*/ 1812311 h 6239661"/>
                <a:gd name="connsiteX135" fmla="*/ 4523315 w 5187198"/>
                <a:gd name="connsiteY135" fmla="*/ 1797616 h 6239661"/>
                <a:gd name="connsiteX136" fmla="*/ 4514482 w 5187198"/>
                <a:gd name="connsiteY136" fmla="*/ 1783425 h 6239661"/>
                <a:gd name="connsiteX137" fmla="*/ 4496845 w 5187198"/>
                <a:gd name="connsiteY137" fmla="*/ 1754936 h 6239661"/>
                <a:gd name="connsiteX138" fmla="*/ 4461463 w 5187198"/>
                <a:gd name="connsiteY138" fmla="*/ 1697929 h 6239661"/>
                <a:gd name="connsiteX139" fmla="*/ 4452660 w 5187198"/>
                <a:gd name="connsiteY139" fmla="*/ 1683629 h 6239661"/>
                <a:gd name="connsiteX140" fmla="*/ 4443141 w 5187198"/>
                <a:gd name="connsiteY140" fmla="*/ 1669834 h 6239661"/>
                <a:gd name="connsiteX141" fmla="*/ 4424241 w 5187198"/>
                <a:gd name="connsiteY141" fmla="*/ 1642166 h 6239661"/>
                <a:gd name="connsiteX142" fmla="*/ 4346886 w 5187198"/>
                <a:gd name="connsiteY142" fmla="*/ 1532412 h 6239661"/>
                <a:gd name="connsiteX143" fmla="*/ 3985497 w 5187198"/>
                <a:gd name="connsiteY143" fmla="*/ 1134649 h 6239661"/>
                <a:gd name="connsiteX144" fmla="*/ 3545665 w 5187198"/>
                <a:gd name="connsiteY144" fmla="*/ 825877 h 6239661"/>
                <a:gd name="connsiteX145" fmla="*/ 3486190 w 5187198"/>
                <a:gd name="connsiteY145" fmla="*/ 794756 h 6239661"/>
                <a:gd name="connsiteX146" fmla="*/ 3426182 w 5187198"/>
                <a:gd name="connsiteY146" fmla="*/ 764765 h 6239661"/>
                <a:gd name="connsiteX147" fmla="*/ 3365044 w 5187198"/>
                <a:gd name="connsiteY147" fmla="*/ 737255 h 6239661"/>
                <a:gd name="connsiteX148" fmla="*/ 3334529 w 5187198"/>
                <a:gd name="connsiteY148" fmla="*/ 723514 h 6239661"/>
                <a:gd name="connsiteX149" fmla="*/ 3303733 w 5187198"/>
                <a:gd name="connsiteY149" fmla="*/ 710395 h 6239661"/>
                <a:gd name="connsiteX150" fmla="*/ 3179033 w 5187198"/>
                <a:gd name="connsiteY150" fmla="*/ 662259 h 6239661"/>
                <a:gd name="connsiteX151" fmla="*/ 3052408 w 5187198"/>
                <a:gd name="connsiteY151" fmla="*/ 620447 h 6239661"/>
                <a:gd name="connsiteX152" fmla="*/ 2924325 w 5187198"/>
                <a:gd name="connsiteY152" fmla="*/ 584505 h 6239661"/>
                <a:gd name="connsiteX153" fmla="*/ 2859667 w 5187198"/>
                <a:gd name="connsiteY153" fmla="*/ 569266 h 6239661"/>
                <a:gd name="connsiteX154" fmla="*/ 2795226 w 5187198"/>
                <a:gd name="connsiteY154" fmla="*/ 554085 h 6239661"/>
                <a:gd name="connsiteX155" fmla="*/ 2729702 w 5187198"/>
                <a:gd name="connsiteY155" fmla="*/ 540354 h 6239661"/>
                <a:gd name="connsiteX156" fmla="*/ 2663758 w 5187198"/>
                <a:gd name="connsiteY156" fmla="*/ 527322 h 6239661"/>
                <a:gd name="connsiteX157" fmla="*/ 2630927 w 5187198"/>
                <a:gd name="connsiteY157" fmla="*/ 520495 h 6239661"/>
                <a:gd name="connsiteX158" fmla="*/ 2597965 w 5187198"/>
                <a:gd name="connsiteY158" fmla="*/ 515024 h 6239661"/>
                <a:gd name="connsiteX159" fmla="*/ 2532205 w 5187198"/>
                <a:gd name="connsiteY159" fmla="*/ 503895 h 6239661"/>
                <a:gd name="connsiteX160" fmla="*/ 2010064 w 5187198"/>
                <a:gd name="connsiteY160" fmla="*/ 452552 h 6239661"/>
                <a:gd name="connsiteX161" fmla="*/ 1494552 w 5187198"/>
                <a:gd name="connsiteY161" fmla="*/ 485055 h 6239661"/>
                <a:gd name="connsiteX162" fmla="*/ 1366896 w 5187198"/>
                <a:gd name="connsiteY162" fmla="*/ 509389 h 6239661"/>
                <a:gd name="connsiteX163" fmla="*/ 1240175 w 5187198"/>
                <a:gd name="connsiteY163" fmla="*/ 541045 h 6239661"/>
                <a:gd name="connsiteX164" fmla="*/ 1177438 w 5187198"/>
                <a:gd name="connsiteY164" fmla="*/ 560170 h 6239661"/>
                <a:gd name="connsiteX165" fmla="*/ 1145987 w 5187198"/>
                <a:gd name="connsiteY165" fmla="*/ 569826 h 6239661"/>
                <a:gd name="connsiteX166" fmla="*/ 1130315 w 5187198"/>
                <a:gd name="connsiteY166" fmla="*/ 574669 h 6239661"/>
                <a:gd name="connsiteX167" fmla="*/ 1114873 w 5187198"/>
                <a:gd name="connsiteY167" fmla="*/ 580384 h 6239661"/>
                <a:gd name="connsiteX168" fmla="*/ 1052839 w 5187198"/>
                <a:gd name="connsiteY168" fmla="*/ 602943 h 6239661"/>
                <a:gd name="connsiteX169" fmla="*/ 991135 w 5187198"/>
                <a:gd name="connsiteY169" fmla="*/ 626866 h 6239661"/>
                <a:gd name="connsiteX170" fmla="*/ 930179 w 5187198"/>
                <a:gd name="connsiteY170" fmla="*/ 653191 h 6239661"/>
                <a:gd name="connsiteX171" fmla="*/ 869768 w 5187198"/>
                <a:gd name="connsiteY171" fmla="*/ 680937 h 6239661"/>
                <a:gd name="connsiteX172" fmla="*/ 810085 w 5187198"/>
                <a:gd name="connsiteY172" fmla="*/ 710734 h 6239661"/>
                <a:gd name="connsiteX173" fmla="*/ 751220 w 5187198"/>
                <a:gd name="connsiteY173" fmla="*/ 741794 h 6239661"/>
                <a:gd name="connsiteX174" fmla="*/ 532669 w 5187198"/>
                <a:gd name="connsiteY174" fmla="*/ 881688 h 6239661"/>
                <a:gd name="connsiteX175" fmla="*/ 354185 w 5187198"/>
                <a:gd name="connsiteY175" fmla="*/ 1050286 h 6239661"/>
                <a:gd name="connsiteX176" fmla="*/ 315980 w 5187198"/>
                <a:gd name="connsiteY176" fmla="*/ 1098125 h 6239661"/>
                <a:gd name="connsiteX177" fmla="*/ 280345 w 5187198"/>
                <a:gd name="connsiteY177" fmla="*/ 1149782 h 6239661"/>
                <a:gd name="connsiteX178" fmla="*/ 245890 w 5187198"/>
                <a:gd name="connsiteY178" fmla="*/ 1203959 h 6239661"/>
                <a:gd name="connsiteX179" fmla="*/ 212162 w 5187198"/>
                <a:gd name="connsiteY179" fmla="*/ 1260184 h 6239661"/>
                <a:gd name="connsiteX180" fmla="*/ 80716 w 5187198"/>
                <a:gd name="connsiteY180" fmla="*/ 1502476 h 6239661"/>
                <a:gd name="connsiteX181" fmla="*/ 0 w 5187198"/>
                <a:gd name="connsiteY181" fmla="*/ 1648841 h 6239661"/>
                <a:gd name="connsiteX182" fmla="*/ 0 w 5187198"/>
                <a:gd name="connsiteY182" fmla="*/ 954863 h 6239661"/>
                <a:gd name="connsiteX183" fmla="*/ 43491 w 5187198"/>
                <a:gd name="connsiteY183" fmla="*/ 895513 h 6239661"/>
                <a:gd name="connsiteX184" fmla="*/ 93923 w 5187198"/>
                <a:gd name="connsiteY184" fmla="*/ 834489 h 6239661"/>
                <a:gd name="connsiteX185" fmla="*/ 323465 w 5187198"/>
                <a:gd name="connsiteY185" fmla="*/ 617671 h 6239661"/>
                <a:gd name="connsiteX186" fmla="*/ 574777 w 5187198"/>
                <a:gd name="connsiteY186" fmla="*/ 446794 h 6239661"/>
                <a:gd name="connsiteX187" fmla="*/ 638943 w 5187198"/>
                <a:gd name="connsiteY187" fmla="*/ 408925 h 6239661"/>
                <a:gd name="connsiteX188" fmla="*/ 703505 w 5187198"/>
                <a:gd name="connsiteY188" fmla="*/ 371742 h 6239661"/>
                <a:gd name="connsiteX189" fmla="*/ 769262 w 5187198"/>
                <a:gd name="connsiteY189" fmla="*/ 336154 h 6239661"/>
                <a:gd name="connsiteX190" fmla="*/ 835552 w 5187198"/>
                <a:gd name="connsiteY190" fmla="*/ 301173 h 6239661"/>
                <a:gd name="connsiteX191" fmla="*/ 902979 w 5187198"/>
                <a:gd name="connsiteY191" fmla="*/ 268004 h 6239661"/>
                <a:gd name="connsiteX192" fmla="*/ 971127 w 5187198"/>
                <a:gd name="connsiteY192" fmla="*/ 235607 h 6239661"/>
                <a:gd name="connsiteX193" fmla="*/ 988238 w 5187198"/>
                <a:gd name="connsiteY193" fmla="*/ 227556 h 6239661"/>
                <a:gd name="connsiteX194" fmla="*/ 1005744 w 5187198"/>
                <a:gd name="connsiteY194" fmla="*/ 220191 h 6239661"/>
                <a:gd name="connsiteX195" fmla="*/ 1040729 w 5187198"/>
                <a:gd name="connsiteY195" fmla="*/ 205569 h 6239661"/>
                <a:gd name="connsiteX196" fmla="*/ 1110835 w 5187198"/>
                <a:gd name="connsiteY196" fmla="*/ 176248 h 6239661"/>
                <a:gd name="connsiteX197" fmla="*/ 1254256 w 5187198"/>
                <a:gd name="connsiteY197" fmla="*/ 123796 h 6239661"/>
                <a:gd name="connsiteX198" fmla="*/ 1401310 w 5187198"/>
                <a:gd name="connsiteY198" fmla="*/ 79852 h 6239661"/>
                <a:gd name="connsiteX199" fmla="*/ 2011811 w 5187198"/>
                <a:gd name="connsiteY199" fmla="*/ 4 h 6239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</a:cxnLst>
              <a:rect l="l" t="t" r="r" b="b"/>
              <a:pathLst>
                <a:path w="5187198" h="6239661">
                  <a:moveTo>
                    <a:pt x="2011811" y="4"/>
                  </a:moveTo>
                  <a:cubicBezTo>
                    <a:pt x="2217306" y="120"/>
                    <a:pt x="2420903" y="25925"/>
                    <a:pt x="2617011" y="70590"/>
                  </a:cubicBezTo>
                  <a:lnTo>
                    <a:pt x="2690321" y="88146"/>
                  </a:lnTo>
                  <a:lnTo>
                    <a:pt x="2726863" y="97127"/>
                  </a:lnTo>
                  <a:lnTo>
                    <a:pt x="2762951" y="107375"/>
                  </a:lnTo>
                  <a:lnTo>
                    <a:pt x="2834843" y="128493"/>
                  </a:lnTo>
                  <a:cubicBezTo>
                    <a:pt x="2858788" y="135605"/>
                    <a:pt x="2882632" y="142226"/>
                    <a:pt x="2906574" y="151076"/>
                  </a:cubicBezTo>
                  <a:cubicBezTo>
                    <a:pt x="2954475" y="167852"/>
                    <a:pt x="3002363" y="183813"/>
                    <a:pt x="3049504" y="202124"/>
                  </a:cubicBezTo>
                  <a:lnTo>
                    <a:pt x="3189518" y="260159"/>
                  </a:lnTo>
                  <a:lnTo>
                    <a:pt x="3326048" y="325143"/>
                  </a:lnTo>
                  <a:cubicBezTo>
                    <a:pt x="3370687" y="348464"/>
                    <a:pt x="3414908" y="372485"/>
                    <a:pt x="3459166" y="395936"/>
                  </a:cubicBezTo>
                  <a:cubicBezTo>
                    <a:pt x="3502947" y="420302"/>
                    <a:pt x="3545491" y="447118"/>
                    <a:pt x="3588578" y="472343"/>
                  </a:cubicBezTo>
                  <a:cubicBezTo>
                    <a:pt x="3610346" y="484551"/>
                    <a:pt x="3630797" y="499072"/>
                    <a:pt x="3651864" y="512600"/>
                  </a:cubicBezTo>
                  <a:lnTo>
                    <a:pt x="3714514" y="553499"/>
                  </a:lnTo>
                  <a:cubicBezTo>
                    <a:pt x="3880005" y="664844"/>
                    <a:pt x="4036083" y="788388"/>
                    <a:pt x="4181221" y="922912"/>
                  </a:cubicBezTo>
                  <a:cubicBezTo>
                    <a:pt x="4326221" y="1057515"/>
                    <a:pt x="4461955" y="1202038"/>
                    <a:pt x="4582963" y="1358264"/>
                  </a:cubicBezTo>
                  <a:cubicBezTo>
                    <a:pt x="4614206" y="1396543"/>
                    <a:pt x="4642091" y="1437400"/>
                    <a:pt x="4670721" y="1477644"/>
                  </a:cubicBezTo>
                  <a:cubicBezTo>
                    <a:pt x="4700172" y="1517414"/>
                    <a:pt x="4725864" y="1559538"/>
                    <a:pt x="4752378" y="1601187"/>
                  </a:cubicBezTo>
                  <a:lnTo>
                    <a:pt x="4772168" y="1632456"/>
                  </a:lnTo>
                  <a:lnTo>
                    <a:pt x="4782117" y="1648104"/>
                  </a:lnTo>
                  <a:lnTo>
                    <a:pt x="4791381" y="1664150"/>
                  </a:lnTo>
                  <a:lnTo>
                    <a:pt x="4828190" y="1728379"/>
                  </a:lnTo>
                  <a:cubicBezTo>
                    <a:pt x="4840266" y="1749930"/>
                    <a:pt x="4853470" y="1770740"/>
                    <a:pt x="4864832" y="1792796"/>
                  </a:cubicBezTo>
                  <a:lnTo>
                    <a:pt x="4899201" y="1858342"/>
                  </a:lnTo>
                  <a:cubicBezTo>
                    <a:pt x="4910484" y="1880260"/>
                    <a:pt x="4922532" y="1901920"/>
                    <a:pt x="4933266" y="1924155"/>
                  </a:cubicBezTo>
                  <a:lnTo>
                    <a:pt x="4964403" y="1991384"/>
                  </a:lnTo>
                  <a:cubicBezTo>
                    <a:pt x="4974618" y="2013829"/>
                    <a:pt x="4985323" y="2036171"/>
                    <a:pt x="4995019" y="2058823"/>
                  </a:cubicBezTo>
                  <a:lnTo>
                    <a:pt x="5021999" y="2127723"/>
                  </a:lnTo>
                  <a:lnTo>
                    <a:pt x="5048321" y="2196908"/>
                  </a:lnTo>
                  <a:lnTo>
                    <a:pt x="5070546" y="2267547"/>
                  </a:lnTo>
                  <a:cubicBezTo>
                    <a:pt x="5078054" y="2291004"/>
                    <a:pt x="5085044" y="2314670"/>
                    <a:pt x="5092171" y="2338256"/>
                  </a:cubicBezTo>
                  <a:cubicBezTo>
                    <a:pt x="5098670" y="2362023"/>
                    <a:pt x="5104296" y="2386019"/>
                    <a:pt x="5110305" y="2409886"/>
                  </a:cubicBezTo>
                  <a:cubicBezTo>
                    <a:pt x="5158097" y="2600976"/>
                    <a:pt x="5182068" y="2797044"/>
                    <a:pt x="5186393" y="2992022"/>
                  </a:cubicBezTo>
                  <a:cubicBezTo>
                    <a:pt x="5191013" y="3187195"/>
                    <a:pt x="5175397" y="3380886"/>
                    <a:pt x="5149045" y="3571816"/>
                  </a:cubicBezTo>
                  <a:cubicBezTo>
                    <a:pt x="5141154" y="3619431"/>
                    <a:pt x="5133539" y="3666889"/>
                    <a:pt x="5126572" y="3714520"/>
                  </a:cubicBezTo>
                  <a:cubicBezTo>
                    <a:pt x="5117276" y="3761759"/>
                    <a:pt x="5107793" y="3808831"/>
                    <a:pt x="5099067" y="3856108"/>
                  </a:cubicBezTo>
                  <a:lnTo>
                    <a:pt x="5095699" y="3873868"/>
                  </a:lnTo>
                  <a:lnTo>
                    <a:pt x="5091573" y="3891426"/>
                  </a:lnTo>
                  <a:lnTo>
                    <a:pt x="5083324" y="3926541"/>
                  </a:lnTo>
                  <a:lnTo>
                    <a:pt x="5067256" y="3996889"/>
                  </a:lnTo>
                  <a:cubicBezTo>
                    <a:pt x="5064451" y="4008657"/>
                    <a:pt x="5062244" y="4020353"/>
                    <a:pt x="5059194" y="4032171"/>
                  </a:cubicBezTo>
                  <a:lnTo>
                    <a:pt x="5049522" y="4067833"/>
                  </a:lnTo>
                  <a:lnTo>
                    <a:pt x="5040067" y="4103553"/>
                  </a:lnTo>
                  <a:cubicBezTo>
                    <a:pt x="5036554" y="4115363"/>
                    <a:pt x="5032689" y="4127194"/>
                    <a:pt x="5028960" y="4138946"/>
                  </a:cubicBezTo>
                  <a:cubicBezTo>
                    <a:pt x="4999693" y="4233462"/>
                    <a:pt x="4962869" y="4326764"/>
                    <a:pt x="4917351" y="4417041"/>
                  </a:cubicBezTo>
                  <a:cubicBezTo>
                    <a:pt x="4871860" y="4507209"/>
                    <a:pt x="4817597" y="4594215"/>
                    <a:pt x="4756163" y="4676402"/>
                  </a:cubicBezTo>
                  <a:cubicBezTo>
                    <a:pt x="4632803" y="4840875"/>
                    <a:pt x="4480597" y="4982783"/>
                    <a:pt x="4322493" y="5105604"/>
                  </a:cubicBezTo>
                  <a:cubicBezTo>
                    <a:pt x="4163928" y="5228420"/>
                    <a:pt x="3999564" y="5332640"/>
                    <a:pt x="3840510" y="5429590"/>
                  </a:cubicBezTo>
                  <a:cubicBezTo>
                    <a:pt x="3760954" y="5478172"/>
                    <a:pt x="3682353" y="5524924"/>
                    <a:pt x="3606447" y="5572862"/>
                  </a:cubicBezTo>
                  <a:lnTo>
                    <a:pt x="3488814" y="5647178"/>
                  </a:lnTo>
                  <a:cubicBezTo>
                    <a:pt x="3448270" y="5672597"/>
                    <a:pt x="3407323" y="5697792"/>
                    <a:pt x="3365864" y="5722735"/>
                  </a:cubicBezTo>
                  <a:cubicBezTo>
                    <a:pt x="3200163" y="5822424"/>
                    <a:pt x="3026125" y="5917328"/>
                    <a:pt x="2839486" y="5999120"/>
                  </a:cubicBezTo>
                  <a:cubicBezTo>
                    <a:pt x="2653201" y="6080891"/>
                    <a:pt x="2453560" y="6149344"/>
                    <a:pt x="2242423" y="6192346"/>
                  </a:cubicBezTo>
                  <a:cubicBezTo>
                    <a:pt x="2031719" y="6235463"/>
                    <a:pt x="1808952" y="6251353"/>
                    <a:pt x="1589380" y="6230657"/>
                  </a:cubicBezTo>
                  <a:lnTo>
                    <a:pt x="1548244" y="6226706"/>
                  </a:lnTo>
                  <a:cubicBezTo>
                    <a:pt x="1534528" y="6225117"/>
                    <a:pt x="1520898" y="6223203"/>
                    <a:pt x="1507348" y="6221428"/>
                  </a:cubicBezTo>
                  <a:lnTo>
                    <a:pt x="1466401" y="6215904"/>
                  </a:lnTo>
                  <a:cubicBezTo>
                    <a:pt x="1452772" y="6213991"/>
                    <a:pt x="1439316" y="6211428"/>
                    <a:pt x="1425773" y="6209191"/>
                  </a:cubicBezTo>
                  <a:cubicBezTo>
                    <a:pt x="1398775" y="6204391"/>
                    <a:pt x="1371610" y="6199779"/>
                    <a:pt x="1344960" y="6193681"/>
                  </a:cubicBezTo>
                  <a:cubicBezTo>
                    <a:pt x="1318251" y="6187799"/>
                    <a:pt x="1291260" y="6182538"/>
                    <a:pt x="1265007" y="6175388"/>
                  </a:cubicBezTo>
                  <a:lnTo>
                    <a:pt x="1225415" y="6165243"/>
                  </a:lnTo>
                  <a:cubicBezTo>
                    <a:pt x="1212163" y="6161924"/>
                    <a:pt x="1198939" y="6158496"/>
                    <a:pt x="1186567" y="6154486"/>
                  </a:cubicBezTo>
                  <a:lnTo>
                    <a:pt x="1111158" y="6130918"/>
                  </a:lnTo>
                  <a:lnTo>
                    <a:pt x="1035915" y="6107163"/>
                  </a:lnTo>
                  <a:cubicBezTo>
                    <a:pt x="1010846" y="6099055"/>
                    <a:pt x="986357" y="6088784"/>
                    <a:pt x="961579" y="6079594"/>
                  </a:cubicBezTo>
                  <a:cubicBezTo>
                    <a:pt x="763709" y="6005594"/>
                    <a:pt x="572401" y="5909703"/>
                    <a:pt x="395297" y="5792812"/>
                  </a:cubicBezTo>
                  <a:lnTo>
                    <a:pt x="265239" y="5701511"/>
                  </a:lnTo>
                  <a:cubicBezTo>
                    <a:pt x="254227" y="5694155"/>
                    <a:pt x="244103" y="5685646"/>
                    <a:pt x="233756" y="5677542"/>
                  </a:cubicBezTo>
                  <a:lnTo>
                    <a:pt x="202800" y="5652902"/>
                  </a:lnTo>
                  <a:lnTo>
                    <a:pt x="140918" y="5603515"/>
                  </a:lnTo>
                  <a:cubicBezTo>
                    <a:pt x="130598" y="5595302"/>
                    <a:pt x="120280" y="5587089"/>
                    <a:pt x="110625" y="5578127"/>
                  </a:cubicBezTo>
                  <a:cubicBezTo>
                    <a:pt x="105647" y="5573779"/>
                    <a:pt x="100444" y="5569834"/>
                    <a:pt x="95631" y="5565299"/>
                  </a:cubicBezTo>
                  <a:cubicBezTo>
                    <a:pt x="90955" y="5560684"/>
                    <a:pt x="86505" y="5555666"/>
                    <a:pt x="81966" y="5550973"/>
                  </a:cubicBezTo>
                  <a:lnTo>
                    <a:pt x="27991" y="5493272"/>
                  </a:lnTo>
                  <a:cubicBezTo>
                    <a:pt x="19109" y="5483589"/>
                    <a:pt x="9758" y="5474359"/>
                    <a:pt x="1454" y="5464252"/>
                  </a:cubicBezTo>
                  <a:lnTo>
                    <a:pt x="0" y="5462518"/>
                  </a:lnTo>
                  <a:lnTo>
                    <a:pt x="0" y="4720187"/>
                  </a:lnTo>
                  <a:lnTo>
                    <a:pt x="109684" y="4836724"/>
                  </a:lnTo>
                  <a:cubicBezTo>
                    <a:pt x="173316" y="4897375"/>
                    <a:pt x="239447" y="4954160"/>
                    <a:pt x="306959" y="5007200"/>
                  </a:cubicBezTo>
                  <a:lnTo>
                    <a:pt x="358101" y="5046057"/>
                  </a:lnTo>
                  <a:lnTo>
                    <a:pt x="383328" y="5065684"/>
                  </a:lnTo>
                  <a:cubicBezTo>
                    <a:pt x="391637" y="5072316"/>
                    <a:pt x="400805" y="5077902"/>
                    <a:pt x="409503" y="5083942"/>
                  </a:cubicBezTo>
                  <a:lnTo>
                    <a:pt x="461889" y="5119888"/>
                  </a:lnTo>
                  <a:cubicBezTo>
                    <a:pt x="466184" y="5122893"/>
                    <a:pt x="470616" y="5125820"/>
                    <a:pt x="474883" y="5128933"/>
                  </a:cubicBezTo>
                  <a:cubicBezTo>
                    <a:pt x="478982" y="5132235"/>
                    <a:pt x="482476" y="5136069"/>
                    <a:pt x="486410" y="5139557"/>
                  </a:cubicBezTo>
                  <a:cubicBezTo>
                    <a:pt x="494140" y="5146613"/>
                    <a:pt x="502565" y="5152812"/>
                    <a:pt x="510852" y="5159089"/>
                  </a:cubicBezTo>
                  <a:lnTo>
                    <a:pt x="560653" y="5196893"/>
                  </a:lnTo>
                  <a:lnTo>
                    <a:pt x="585485" y="5215834"/>
                  </a:lnTo>
                  <a:cubicBezTo>
                    <a:pt x="593773" y="5222111"/>
                    <a:pt x="601864" y="5228685"/>
                    <a:pt x="610707" y="5234185"/>
                  </a:cubicBezTo>
                  <a:lnTo>
                    <a:pt x="714768" y="5303103"/>
                  </a:lnTo>
                  <a:cubicBezTo>
                    <a:pt x="856162" y="5390603"/>
                    <a:pt x="1008099" y="5459947"/>
                    <a:pt x="1166634" y="5513322"/>
                  </a:cubicBezTo>
                  <a:cubicBezTo>
                    <a:pt x="1186540" y="5519932"/>
                    <a:pt x="1205774" y="5527751"/>
                    <a:pt x="1225991" y="5533632"/>
                  </a:cubicBezTo>
                  <a:lnTo>
                    <a:pt x="1286680" y="5550705"/>
                  </a:lnTo>
                  <a:lnTo>
                    <a:pt x="1347310" y="5567995"/>
                  </a:lnTo>
                  <a:cubicBezTo>
                    <a:pt x="1357469" y="5571180"/>
                    <a:pt x="1367261" y="5573572"/>
                    <a:pt x="1377002" y="5575719"/>
                  </a:cubicBezTo>
                  <a:lnTo>
                    <a:pt x="1406328" y="5582649"/>
                  </a:lnTo>
                  <a:cubicBezTo>
                    <a:pt x="1425825" y="5587757"/>
                    <a:pt x="1445490" y="5590939"/>
                    <a:pt x="1465060" y="5594909"/>
                  </a:cubicBezTo>
                  <a:cubicBezTo>
                    <a:pt x="1484652" y="5599231"/>
                    <a:pt x="1504324" y="5601952"/>
                    <a:pt x="1523881" y="5605105"/>
                  </a:cubicBezTo>
                  <a:cubicBezTo>
                    <a:pt x="1533660" y="5606682"/>
                    <a:pt x="1543460" y="5608613"/>
                    <a:pt x="1553325" y="5609865"/>
                  </a:cubicBezTo>
                  <a:lnTo>
                    <a:pt x="1582813" y="5613593"/>
                  </a:lnTo>
                  <a:lnTo>
                    <a:pt x="1612301" y="5617321"/>
                  </a:lnTo>
                  <a:lnTo>
                    <a:pt x="1641863" y="5619910"/>
                  </a:lnTo>
                  <a:cubicBezTo>
                    <a:pt x="1799348" y="5633940"/>
                    <a:pt x="1957913" y="5625770"/>
                    <a:pt x="2117508" y="5595156"/>
                  </a:cubicBezTo>
                  <a:cubicBezTo>
                    <a:pt x="2277124" y="5564895"/>
                    <a:pt x="2437004" y="5512449"/>
                    <a:pt x="2597368" y="5447381"/>
                  </a:cubicBezTo>
                  <a:cubicBezTo>
                    <a:pt x="2757791" y="5382096"/>
                    <a:pt x="2918855" y="5304464"/>
                    <a:pt x="3082968" y="5223245"/>
                  </a:cubicBezTo>
                  <a:lnTo>
                    <a:pt x="3334855" y="5097383"/>
                  </a:lnTo>
                  <a:cubicBezTo>
                    <a:pt x="3423528" y="5054142"/>
                    <a:pt x="3511773" y="5013798"/>
                    <a:pt x="3599509" y="4976217"/>
                  </a:cubicBezTo>
                  <a:cubicBezTo>
                    <a:pt x="3774960" y="4900701"/>
                    <a:pt x="3948276" y="4837481"/>
                    <a:pt x="4112002" y="4766359"/>
                  </a:cubicBezTo>
                  <a:cubicBezTo>
                    <a:pt x="4193972" y="4730827"/>
                    <a:pt x="4273429" y="4692997"/>
                    <a:pt x="4348983" y="4649833"/>
                  </a:cubicBezTo>
                  <a:cubicBezTo>
                    <a:pt x="4424508" y="4606778"/>
                    <a:pt x="4496050" y="4558250"/>
                    <a:pt x="4560505" y="4501564"/>
                  </a:cubicBezTo>
                  <a:cubicBezTo>
                    <a:pt x="4625198" y="4445289"/>
                    <a:pt x="4682991" y="4381021"/>
                    <a:pt x="4731963" y="4309870"/>
                  </a:cubicBezTo>
                  <a:cubicBezTo>
                    <a:pt x="4781043" y="4238747"/>
                    <a:pt x="4821275" y="4160848"/>
                    <a:pt x="4852344" y="4078640"/>
                  </a:cubicBezTo>
                  <a:lnTo>
                    <a:pt x="4863972" y="4047790"/>
                  </a:lnTo>
                  <a:lnTo>
                    <a:pt x="4874144" y="4016320"/>
                  </a:lnTo>
                  <a:lnTo>
                    <a:pt x="4884127" y="3984682"/>
                  </a:lnTo>
                  <a:cubicBezTo>
                    <a:pt x="4887242" y="3973925"/>
                    <a:pt x="4889981" y="3962835"/>
                    <a:pt x="4892800" y="3951883"/>
                  </a:cubicBezTo>
                  <a:lnTo>
                    <a:pt x="4909526" y="3886001"/>
                  </a:lnTo>
                  <a:lnTo>
                    <a:pt x="4917687" y="3852948"/>
                  </a:lnTo>
                  <a:lnTo>
                    <a:pt x="4921768" y="3836422"/>
                  </a:lnTo>
                  <a:lnTo>
                    <a:pt x="4924845" y="3819742"/>
                  </a:lnTo>
                  <a:cubicBezTo>
                    <a:pt x="4933092" y="3775120"/>
                    <a:pt x="4941231" y="3730469"/>
                    <a:pt x="4948230" y="3685744"/>
                  </a:cubicBezTo>
                  <a:cubicBezTo>
                    <a:pt x="4953579" y="3640694"/>
                    <a:pt x="4958249" y="3595577"/>
                    <a:pt x="4962782" y="3550540"/>
                  </a:cubicBezTo>
                  <a:cubicBezTo>
                    <a:pt x="4976580" y="3369692"/>
                    <a:pt x="4965812" y="3187942"/>
                    <a:pt x="4939468" y="3010249"/>
                  </a:cubicBezTo>
                  <a:cubicBezTo>
                    <a:pt x="4912965" y="2832281"/>
                    <a:pt x="4870237" y="2658196"/>
                    <a:pt x="4816901" y="2488224"/>
                  </a:cubicBezTo>
                  <a:cubicBezTo>
                    <a:pt x="4810197" y="2466954"/>
                    <a:pt x="4803984" y="2445582"/>
                    <a:pt x="4797005" y="2424470"/>
                  </a:cubicBezTo>
                  <a:cubicBezTo>
                    <a:pt x="4789399" y="2403537"/>
                    <a:pt x="4781686" y="2382574"/>
                    <a:pt x="4774433" y="2361620"/>
                  </a:cubicBezTo>
                  <a:lnTo>
                    <a:pt x="4752459" y="2298700"/>
                  </a:lnTo>
                  <a:lnTo>
                    <a:pt x="4728083" y="2236526"/>
                  </a:lnTo>
                  <a:cubicBezTo>
                    <a:pt x="4719957" y="2215802"/>
                    <a:pt x="4712352" y="2194869"/>
                    <a:pt x="4704471" y="2174095"/>
                  </a:cubicBezTo>
                  <a:lnTo>
                    <a:pt x="4678399" y="2112626"/>
                  </a:lnTo>
                  <a:lnTo>
                    <a:pt x="4652601" y="2050999"/>
                  </a:lnTo>
                  <a:cubicBezTo>
                    <a:pt x="4643711" y="2030533"/>
                    <a:pt x="4633616" y="2010672"/>
                    <a:pt x="4624205" y="1990415"/>
                  </a:cubicBezTo>
                  <a:lnTo>
                    <a:pt x="4595398" y="1930069"/>
                  </a:lnTo>
                  <a:cubicBezTo>
                    <a:pt x="4585714" y="1909969"/>
                    <a:pt x="4574413" y="1890713"/>
                    <a:pt x="4563827" y="1870952"/>
                  </a:cubicBezTo>
                  <a:lnTo>
                    <a:pt x="4531433" y="1812311"/>
                  </a:lnTo>
                  <a:lnTo>
                    <a:pt x="4523315" y="1797616"/>
                  </a:lnTo>
                  <a:lnTo>
                    <a:pt x="4514482" y="1783425"/>
                  </a:lnTo>
                  <a:lnTo>
                    <a:pt x="4496845" y="1754936"/>
                  </a:lnTo>
                  <a:lnTo>
                    <a:pt x="4461463" y="1697929"/>
                  </a:lnTo>
                  <a:lnTo>
                    <a:pt x="4452660" y="1683629"/>
                  </a:lnTo>
                  <a:lnTo>
                    <a:pt x="4443141" y="1669834"/>
                  </a:lnTo>
                  <a:lnTo>
                    <a:pt x="4424241" y="1642166"/>
                  </a:lnTo>
                  <a:cubicBezTo>
                    <a:pt x="4399005" y="1605265"/>
                    <a:pt x="4374512" y="1567751"/>
                    <a:pt x="4346886" y="1532412"/>
                  </a:cubicBezTo>
                  <a:cubicBezTo>
                    <a:pt x="4240477" y="1388328"/>
                    <a:pt x="4120362" y="1253437"/>
                    <a:pt x="3985497" y="1134649"/>
                  </a:cubicBezTo>
                  <a:cubicBezTo>
                    <a:pt x="3850799" y="1015675"/>
                    <a:pt x="3702920" y="911715"/>
                    <a:pt x="3545665" y="825877"/>
                  </a:cubicBezTo>
                  <a:lnTo>
                    <a:pt x="3486190" y="794756"/>
                  </a:lnTo>
                  <a:cubicBezTo>
                    <a:pt x="3466181" y="784640"/>
                    <a:pt x="3446893" y="773560"/>
                    <a:pt x="3426182" y="764765"/>
                  </a:cubicBezTo>
                  <a:lnTo>
                    <a:pt x="3365044" y="737255"/>
                  </a:lnTo>
                  <a:lnTo>
                    <a:pt x="3334529" y="723514"/>
                  </a:lnTo>
                  <a:cubicBezTo>
                    <a:pt x="3324394" y="718943"/>
                    <a:pt x="3314287" y="714265"/>
                    <a:pt x="3303733" y="710395"/>
                  </a:cubicBezTo>
                  <a:cubicBezTo>
                    <a:pt x="3262013" y="694346"/>
                    <a:pt x="3220711" y="677599"/>
                    <a:pt x="3179033" y="662259"/>
                  </a:cubicBezTo>
                  <a:lnTo>
                    <a:pt x="3052408" y="620447"/>
                  </a:lnTo>
                  <a:lnTo>
                    <a:pt x="2924325" y="584505"/>
                  </a:lnTo>
                  <a:cubicBezTo>
                    <a:pt x="2903106" y="578471"/>
                    <a:pt x="2881119" y="574434"/>
                    <a:pt x="2859667" y="569266"/>
                  </a:cubicBezTo>
                  <a:lnTo>
                    <a:pt x="2795226" y="554085"/>
                  </a:lnTo>
                  <a:cubicBezTo>
                    <a:pt x="2774078" y="548652"/>
                    <a:pt x="2751709" y="544744"/>
                    <a:pt x="2729702" y="540354"/>
                  </a:cubicBezTo>
                  <a:lnTo>
                    <a:pt x="2663758" y="527322"/>
                  </a:lnTo>
                  <a:lnTo>
                    <a:pt x="2630927" y="520495"/>
                  </a:lnTo>
                  <a:lnTo>
                    <a:pt x="2597965" y="515024"/>
                  </a:lnTo>
                  <a:cubicBezTo>
                    <a:pt x="2575970" y="511449"/>
                    <a:pt x="2554112" y="507795"/>
                    <a:pt x="2532205" y="503895"/>
                  </a:cubicBezTo>
                  <a:cubicBezTo>
                    <a:pt x="2357016" y="475037"/>
                    <a:pt x="2182954" y="456682"/>
                    <a:pt x="2010064" y="452552"/>
                  </a:cubicBezTo>
                  <a:cubicBezTo>
                    <a:pt x="1837255" y="448558"/>
                    <a:pt x="1665388" y="457916"/>
                    <a:pt x="1494552" y="485055"/>
                  </a:cubicBezTo>
                  <a:cubicBezTo>
                    <a:pt x="1452133" y="492816"/>
                    <a:pt x="1409569" y="501117"/>
                    <a:pt x="1366896" y="509389"/>
                  </a:cubicBezTo>
                  <a:cubicBezTo>
                    <a:pt x="1324862" y="520035"/>
                    <a:pt x="1282333" y="529505"/>
                    <a:pt x="1240175" y="541045"/>
                  </a:cubicBezTo>
                  <a:lnTo>
                    <a:pt x="1177438" y="560170"/>
                  </a:lnTo>
                  <a:lnTo>
                    <a:pt x="1145987" y="569826"/>
                  </a:lnTo>
                  <a:lnTo>
                    <a:pt x="1130315" y="574669"/>
                  </a:lnTo>
                  <a:lnTo>
                    <a:pt x="1114873" y="580384"/>
                  </a:lnTo>
                  <a:lnTo>
                    <a:pt x="1052839" y="602943"/>
                  </a:lnTo>
                  <a:cubicBezTo>
                    <a:pt x="1032151" y="610499"/>
                    <a:pt x="1011255" y="617535"/>
                    <a:pt x="991135" y="626866"/>
                  </a:cubicBezTo>
                  <a:lnTo>
                    <a:pt x="930179" y="653191"/>
                  </a:lnTo>
                  <a:cubicBezTo>
                    <a:pt x="909850" y="662002"/>
                    <a:pt x="889443" y="670676"/>
                    <a:pt x="869768" y="680937"/>
                  </a:cubicBezTo>
                  <a:lnTo>
                    <a:pt x="810085" y="710734"/>
                  </a:lnTo>
                  <a:cubicBezTo>
                    <a:pt x="790331" y="720859"/>
                    <a:pt x="770124" y="730514"/>
                    <a:pt x="751220" y="741794"/>
                  </a:cubicBezTo>
                  <a:cubicBezTo>
                    <a:pt x="673929" y="784955"/>
                    <a:pt x="598827" y="830326"/>
                    <a:pt x="532669" y="881688"/>
                  </a:cubicBezTo>
                  <a:cubicBezTo>
                    <a:pt x="464226" y="931625"/>
                    <a:pt x="406969" y="988270"/>
                    <a:pt x="354185" y="1050286"/>
                  </a:cubicBezTo>
                  <a:lnTo>
                    <a:pt x="315980" y="1098125"/>
                  </a:lnTo>
                  <a:lnTo>
                    <a:pt x="280345" y="1149782"/>
                  </a:lnTo>
                  <a:cubicBezTo>
                    <a:pt x="268144" y="1166335"/>
                    <a:pt x="257438" y="1185955"/>
                    <a:pt x="245890" y="1203959"/>
                  </a:cubicBezTo>
                  <a:cubicBezTo>
                    <a:pt x="234552" y="1222481"/>
                    <a:pt x="223171" y="1240298"/>
                    <a:pt x="212162" y="1260184"/>
                  </a:cubicBezTo>
                  <a:cubicBezTo>
                    <a:pt x="168299" y="1337574"/>
                    <a:pt x="125055" y="1419360"/>
                    <a:pt x="80716" y="1502476"/>
                  </a:cubicBezTo>
                  <a:lnTo>
                    <a:pt x="0" y="1648841"/>
                  </a:lnTo>
                  <a:lnTo>
                    <a:pt x="0" y="954863"/>
                  </a:lnTo>
                  <a:lnTo>
                    <a:pt x="43491" y="895513"/>
                  </a:lnTo>
                  <a:cubicBezTo>
                    <a:pt x="59888" y="874984"/>
                    <a:pt x="77014" y="854766"/>
                    <a:pt x="93923" y="834489"/>
                  </a:cubicBezTo>
                  <a:cubicBezTo>
                    <a:pt x="163245" y="754880"/>
                    <a:pt x="240806" y="679565"/>
                    <a:pt x="323465" y="617671"/>
                  </a:cubicBezTo>
                  <a:cubicBezTo>
                    <a:pt x="405002" y="553042"/>
                    <a:pt x="490132" y="499230"/>
                    <a:pt x="574777" y="446794"/>
                  </a:cubicBezTo>
                  <a:cubicBezTo>
                    <a:pt x="595733" y="433050"/>
                    <a:pt x="617442" y="421248"/>
                    <a:pt x="638943" y="408925"/>
                  </a:cubicBezTo>
                  <a:lnTo>
                    <a:pt x="703505" y="371742"/>
                  </a:lnTo>
                  <a:cubicBezTo>
                    <a:pt x="724798" y="358900"/>
                    <a:pt x="747120" y="347842"/>
                    <a:pt x="769262" y="336154"/>
                  </a:cubicBezTo>
                  <a:lnTo>
                    <a:pt x="835552" y="301173"/>
                  </a:lnTo>
                  <a:cubicBezTo>
                    <a:pt x="857427" y="289183"/>
                    <a:pt x="880470" y="278896"/>
                    <a:pt x="902979" y="268004"/>
                  </a:cubicBezTo>
                  <a:lnTo>
                    <a:pt x="971127" y="235607"/>
                  </a:lnTo>
                  <a:lnTo>
                    <a:pt x="988238" y="227556"/>
                  </a:lnTo>
                  <a:lnTo>
                    <a:pt x="1005744" y="220191"/>
                  </a:lnTo>
                  <a:lnTo>
                    <a:pt x="1040729" y="205569"/>
                  </a:lnTo>
                  <a:lnTo>
                    <a:pt x="1110835" y="176248"/>
                  </a:lnTo>
                  <a:cubicBezTo>
                    <a:pt x="1157999" y="157703"/>
                    <a:pt x="1206322" y="141323"/>
                    <a:pt x="1254256" y="123796"/>
                  </a:cubicBezTo>
                  <a:cubicBezTo>
                    <a:pt x="1302938" y="108671"/>
                    <a:pt x="1352074" y="94017"/>
                    <a:pt x="1401310" y="79852"/>
                  </a:cubicBezTo>
                  <a:cubicBezTo>
                    <a:pt x="1599497" y="26774"/>
                    <a:pt x="1806373" y="-329"/>
                    <a:pt x="2011811" y="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C373AC5-01E7-07F3-DDF2-C023F59066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297400"/>
              <a:ext cx="5215811" cy="6107388"/>
            </a:xfrm>
            <a:custGeom>
              <a:avLst/>
              <a:gdLst>
                <a:gd name="connsiteX0" fmla="*/ 1869139 w 5215811"/>
                <a:gd name="connsiteY0" fmla="*/ 9 h 6107388"/>
                <a:gd name="connsiteX1" fmla="*/ 2791149 w 5215811"/>
                <a:gd name="connsiteY1" fmla="*/ 130229 h 6107388"/>
                <a:gd name="connsiteX2" fmla="*/ 4760307 w 5215811"/>
                <a:gd name="connsiteY2" fmla="*/ 1608408 h 6107388"/>
                <a:gd name="connsiteX3" fmla="*/ 5108574 w 5215811"/>
                <a:gd name="connsiteY3" fmla="*/ 4050383 h 6107388"/>
                <a:gd name="connsiteX4" fmla="*/ 3434916 w 5215811"/>
                <a:gd name="connsiteY4" fmla="*/ 5503134 h 6107388"/>
                <a:gd name="connsiteX5" fmla="*/ 1137841 w 5215811"/>
                <a:gd name="connsiteY5" fmla="*/ 6033968 h 6107388"/>
                <a:gd name="connsiteX6" fmla="*/ 217555 w 5215811"/>
                <a:gd name="connsiteY6" fmla="*/ 5598945 h 6107388"/>
                <a:gd name="connsiteX7" fmla="*/ 0 w 5215811"/>
                <a:gd name="connsiteY7" fmla="*/ 5419622 h 6107388"/>
                <a:gd name="connsiteX8" fmla="*/ 0 w 5215811"/>
                <a:gd name="connsiteY8" fmla="*/ 4571683 h 6107388"/>
                <a:gd name="connsiteX9" fmla="*/ 18056 w 5215811"/>
                <a:gd name="connsiteY9" fmla="*/ 4599282 h 6107388"/>
                <a:gd name="connsiteX10" fmla="*/ 358324 w 5215811"/>
                <a:gd name="connsiteY10" fmla="*/ 4988154 h 6107388"/>
                <a:gd name="connsiteX11" fmla="*/ 1282741 w 5215811"/>
                <a:gd name="connsiteY11" fmla="*/ 5493193 h 6107388"/>
                <a:gd name="connsiteX12" fmla="*/ 2172794 w 5215811"/>
                <a:gd name="connsiteY12" fmla="*/ 5470630 h 6107388"/>
                <a:gd name="connsiteX13" fmla="*/ 3146893 w 5215811"/>
                <a:gd name="connsiteY13" fmla="*/ 5016296 h 6107388"/>
                <a:gd name="connsiteX14" fmla="*/ 3574114 w 5215811"/>
                <a:gd name="connsiteY14" fmla="*/ 4791124 h 6107388"/>
                <a:gd name="connsiteX15" fmla="*/ 4244948 w 5215811"/>
                <a:gd name="connsiteY15" fmla="*/ 4392664 h 6107388"/>
                <a:gd name="connsiteX16" fmla="*/ 4556385 w 5215811"/>
                <a:gd name="connsiteY16" fmla="*/ 3902656 h 6107388"/>
                <a:gd name="connsiteX17" fmla="*/ 4616354 w 5215811"/>
                <a:gd name="connsiteY17" fmla="*/ 2851680 h 6107388"/>
                <a:gd name="connsiteX18" fmla="*/ 4269266 w 5215811"/>
                <a:gd name="connsiteY18" fmla="*/ 1889625 h 6107388"/>
                <a:gd name="connsiteX19" fmla="*/ 2645976 w 5215811"/>
                <a:gd name="connsiteY19" fmla="*/ 671162 h 6107388"/>
                <a:gd name="connsiteX20" fmla="*/ 1648930 w 5215811"/>
                <a:gd name="connsiteY20" fmla="*/ 573017 h 6107388"/>
                <a:gd name="connsiteX21" fmla="*/ 771768 w 5215811"/>
                <a:gd name="connsiteY21" fmla="*/ 865882 h 6107388"/>
                <a:gd name="connsiteX22" fmla="*/ 433617 w 5215811"/>
                <a:gd name="connsiteY22" fmla="*/ 1119441 h 6107388"/>
                <a:gd name="connsiteX23" fmla="*/ 200571 w 5215811"/>
                <a:gd name="connsiteY23" fmla="*/ 1486480 h 6107388"/>
                <a:gd name="connsiteX24" fmla="*/ 47077 w 5215811"/>
                <a:gd name="connsiteY24" fmla="*/ 1753604 h 6107388"/>
                <a:gd name="connsiteX25" fmla="*/ 0 w 5215811"/>
                <a:gd name="connsiteY25" fmla="*/ 1831655 h 6107388"/>
                <a:gd name="connsiteX26" fmla="*/ 0 w 5215811"/>
                <a:gd name="connsiteY26" fmla="*/ 751112 h 6107388"/>
                <a:gd name="connsiteX27" fmla="*/ 6994 w 5215811"/>
                <a:gd name="connsiteY27" fmla="*/ 742614 h 6107388"/>
                <a:gd name="connsiteX28" fmla="*/ 484047 w 5215811"/>
                <a:gd name="connsiteY28" fmla="*/ 378777 h 6107388"/>
                <a:gd name="connsiteX29" fmla="*/ 1869139 w 5215811"/>
                <a:gd name="connsiteY29" fmla="*/ 9 h 61073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5811" h="6107388">
                  <a:moveTo>
                    <a:pt x="1869139" y="9"/>
                  </a:moveTo>
                  <a:cubicBezTo>
                    <a:pt x="2160924" y="-706"/>
                    <a:pt x="2465752" y="43039"/>
                    <a:pt x="2791149" y="130229"/>
                  </a:cubicBezTo>
                  <a:cubicBezTo>
                    <a:pt x="3651198" y="360678"/>
                    <a:pt x="4339884" y="907924"/>
                    <a:pt x="4760307" y="1608408"/>
                  </a:cubicBezTo>
                  <a:cubicBezTo>
                    <a:pt x="5188180" y="2321320"/>
                    <a:pt x="5338357" y="3192822"/>
                    <a:pt x="5108574" y="4050383"/>
                  </a:cubicBezTo>
                  <a:cubicBezTo>
                    <a:pt x="4880820" y="4900373"/>
                    <a:pt x="4152841" y="5098512"/>
                    <a:pt x="3434916" y="5503134"/>
                  </a:cubicBezTo>
                  <a:cubicBezTo>
                    <a:pt x="2717099" y="5907783"/>
                    <a:pt x="2005568" y="6266474"/>
                    <a:pt x="1137841" y="6033968"/>
                  </a:cubicBezTo>
                  <a:cubicBezTo>
                    <a:pt x="783079" y="5938910"/>
                    <a:pt x="479573" y="5790114"/>
                    <a:pt x="217555" y="5598945"/>
                  </a:cubicBezTo>
                  <a:lnTo>
                    <a:pt x="0" y="5419622"/>
                  </a:lnTo>
                  <a:lnTo>
                    <a:pt x="0" y="4571683"/>
                  </a:lnTo>
                  <a:lnTo>
                    <a:pt x="18056" y="4599282"/>
                  </a:lnTo>
                  <a:cubicBezTo>
                    <a:pt x="124071" y="4746782"/>
                    <a:pt x="237002" y="4875718"/>
                    <a:pt x="358324" y="4988154"/>
                  </a:cubicBezTo>
                  <a:cubicBezTo>
                    <a:pt x="621323" y="5231809"/>
                    <a:pt x="923667" y="5396979"/>
                    <a:pt x="1282741" y="5493193"/>
                  </a:cubicBezTo>
                  <a:cubicBezTo>
                    <a:pt x="1573894" y="5571207"/>
                    <a:pt x="1856732" y="5563878"/>
                    <a:pt x="2172794" y="5470630"/>
                  </a:cubicBezTo>
                  <a:cubicBezTo>
                    <a:pt x="2498985" y="5374183"/>
                    <a:pt x="2832844" y="5193315"/>
                    <a:pt x="3146893" y="5016296"/>
                  </a:cubicBezTo>
                  <a:cubicBezTo>
                    <a:pt x="3293538" y="4933641"/>
                    <a:pt x="3436182" y="4861160"/>
                    <a:pt x="3574114" y="4791124"/>
                  </a:cubicBezTo>
                  <a:cubicBezTo>
                    <a:pt x="3841238" y="4655550"/>
                    <a:pt x="4071901" y="4538375"/>
                    <a:pt x="4244948" y="4392664"/>
                  </a:cubicBezTo>
                  <a:cubicBezTo>
                    <a:pt x="4405844" y="4257259"/>
                    <a:pt x="4501845" y="4106204"/>
                    <a:pt x="4556385" y="3902656"/>
                  </a:cubicBezTo>
                  <a:cubicBezTo>
                    <a:pt x="4649063" y="3556776"/>
                    <a:pt x="4669271" y="3203187"/>
                    <a:pt x="4616354" y="2851680"/>
                  </a:cubicBezTo>
                  <a:cubicBezTo>
                    <a:pt x="4565198" y="2511774"/>
                    <a:pt x="4448474" y="2188147"/>
                    <a:pt x="4269266" y="1889625"/>
                  </a:cubicBezTo>
                  <a:cubicBezTo>
                    <a:pt x="3907781" y="1287586"/>
                    <a:pt x="3331245" y="854780"/>
                    <a:pt x="2645976" y="671162"/>
                  </a:cubicBezTo>
                  <a:cubicBezTo>
                    <a:pt x="2278249" y="572630"/>
                    <a:pt x="1952074" y="540526"/>
                    <a:pt x="1648930" y="573017"/>
                  </a:cubicBezTo>
                  <a:cubicBezTo>
                    <a:pt x="1351746" y="604901"/>
                    <a:pt x="1064785" y="700731"/>
                    <a:pt x="771768" y="865882"/>
                  </a:cubicBezTo>
                  <a:cubicBezTo>
                    <a:pt x="568061" y="980657"/>
                    <a:pt x="486465" y="1058486"/>
                    <a:pt x="433617" y="1119441"/>
                  </a:cubicBezTo>
                  <a:cubicBezTo>
                    <a:pt x="358307" y="1206256"/>
                    <a:pt x="292149" y="1323808"/>
                    <a:pt x="200571" y="1486480"/>
                  </a:cubicBezTo>
                  <a:cubicBezTo>
                    <a:pt x="156644" y="1564432"/>
                    <a:pt x="106654" y="1653214"/>
                    <a:pt x="47077" y="1753604"/>
                  </a:cubicBezTo>
                  <a:lnTo>
                    <a:pt x="0" y="1831655"/>
                  </a:lnTo>
                  <a:lnTo>
                    <a:pt x="0" y="751112"/>
                  </a:lnTo>
                  <a:lnTo>
                    <a:pt x="6994" y="742614"/>
                  </a:lnTo>
                  <a:cubicBezTo>
                    <a:pt x="117721" y="617683"/>
                    <a:pt x="259696" y="505222"/>
                    <a:pt x="484047" y="378777"/>
                  </a:cubicBezTo>
                  <a:cubicBezTo>
                    <a:pt x="932751" y="125890"/>
                    <a:pt x="1382831" y="1200"/>
                    <a:pt x="1869139" y="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34348EAB-24F9-1136-FC25-F1F8CBCD57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1" y="319367"/>
              <a:ext cx="5217956" cy="6100079"/>
            </a:xfrm>
            <a:custGeom>
              <a:avLst/>
              <a:gdLst>
                <a:gd name="connsiteX0" fmla="*/ 1951393 w 5217956"/>
                <a:gd name="connsiteY0" fmla="*/ 82 h 6100079"/>
                <a:gd name="connsiteX1" fmla="*/ 2855177 w 5217956"/>
                <a:gd name="connsiteY1" fmla="*/ 125419 h 6100079"/>
                <a:gd name="connsiteX2" fmla="*/ 4779341 w 5217956"/>
                <a:gd name="connsiteY2" fmla="*/ 1591542 h 6100079"/>
                <a:gd name="connsiteX3" fmla="*/ 5108573 w 5217956"/>
                <a:gd name="connsiteY3" fmla="*/ 4028416 h 6100079"/>
                <a:gd name="connsiteX4" fmla="*/ 3459358 w 5217956"/>
                <a:gd name="connsiteY4" fmla="*/ 5487716 h 6100079"/>
                <a:gd name="connsiteX5" fmla="*/ 1203274 w 5217956"/>
                <a:gd name="connsiteY5" fmla="*/ 6029534 h 6100079"/>
                <a:gd name="connsiteX6" fmla="*/ 59920 w 5217956"/>
                <a:gd name="connsiteY6" fmla="*/ 5396467 h 6100079"/>
                <a:gd name="connsiteX7" fmla="*/ 0 w 5217956"/>
                <a:gd name="connsiteY7" fmla="*/ 5333382 h 6100079"/>
                <a:gd name="connsiteX8" fmla="*/ 0 w 5217956"/>
                <a:gd name="connsiteY8" fmla="*/ 4205833 h 6100079"/>
                <a:gd name="connsiteX9" fmla="*/ 58036 w 5217956"/>
                <a:gd name="connsiteY9" fmla="*/ 4310048 h 6100079"/>
                <a:gd name="connsiteX10" fmla="*/ 520779 w 5217956"/>
                <a:gd name="connsiteY10" fmla="*/ 4907591 h 6100079"/>
                <a:gd name="connsiteX11" fmla="*/ 1377154 w 5217956"/>
                <a:gd name="connsiteY11" fmla="*/ 5380604 h 6100079"/>
                <a:gd name="connsiteX12" fmla="*/ 3123340 w 5217956"/>
                <a:gd name="connsiteY12" fmla="*/ 4905715 h 6100079"/>
                <a:gd name="connsiteX13" fmla="*/ 3547863 w 5217956"/>
                <a:gd name="connsiteY13" fmla="*/ 4676342 h 6100079"/>
                <a:gd name="connsiteX14" fmla="*/ 4186753 w 5217956"/>
                <a:gd name="connsiteY14" fmla="*/ 4289376 h 6100079"/>
                <a:gd name="connsiteX15" fmla="*/ 4459565 w 5217956"/>
                <a:gd name="connsiteY15" fmla="*/ 3854399 h 6100079"/>
                <a:gd name="connsiteX16" fmla="*/ 4521015 w 5217956"/>
                <a:gd name="connsiteY16" fmla="*/ 2849377 h 6100079"/>
                <a:gd name="connsiteX17" fmla="*/ 4199723 w 5217956"/>
                <a:gd name="connsiteY17" fmla="*/ 1931213 h 6100079"/>
                <a:gd name="connsiteX18" fmla="*/ 2681217 w 5217956"/>
                <a:gd name="connsiteY18" fmla="*/ 774211 h 6100079"/>
                <a:gd name="connsiteX19" fmla="*/ 926547 w 5217956"/>
                <a:gd name="connsiteY19" fmla="*/ 967112 h 6100079"/>
                <a:gd name="connsiteX20" fmla="*/ 622677 w 5217956"/>
                <a:gd name="connsiteY20" fmla="*/ 1197863 h 6100079"/>
                <a:gd name="connsiteX21" fmla="*/ 404892 w 5217956"/>
                <a:gd name="connsiteY21" fmla="*/ 1547314 h 6100079"/>
                <a:gd name="connsiteX22" fmla="*/ 40135 w 5217956"/>
                <a:gd name="connsiteY22" fmla="*/ 2159090 h 6100079"/>
                <a:gd name="connsiteX23" fmla="*/ 0 w 5217956"/>
                <a:gd name="connsiteY23" fmla="*/ 2219367 h 6100079"/>
                <a:gd name="connsiteX24" fmla="*/ 0 w 5217956"/>
                <a:gd name="connsiteY24" fmla="*/ 915659 h 6100079"/>
                <a:gd name="connsiteX25" fmla="*/ 58609 w 5217956"/>
                <a:gd name="connsiteY25" fmla="*/ 828051 h 6100079"/>
                <a:gd name="connsiteX26" fmla="*/ 590688 w 5217956"/>
                <a:gd name="connsiteY26" fmla="*/ 385385 h 6100079"/>
                <a:gd name="connsiteX27" fmla="*/ 1951393 w 5217956"/>
                <a:gd name="connsiteY27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5217956" h="6100079">
                  <a:moveTo>
                    <a:pt x="1951393" y="82"/>
                  </a:moveTo>
                  <a:cubicBezTo>
                    <a:pt x="2237631" y="-2119"/>
                    <a:pt x="2536431" y="40011"/>
                    <a:pt x="2855177" y="125419"/>
                  </a:cubicBezTo>
                  <a:cubicBezTo>
                    <a:pt x="3697704" y="351173"/>
                    <a:pt x="4370490" y="894159"/>
                    <a:pt x="4779341" y="1591542"/>
                  </a:cubicBezTo>
                  <a:cubicBezTo>
                    <a:pt x="5195534" y="2301324"/>
                    <a:pt x="5338356" y="3170855"/>
                    <a:pt x="5108573" y="4028416"/>
                  </a:cubicBezTo>
                  <a:cubicBezTo>
                    <a:pt x="4880819" y="4878406"/>
                    <a:pt x="4165603" y="5079965"/>
                    <a:pt x="3459358" y="5487716"/>
                  </a:cubicBezTo>
                  <a:cubicBezTo>
                    <a:pt x="2753114" y="5895466"/>
                    <a:pt x="2053264" y="6257288"/>
                    <a:pt x="1203274" y="6029534"/>
                  </a:cubicBezTo>
                  <a:cubicBezTo>
                    <a:pt x="739884" y="5905369"/>
                    <a:pt x="366399" y="5685345"/>
                    <a:pt x="59920" y="5396467"/>
                  </a:cubicBezTo>
                  <a:lnTo>
                    <a:pt x="0" y="5333382"/>
                  </a:lnTo>
                  <a:lnTo>
                    <a:pt x="0" y="4205833"/>
                  </a:lnTo>
                  <a:lnTo>
                    <a:pt x="58036" y="4310048"/>
                  </a:lnTo>
                  <a:cubicBezTo>
                    <a:pt x="197935" y="4550245"/>
                    <a:pt x="350594" y="4747142"/>
                    <a:pt x="520779" y="4907591"/>
                  </a:cubicBezTo>
                  <a:cubicBezTo>
                    <a:pt x="763600" y="5136565"/>
                    <a:pt x="1043821" y="5291288"/>
                    <a:pt x="1377154" y="5380604"/>
                  </a:cubicBezTo>
                  <a:cubicBezTo>
                    <a:pt x="1963029" y="5537589"/>
                    <a:pt x="2470519" y="5282804"/>
                    <a:pt x="3123340" y="4905715"/>
                  </a:cubicBezTo>
                  <a:cubicBezTo>
                    <a:pt x="3269800" y="4821157"/>
                    <a:pt x="3411134" y="4747512"/>
                    <a:pt x="3547863" y="4676342"/>
                  </a:cubicBezTo>
                  <a:cubicBezTo>
                    <a:pt x="3804497" y="4542710"/>
                    <a:pt x="4026085" y="4427393"/>
                    <a:pt x="4186753" y="4289376"/>
                  </a:cubicBezTo>
                  <a:cubicBezTo>
                    <a:pt x="4329009" y="4167293"/>
                    <a:pt x="4410589" y="4037181"/>
                    <a:pt x="4459565" y="3854399"/>
                  </a:cubicBezTo>
                  <a:cubicBezTo>
                    <a:pt x="4548302" y="3523229"/>
                    <a:pt x="4568981" y="3185183"/>
                    <a:pt x="4521015" y="2849377"/>
                  </a:cubicBezTo>
                  <a:cubicBezTo>
                    <a:pt x="4474709" y="2524680"/>
                    <a:pt x="4366564" y="2215756"/>
                    <a:pt x="4199723" y="1931213"/>
                  </a:cubicBezTo>
                  <a:cubicBezTo>
                    <a:pt x="3863270" y="1357325"/>
                    <a:pt x="3323982" y="946439"/>
                    <a:pt x="2681217" y="774211"/>
                  </a:cubicBezTo>
                  <a:cubicBezTo>
                    <a:pt x="2001139" y="591984"/>
                    <a:pt x="1476322" y="649699"/>
                    <a:pt x="926547" y="967112"/>
                  </a:cubicBezTo>
                  <a:cubicBezTo>
                    <a:pt x="740730" y="1074393"/>
                    <a:pt x="668642" y="1143989"/>
                    <a:pt x="622677" y="1197863"/>
                  </a:cubicBezTo>
                  <a:cubicBezTo>
                    <a:pt x="555599" y="1276450"/>
                    <a:pt x="492360" y="1390031"/>
                    <a:pt x="404892" y="1547314"/>
                  </a:cubicBezTo>
                  <a:cubicBezTo>
                    <a:pt x="317047" y="1705133"/>
                    <a:pt x="204816" y="1906756"/>
                    <a:pt x="40135" y="2159090"/>
                  </a:cubicBezTo>
                  <a:lnTo>
                    <a:pt x="0" y="2219367"/>
                  </a:lnTo>
                  <a:lnTo>
                    <a:pt x="0" y="915659"/>
                  </a:lnTo>
                  <a:lnTo>
                    <a:pt x="58609" y="828051"/>
                  </a:lnTo>
                  <a:cubicBezTo>
                    <a:pt x="177453" y="670481"/>
                    <a:pt x="325846" y="538291"/>
                    <a:pt x="590688" y="385385"/>
                  </a:cubicBezTo>
                  <a:cubicBezTo>
                    <a:pt x="1032158" y="130559"/>
                    <a:pt x="1474329" y="3750"/>
                    <a:pt x="1951393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E39686D-085C-C098-5285-5B961616FC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19220" y="319367"/>
              <a:ext cx="5217957" cy="6100079"/>
            </a:xfrm>
            <a:custGeom>
              <a:avLst/>
              <a:gdLst>
                <a:gd name="connsiteX0" fmla="*/ 1951394 w 5217957"/>
                <a:gd name="connsiteY0" fmla="*/ 82 h 6100079"/>
                <a:gd name="connsiteX1" fmla="*/ 2855178 w 5217957"/>
                <a:gd name="connsiteY1" fmla="*/ 125419 h 6100079"/>
                <a:gd name="connsiteX2" fmla="*/ 4779341 w 5217957"/>
                <a:gd name="connsiteY2" fmla="*/ 1591542 h 6100079"/>
                <a:gd name="connsiteX3" fmla="*/ 5108574 w 5217957"/>
                <a:gd name="connsiteY3" fmla="*/ 4028416 h 6100079"/>
                <a:gd name="connsiteX4" fmla="*/ 3459359 w 5217957"/>
                <a:gd name="connsiteY4" fmla="*/ 5487716 h 6100079"/>
                <a:gd name="connsiteX5" fmla="*/ 1203275 w 5217957"/>
                <a:gd name="connsiteY5" fmla="*/ 6029534 h 6100079"/>
                <a:gd name="connsiteX6" fmla="*/ 59921 w 5217957"/>
                <a:gd name="connsiteY6" fmla="*/ 5396467 h 6100079"/>
                <a:gd name="connsiteX7" fmla="*/ 0 w 5217957"/>
                <a:gd name="connsiteY7" fmla="*/ 5333381 h 6100079"/>
                <a:gd name="connsiteX8" fmla="*/ 0 w 5217957"/>
                <a:gd name="connsiteY8" fmla="*/ 4427327 h 6100079"/>
                <a:gd name="connsiteX9" fmla="*/ 112056 w 5217957"/>
                <a:gd name="connsiteY9" fmla="*/ 4602502 h 6100079"/>
                <a:gd name="connsiteX10" fmla="*/ 443875 w 5217957"/>
                <a:gd name="connsiteY10" fmla="*/ 4989110 h 6100079"/>
                <a:gd name="connsiteX11" fmla="*/ 1348175 w 5217957"/>
                <a:gd name="connsiteY11" fmla="*/ 5488759 h 6100079"/>
                <a:gd name="connsiteX12" fmla="*/ 2221463 w 5217957"/>
                <a:gd name="connsiteY12" fmla="*/ 5461704 h 6100079"/>
                <a:gd name="connsiteX13" fmla="*/ 3179339 w 5217957"/>
                <a:gd name="connsiteY13" fmla="*/ 5003023 h 6100079"/>
                <a:gd name="connsiteX14" fmla="*/ 3599638 w 5217957"/>
                <a:gd name="connsiteY14" fmla="*/ 4775996 h 6100079"/>
                <a:gd name="connsiteX15" fmla="*/ 4259765 w 5217957"/>
                <a:gd name="connsiteY15" fmla="*/ 4374667 h 6100079"/>
                <a:gd name="connsiteX16" fmla="*/ 4567742 w 5217957"/>
                <a:gd name="connsiteY16" fmla="*/ 3883732 h 6100079"/>
                <a:gd name="connsiteX17" fmla="*/ 4631929 w 5217957"/>
                <a:gd name="connsiteY17" fmla="*/ 2833886 h 6100079"/>
                <a:gd name="connsiteX18" fmla="*/ 4296412 w 5217957"/>
                <a:gd name="connsiteY18" fmla="*/ 1874932 h 6100079"/>
                <a:gd name="connsiteX19" fmla="*/ 2710219 w 5217957"/>
                <a:gd name="connsiteY19" fmla="*/ 666410 h 6100079"/>
                <a:gd name="connsiteX20" fmla="*/ 1732642 w 5217957"/>
                <a:gd name="connsiteY20" fmla="*/ 573480 h 6100079"/>
                <a:gd name="connsiteX21" fmla="*/ 870621 w 5217957"/>
                <a:gd name="connsiteY21" fmla="*/ 870402 h 6100079"/>
                <a:gd name="connsiteX22" fmla="*/ 537555 w 5217957"/>
                <a:gd name="connsiteY22" fmla="*/ 1125324 h 6100079"/>
                <a:gd name="connsiteX23" fmla="*/ 306995 w 5217957"/>
                <a:gd name="connsiteY23" fmla="*/ 1493030 h 6100079"/>
                <a:gd name="connsiteX24" fmla="*/ 23579 w 5217957"/>
                <a:gd name="connsiteY24" fmla="*/ 1977465 h 6100079"/>
                <a:gd name="connsiteX25" fmla="*/ 0 w 5217957"/>
                <a:gd name="connsiteY25" fmla="*/ 2014291 h 6100079"/>
                <a:gd name="connsiteX26" fmla="*/ 0 w 5217957"/>
                <a:gd name="connsiteY26" fmla="*/ 915660 h 6100079"/>
                <a:gd name="connsiteX27" fmla="*/ 58609 w 5217957"/>
                <a:gd name="connsiteY27" fmla="*/ 828051 h 6100079"/>
                <a:gd name="connsiteX28" fmla="*/ 590689 w 5217957"/>
                <a:gd name="connsiteY28" fmla="*/ 385385 h 6100079"/>
                <a:gd name="connsiteX29" fmla="*/ 1951394 w 5217957"/>
                <a:gd name="connsiteY29" fmla="*/ 82 h 6100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5217957" h="6100079">
                  <a:moveTo>
                    <a:pt x="1951394" y="82"/>
                  </a:moveTo>
                  <a:cubicBezTo>
                    <a:pt x="2237632" y="-2119"/>
                    <a:pt x="2536431" y="40011"/>
                    <a:pt x="2855178" y="125419"/>
                  </a:cubicBezTo>
                  <a:cubicBezTo>
                    <a:pt x="3697704" y="351173"/>
                    <a:pt x="4370491" y="894159"/>
                    <a:pt x="4779341" y="1591542"/>
                  </a:cubicBezTo>
                  <a:cubicBezTo>
                    <a:pt x="5195535" y="2301324"/>
                    <a:pt x="5338357" y="3170855"/>
                    <a:pt x="5108574" y="4028416"/>
                  </a:cubicBezTo>
                  <a:cubicBezTo>
                    <a:pt x="4880820" y="4878406"/>
                    <a:pt x="4165604" y="5079965"/>
                    <a:pt x="3459359" y="5487716"/>
                  </a:cubicBezTo>
                  <a:cubicBezTo>
                    <a:pt x="2753115" y="5895466"/>
                    <a:pt x="2053265" y="6257288"/>
                    <a:pt x="1203275" y="6029534"/>
                  </a:cubicBezTo>
                  <a:cubicBezTo>
                    <a:pt x="739885" y="5905369"/>
                    <a:pt x="366400" y="5685345"/>
                    <a:pt x="59921" y="5396467"/>
                  </a:cubicBezTo>
                  <a:lnTo>
                    <a:pt x="0" y="5333381"/>
                  </a:lnTo>
                  <a:lnTo>
                    <a:pt x="0" y="4427327"/>
                  </a:lnTo>
                  <a:lnTo>
                    <a:pt x="112056" y="4602502"/>
                  </a:lnTo>
                  <a:cubicBezTo>
                    <a:pt x="215300" y="4749260"/>
                    <a:pt x="325419" y="4877443"/>
                    <a:pt x="443875" y="4989110"/>
                  </a:cubicBezTo>
                  <a:cubicBezTo>
                    <a:pt x="700709" y="5231113"/>
                    <a:pt x="996455" y="5394516"/>
                    <a:pt x="1348175" y="5488759"/>
                  </a:cubicBezTo>
                  <a:cubicBezTo>
                    <a:pt x="1633379" y="5565179"/>
                    <a:pt x="1910917" y="5556430"/>
                    <a:pt x="2221463" y="5461704"/>
                  </a:cubicBezTo>
                  <a:cubicBezTo>
                    <a:pt x="2541923" y="5363721"/>
                    <a:pt x="2870374" y="5181404"/>
                    <a:pt x="3179339" y="5003023"/>
                  </a:cubicBezTo>
                  <a:cubicBezTo>
                    <a:pt x="3323713" y="4919760"/>
                    <a:pt x="3463978" y="4846641"/>
                    <a:pt x="3599638" y="4775996"/>
                  </a:cubicBezTo>
                  <a:cubicBezTo>
                    <a:pt x="3862436" y="4639263"/>
                    <a:pt x="4089314" y="4521074"/>
                    <a:pt x="4259765" y="4374667"/>
                  </a:cubicBezTo>
                  <a:cubicBezTo>
                    <a:pt x="4418282" y="4238625"/>
                    <a:pt x="4513201" y="4087280"/>
                    <a:pt x="4567742" y="3883732"/>
                  </a:cubicBezTo>
                  <a:cubicBezTo>
                    <a:pt x="4660420" y="3537853"/>
                    <a:pt x="4682033" y="3184640"/>
                    <a:pt x="4631929" y="2833886"/>
                  </a:cubicBezTo>
                  <a:cubicBezTo>
                    <a:pt x="4583584" y="2494734"/>
                    <a:pt x="4470646" y="2172121"/>
                    <a:pt x="4296412" y="1874932"/>
                  </a:cubicBezTo>
                  <a:cubicBezTo>
                    <a:pt x="3944879" y="1275559"/>
                    <a:pt x="3381537" y="846289"/>
                    <a:pt x="2710219" y="666410"/>
                  </a:cubicBezTo>
                  <a:cubicBezTo>
                    <a:pt x="2349955" y="569877"/>
                    <a:pt x="2030161" y="539483"/>
                    <a:pt x="1732642" y="573480"/>
                  </a:cubicBezTo>
                  <a:cubicBezTo>
                    <a:pt x="1440866" y="606814"/>
                    <a:pt x="1158880" y="703976"/>
                    <a:pt x="870621" y="870402"/>
                  </a:cubicBezTo>
                  <a:cubicBezTo>
                    <a:pt x="670160" y="986048"/>
                    <a:pt x="589753" y="1064195"/>
                    <a:pt x="537555" y="1125324"/>
                  </a:cubicBezTo>
                  <a:cubicBezTo>
                    <a:pt x="463218" y="1212400"/>
                    <a:pt x="397708" y="1330125"/>
                    <a:pt x="306995" y="1493030"/>
                  </a:cubicBezTo>
                  <a:cubicBezTo>
                    <a:pt x="234596" y="1623167"/>
                    <a:pt x="145436" y="1783409"/>
                    <a:pt x="23579" y="1977465"/>
                  </a:cubicBezTo>
                  <a:lnTo>
                    <a:pt x="0" y="2014291"/>
                  </a:lnTo>
                  <a:lnTo>
                    <a:pt x="0" y="915660"/>
                  </a:lnTo>
                  <a:lnTo>
                    <a:pt x="58609" y="828051"/>
                  </a:lnTo>
                  <a:cubicBezTo>
                    <a:pt x="177453" y="670481"/>
                    <a:pt x="325847" y="538291"/>
                    <a:pt x="590689" y="385385"/>
                  </a:cubicBezTo>
                  <a:cubicBezTo>
                    <a:pt x="1032159" y="130559"/>
                    <a:pt x="1474330" y="3750"/>
                    <a:pt x="1951394" y="8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el 1">
            <a:extLst>
              <a:ext uri="{FF2B5EF4-FFF2-40B4-BE49-F238E27FC236}">
                <a16:creationId xmlns:a16="http://schemas.microsoft.com/office/drawing/2014/main" id="{C8F3E6E8-4F7C-F116-215E-0798A35E30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330" y="1202895"/>
            <a:ext cx="3855720" cy="4371974"/>
          </a:xfrm>
        </p:spPr>
        <p:txBody>
          <a:bodyPr>
            <a:normAutofit/>
          </a:bodyPr>
          <a:lstStyle/>
          <a:p>
            <a:r>
              <a:rPr lang="de-DE" sz="3600" b="1" dirty="0">
                <a:solidFill>
                  <a:schemeClr val="accent3"/>
                </a:solidFill>
                <a:latin typeface="Orbitron" pitchFamily="2" charset="0"/>
              </a:rPr>
              <a:t>Kontrollieren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18C007C-AB1F-8883-FF9E-C0BCC0779E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4939" y="577061"/>
            <a:ext cx="5221224" cy="5230368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  <a:p>
            <a:pPr>
              <a:buFont typeface="Wingdings" panose="05000000000000000000" pitchFamily="2" charset="2"/>
              <a:buChar char="Ø"/>
            </a:pPr>
            <a:endParaRPr lang="de-DE" sz="200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de-DE" sz="2000" dirty="0">
              <a:solidFill>
                <a:schemeClr val="tx2"/>
              </a:solidFill>
            </a:endParaRPr>
          </a:p>
        </p:txBody>
      </p:sp>
      <p:sp>
        <p:nvSpPr>
          <p:cNvPr id="4" name="Inhaltsplatzhalter 2">
            <a:extLst>
              <a:ext uri="{FF2B5EF4-FFF2-40B4-BE49-F238E27FC236}">
                <a16:creationId xmlns:a16="http://schemas.microsoft.com/office/drawing/2014/main" id="{6B9A7CD5-8584-B10C-FA4E-934F1A6E3688}"/>
              </a:ext>
            </a:extLst>
          </p:cNvPr>
          <p:cNvSpPr txBox="1">
            <a:spLocks/>
          </p:cNvSpPr>
          <p:nvPr/>
        </p:nvSpPr>
        <p:spPr>
          <a:xfrm>
            <a:off x="6321650" y="1020498"/>
            <a:ext cx="5221224" cy="52303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CH" sz="2400" b="1" dirty="0"/>
              <a:t>Als Benutzer möchte ich …</a:t>
            </a:r>
            <a:endParaRPr lang="de-DE" sz="2400" dirty="0"/>
          </a:p>
          <a:p>
            <a:endParaRPr lang="de-DE" sz="1200" dirty="0"/>
          </a:p>
          <a:p>
            <a:r>
              <a:rPr lang="de-CH" sz="1400" dirty="0"/>
              <a:t>Das Game downloaden können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Footer</a:t>
            </a:r>
            <a:r>
              <a:rPr lang="de-CH" sz="1400" dirty="0"/>
              <a:t> mit Copyright © und Lizenz Infos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Accessibility</a:t>
            </a:r>
            <a:r>
              <a:rPr lang="de-CH" sz="1400" dirty="0"/>
              <a:t> Mode für Sehbeeinträchtigte</a:t>
            </a:r>
            <a:endParaRPr lang="de-DE" sz="1400" dirty="0"/>
          </a:p>
          <a:p>
            <a:r>
              <a:rPr lang="de-CH" sz="1400" dirty="0"/>
              <a:t>Eine übersichtliche Homepage</a:t>
            </a:r>
            <a:endParaRPr lang="de-DE" sz="1400" dirty="0"/>
          </a:p>
          <a:p>
            <a:r>
              <a:rPr lang="de-CH" sz="1400" dirty="0"/>
              <a:t>Einen Header der beim Scrollen </a:t>
            </a:r>
            <a:r>
              <a:rPr lang="de-CH" sz="1400" dirty="0" err="1"/>
              <a:t>sticky</a:t>
            </a:r>
            <a:r>
              <a:rPr lang="de-CH" sz="1400" dirty="0"/>
              <a:t> wird</a:t>
            </a:r>
            <a:endParaRPr lang="de-DE" sz="1400" dirty="0"/>
          </a:p>
          <a:p>
            <a:r>
              <a:rPr lang="de-CH" sz="1400" dirty="0"/>
              <a:t>Einen </a:t>
            </a:r>
            <a:r>
              <a:rPr lang="de-CH" sz="1400" dirty="0" err="1"/>
              <a:t>Gameplayguide</a:t>
            </a:r>
            <a:r>
              <a:rPr lang="de-CH" sz="1400" dirty="0"/>
              <a:t> erhalten</a:t>
            </a:r>
            <a:endParaRPr lang="de-DE" sz="1400" dirty="0"/>
          </a:p>
          <a:p>
            <a:r>
              <a:rPr lang="de-CH" sz="1400" dirty="0"/>
              <a:t>Einen Supportbutton erhalten</a:t>
            </a:r>
            <a:endParaRPr lang="de-DE" sz="1400" dirty="0"/>
          </a:p>
          <a:p>
            <a:r>
              <a:rPr lang="de-CH" sz="1400" dirty="0"/>
              <a:t>Eine Info über die Autoren erhalten</a:t>
            </a:r>
            <a:endParaRPr lang="de-DE" sz="1400" dirty="0"/>
          </a:p>
          <a:p>
            <a:r>
              <a:rPr lang="de-CH" sz="1400" dirty="0"/>
              <a:t>Einen guten Farbkontrast</a:t>
            </a:r>
            <a:endParaRPr lang="de-DE" sz="1400" dirty="0"/>
          </a:p>
          <a:p>
            <a:r>
              <a:rPr lang="de-CH" sz="1400" dirty="0"/>
              <a:t>Einen Medienauftritt vom Hersteller</a:t>
            </a:r>
            <a:endParaRPr lang="de-DE" sz="1400" dirty="0"/>
          </a:p>
          <a:p>
            <a:endParaRPr lang="de-DE" dirty="0"/>
          </a:p>
        </p:txBody>
      </p:sp>
      <p:pic>
        <p:nvPicPr>
          <p:cNvPr id="5" name="Picture 2" descr="User PNGs for Free Download">
            <a:extLst>
              <a:ext uri="{FF2B5EF4-FFF2-40B4-BE49-F238E27FC236}">
                <a16:creationId xmlns:a16="http://schemas.microsoft.com/office/drawing/2014/main" id="{94734242-435E-ED54-B36E-BF8C4FC634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26208" y="1357258"/>
            <a:ext cx="824056" cy="4994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B74C25A1-2767-393B-7B30-D2FDB55692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58874" y="1555199"/>
            <a:ext cx="1987652" cy="1035103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F42D2C3-2509-D0A5-2763-ABFA9E18AC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222" y="2336151"/>
            <a:ext cx="5557783" cy="547605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0E20D4E0-4473-77D7-A222-2D648C38E8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695" y="2419921"/>
            <a:ext cx="1469504" cy="999030"/>
          </a:xfrm>
          <a:prstGeom prst="rect">
            <a:avLst/>
          </a:prstGeo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34DD5D2B-4434-AA48-998C-3B6BCAC637D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68912"/>
          <a:stretch>
            <a:fillRect/>
          </a:stretch>
        </p:blipFill>
        <p:spPr>
          <a:xfrm>
            <a:off x="537255" y="2133284"/>
            <a:ext cx="5346116" cy="813475"/>
          </a:xfrm>
          <a:prstGeom prst="rect">
            <a:avLst/>
          </a:prstGeom>
        </p:spPr>
      </p:pic>
      <p:pic>
        <p:nvPicPr>
          <p:cNvPr id="22" name="Grafik 21">
            <a:extLst>
              <a:ext uri="{FF2B5EF4-FFF2-40B4-BE49-F238E27FC236}">
                <a16:creationId xmlns:a16="http://schemas.microsoft.com/office/drawing/2014/main" id="{F50E5852-3D94-9C22-5E67-87856D5032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324" y="2193446"/>
            <a:ext cx="6055681" cy="558763"/>
          </a:xfrm>
          <a:prstGeom prst="rect">
            <a:avLst/>
          </a:prstGeom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4A438EFC-47DF-C645-5F4E-E4F80D9B01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910" y="3714700"/>
            <a:ext cx="4987328" cy="2139211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2D5A6ECF-0682-B792-7D6E-47961B8A03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676647" y="3835348"/>
            <a:ext cx="1968357" cy="1455592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451ECBF6-32AB-1C32-41CB-73F22DB658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449" y="3801781"/>
            <a:ext cx="4987328" cy="2673388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40A01759-FF60-5D6C-83EC-7B8CF7EEE82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71303" y="4328583"/>
            <a:ext cx="4158077" cy="1727531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0915D266-17B0-2A7A-2E3A-D146413B0341}"/>
              </a:ext>
            </a:extLst>
          </p:cNvPr>
          <p:cNvSpPr/>
          <p:nvPr/>
        </p:nvSpPr>
        <p:spPr>
          <a:xfrm>
            <a:off x="10810984" y="0"/>
            <a:ext cx="1019991" cy="1474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17" name="Grafik 16" descr="Klemmbrett abgehakt Silhouette">
            <a:extLst>
              <a:ext uri="{FF2B5EF4-FFF2-40B4-BE49-F238E27FC236}">
                <a16:creationId xmlns:a16="http://schemas.microsoft.com/office/drawing/2014/main" id="{10AF2641-DEFE-1EBC-4FE0-69A634DA2E4E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881916" y="50883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409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" dur="indefinite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20" dur="20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2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22" dur="indefinite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48" dur="2000" fill="hold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9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0" dur="indefinite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2" dur="2000" fill="hold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3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76" dur="2000" fill="hold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77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7" fill="hold">
                      <p:stCondLst>
                        <p:cond delay="indefinite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90" dur="2000" fill="hold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91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04" dur="2000" fill="hold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0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6" dur="indefinite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7" fill="hold">
                      <p:stCondLst>
                        <p:cond delay="indefinite"/>
                      </p:stCondLst>
                      <p:childTnLst>
                        <p:par>
                          <p:cTn id="108" fill="hold">
                            <p:stCondLst>
                              <p:cond delay="0"/>
                            </p:stCondLst>
                            <p:childTnLst>
                              <p:par>
                                <p:cTn id="10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1" fill="hold">
                      <p:stCondLst>
                        <p:cond delay="indefinite"/>
                      </p:stCondLst>
                      <p:childTnLst>
                        <p:par>
                          <p:cTn id="112" fill="hold">
                            <p:stCondLst>
                              <p:cond delay="0"/>
                            </p:stCondLst>
                            <p:childTnLst>
                              <p:par>
                                <p:cTn id="11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14" dur="2000" fill="hold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6" dur="indefinite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1" fill="hold">
                      <p:stCondLst>
                        <p:cond delay="indefinite"/>
                      </p:stCondLst>
                      <p:childTnLst>
                        <p:par>
                          <p:cTn id="122" fill="hold">
                            <p:stCondLst>
                              <p:cond delay="0"/>
                            </p:stCondLst>
                            <p:childTnLst>
                              <p:par>
                                <p:cTn id="123" presetID="3" presetClass="emph" presetSubtype="2" fill="hold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124" dur="2000" fill="hold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00B050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25" presetID="15" presetClass="emph" presetSubtype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26" dur="indefinite"/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0</TotalTime>
  <Words>294</Words>
  <Application>Microsoft Office PowerPoint</Application>
  <PresentationFormat>Breitbild</PresentationFormat>
  <Paragraphs>113</Paragraphs>
  <Slides>23</Slides>
  <Notes>2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9" baseType="lpstr">
      <vt:lpstr>Aptos</vt:lpstr>
      <vt:lpstr>Aptos Display</vt:lpstr>
      <vt:lpstr>Arial</vt:lpstr>
      <vt:lpstr>Orbitron</vt:lpstr>
      <vt:lpstr>Wingdings</vt:lpstr>
      <vt:lpstr>Office</vt:lpstr>
      <vt:lpstr>Projektarbeit</vt:lpstr>
      <vt:lpstr>Informieren</vt:lpstr>
      <vt:lpstr>Grundideen</vt:lpstr>
      <vt:lpstr>Unsere Ziele</vt:lpstr>
      <vt:lpstr>Unsere Rollen</vt:lpstr>
      <vt:lpstr>Unsere Rollen</vt:lpstr>
      <vt:lpstr>Planen</vt:lpstr>
      <vt:lpstr>Brainstorming</vt:lpstr>
      <vt:lpstr>Brainstorming</vt:lpstr>
      <vt:lpstr>Wireframes</vt:lpstr>
      <vt:lpstr>Wireframes</vt:lpstr>
      <vt:lpstr>Wireframes</vt:lpstr>
      <vt:lpstr>Wireframes</vt:lpstr>
      <vt:lpstr>Vergleich</vt:lpstr>
      <vt:lpstr>Zeitplan</vt:lpstr>
      <vt:lpstr>Zeitplan</vt:lpstr>
      <vt:lpstr>Zeitplan</vt:lpstr>
      <vt:lpstr>Zeitplan</vt:lpstr>
      <vt:lpstr>Entscheiden</vt:lpstr>
      <vt:lpstr>Entsch. Tabelle</vt:lpstr>
      <vt:lpstr>Entsch. Tabelle</vt:lpstr>
      <vt:lpstr>Livedemo</vt:lpstr>
      <vt:lpstr>Kontrollieren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Emele Noel Andreas BZRA IMST24a</dc:creator>
  <cp:lastModifiedBy>Emele Noel Andreas BZRA IMST24a</cp:lastModifiedBy>
  <cp:revision>62</cp:revision>
  <dcterms:created xsi:type="dcterms:W3CDTF">2025-06-22T11:30:58Z</dcterms:created>
  <dcterms:modified xsi:type="dcterms:W3CDTF">2025-06-24T11:56:42Z</dcterms:modified>
</cp:coreProperties>
</file>