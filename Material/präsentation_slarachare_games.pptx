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  <p:sldId id="267" r:id="rId9"/>
    <p:sldId id="264" r:id="rId10"/>
    <p:sldId id="273" r:id="rId11"/>
    <p:sldId id="266" r:id="rId12"/>
    <p:sldId id="265" r:id="rId13"/>
    <p:sldId id="270" r:id="rId14"/>
    <p:sldId id="269" r:id="rId15"/>
    <p:sldId id="271" r:id="rId16"/>
    <p:sldId id="268" r:id="rId17"/>
    <p:sldId id="272" r:id="rId18"/>
    <p:sldId id="274" r:id="rId19"/>
    <p:sldId id="275" r:id="rId20"/>
    <p:sldId id="276" r:id="rId21"/>
    <p:sldId id="278" r:id="rId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15" autoAdjust="0"/>
    <p:restoredTop sz="94432" autoAdjust="0"/>
  </p:normalViewPr>
  <p:slideViewPr>
    <p:cSldViewPr snapToGrid="0">
      <p:cViewPr varScale="1">
        <p:scale>
          <a:sx n="100" d="100"/>
          <a:sy n="100" d="100"/>
        </p:scale>
        <p:origin x="68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11:30:03.735"/>
    </inkml:context>
    <inkml:brush xml:id="br0">
      <inkml:brushProperty name="width" value="0.1" units="cm"/>
      <inkml:brushProperty name="height" value="0.1" units="cm"/>
      <inkml:brushProperty name="color" value="#E71224"/>
      <inkml:brushProperty name="ignorePressure" value="1"/>
    </inkml:brush>
  </inkml:definitions>
  <inkml:trace contextRef="#ctx0" brushRef="#br0">1 1 0 0,'2459'0'0'0,"-2445"0"0"0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23.06.2025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8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mailto:Florian.Elser@bwz-rappi.ch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00.png"/><Relationship Id="rId26" Type="http://schemas.openxmlformats.org/officeDocument/2006/relationships/image" Target="../media/image241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28.svg"/><Relationship Id="rId2" Type="http://schemas.openxmlformats.org/officeDocument/2006/relationships/image" Target="../media/image29.png"/><Relationship Id="rId16" Type="http://schemas.openxmlformats.org/officeDocument/2006/relationships/image" Target="../media/image180.png"/><Relationship Id="rId20" Type="http://schemas.openxmlformats.org/officeDocument/2006/relationships/image" Target="../media/image2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customXml" Target="../ink/ink5.xml"/><Relationship Id="rId24" Type="http://schemas.openxmlformats.org/officeDocument/2006/relationships/image" Target="../media/image230.png"/><Relationship Id="rId32" Type="http://schemas.openxmlformats.org/officeDocument/2006/relationships/image" Target="../media/image27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0.png"/><Relationship Id="rId10" Type="http://schemas.openxmlformats.org/officeDocument/2006/relationships/image" Target="../media/image170.png"/><Relationship Id="rId19" Type="http://schemas.openxmlformats.org/officeDocument/2006/relationships/customXml" Target="../ink/ink9.xml"/><Relationship Id="rId31" Type="http://schemas.openxmlformats.org/officeDocument/2006/relationships/image" Target="../media/image30.png"/><Relationship Id="rId4" Type="http://schemas.openxmlformats.org/officeDocument/2006/relationships/image" Target="../media/image140.png"/><Relationship Id="rId9" Type="http://schemas.openxmlformats.org/officeDocument/2006/relationships/customXml" Target="../ink/ink4.xml"/><Relationship Id="rId14" Type="http://schemas.openxmlformats.org/officeDocument/2006/relationships/image" Target="../media/image190.png"/><Relationship Id="rId22" Type="http://schemas.openxmlformats.org/officeDocument/2006/relationships/image" Target="../media/image22.png"/><Relationship Id="rId27" Type="http://schemas.openxmlformats.org/officeDocument/2006/relationships/customXml" Target="../ink/ink13.xml"/><Relationship Id="rId30" Type="http://schemas.openxmlformats.org/officeDocument/2006/relationships/image" Target="../media/image250.png"/><Relationship Id="rId8" Type="http://schemas.openxmlformats.org/officeDocument/2006/relationships/image" Target="../media/image16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hyperlink" Target="http://127.0.0.1:5500/slarachare_games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3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IPERKA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4BEAA74-B5A0-CEC0-60AA-3E3D850E0B5E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3C400A55-57D9-64AA-2294-4B3A0754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64" y="1269907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1650" y="1020498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A36DF70-FCF6-511E-62B4-2E33DF014956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Volltreffer Silhouette">
            <a:extLst>
              <a:ext uri="{FF2B5EF4-FFF2-40B4-BE49-F238E27FC236}">
                <a16:creationId xmlns:a16="http://schemas.microsoft.com/office/drawing/2014/main" id="{50FAE4F6-34F8-357E-DC36-17635A8A9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63779" y="5088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2109" y="2596607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946" y="1781040"/>
            <a:ext cx="2320601" cy="227001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9F58E07C-14E3-996E-7421-84BD944B62A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DC6CD4CF-7431-4E47-778F-36763EFD7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493718-6165-332D-BF6E-CA26B0A6667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400" dirty="0">
                <a:solidFill>
                  <a:schemeClr val="tx2"/>
                </a:solidFill>
              </a:rPr>
              <a:t>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7" name="Grafik 6" descr="Blaupause Silhouette">
            <a:extLst>
              <a:ext uri="{FF2B5EF4-FFF2-40B4-BE49-F238E27FC236}">
                <a16:creationId xmlns:a16="http://schemas.microsoft.com/office/drawing/2014/main" id="{1362A8C2-364F-80F6-B741-EF0BA0A52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6872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0F5775-A23F-24AA-16A4-F21418F0A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689" y="2356651"/>
            <a:ext cx="3726562" cy="27895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832A149-F5B4-E08D-330C-94BDE230BBDB}"/>
              </a:ext>
            </a:extLst>
          </p:cNvPr>
          <p:cNvSpPr/>
          <p:nvPr/>
        </p:nvSpPr>
        <p:spPr>
          <a:xfrm>
            <a:off x="10810984" y="-1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Kopf mit Zahnrädern Silhouette">
            <a:extLst>
              <a:ext uri="{FF2B5EF4-FFF2-40B4-BE49-F238E27FC236}">
                <a16:creationId xmlns:a16="http://schemas.microsoft.com/office/drawing/2014/main" id="{8E9DF06F-B478-B573-94B0-C6CB89DD64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023" y="99360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277587" y="3105834"/>
            <a:ext cx="2564781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F186842-CBAC-6B58-6CD7-C7963EC0D32B}"/>
              </a:ext>
            </a:extLst>
          </p:cNvPr>
          <p:cNvSpPr/>
          <p:nvPr/>
        </p:nvSpPr>
        <p:spPr>
          <a:xfrm>
            <a:off x="10810984" y="14036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Kopf mit Zahnrädern Silhouette">
            <a:extLst>
              <a:ext uri="{FF2B5EF4-FFF2-40B4-BE49-F238E27FC236}">
                <a16:creationId xmlns:a16="http://schemas.microsoft.com/office/drawing/2014/main" id="{72388D96-B615-21F4-7292-D7B81BA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17991167-59B3-0575-92E7-26A5D6514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9650" y="14036"/>
            <a:ext cx="9033020" cy="67617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Ellipse 16">
            <a:extLst>
              <a:ext uri="{FF2B5EF4-FFF2-40B4-BE49-F238E27FC236}">
                <a16:creationId xmlns:a16="http://schemas.microsoft.com/office/drawing/2014/main" id="{B2D574FD-E8D5-3AAB-BB18-580420DB37E7}"/>
              </a:ext>
            </a:extLst>
          </p:cNvPr>
          <p:cNvSpPr/>
          <p:nvPr/>
        </p:nvSpPr>
        <p:spPr>
          <a:xfrm>
            <a:off x="4949259" y="3428999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6C67CAC-B472-A43B-63DB-96ABED34D805}"/>
              </a:ext>
            </a:extLst>
          </p:cNvPr>
          <p:cNvSpPr/>
          <p:nvPr/>
        </p:nvSpPr>
        <p:spPr>
          <a:xfrm>
            <a:off x="6635452" y="3627100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FB421A3D-527B-EB30-A976-586926F2DFAB}"/>
              </a:ext>
            </a:extLst>
          </p:cNvPr>
          <p:cNvSpPr/>
          <p:nvPr/>
        </p:nvSpPr>
        <p:spPr>
          <a:xfrm>
            <a:off x="4875637" y="1332764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F0861AD-9EB2-99A8-D584-B37AE3CD11CB}"/>
              </a:ext>
            </a:extLst>
          </p:cNvPr>
          <p:cNvSpPr/>
          <p:nvPr/>
        </p:nvSpPr>
        <p:spPr>
          <a:xfrm>
            <a:off x="7830749" y="1116864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20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470DACE-E528-89BA-67B7-0D3D6BBF9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8832" y="2616594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AE78831-089E-8AE9-8E05-A5BDE4C24CC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1" name="Grafik 10" descr="Architektur Silhouette">
            <a:extLst>
              <a:ext uri="{FF2B5EF4-FFF2-40B4-BE49-F238E27FC236}">
                <a16:creationId xmlns:a16="http://schemas.microsoft.com/office/drawing/2014/main" id="{FA39A3B7-929F-FE82-F569-8E3B29853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E37E6C66-F3D9-2251-6AC0-C1599487902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EDE71AEB-DAAD-6E46-D2F1-3D6A1B1C2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535C789-34BB-9F5C-88C3-A864A920F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4778" y="392924"/>
            <a:ext cx="5973760" cy="607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89003919-E4C5-06B1-C3EE-6DDD302E502D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CCFD7D9C-1191-E6C3-555B-C9A2CC8643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0E4CA6C-CE6C-1E9F-3D49-A6452A4ECD47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Architektur Silhouette">
            <a:extLst>
              <a:ext uri="{FF2B5EF4-FFF2-40B4-BE49-F238E27FC236}">
                <a16:creationId xmlns:a16="http://schemas.microsoft.com/office/drawing/2014/main" id="{679B0DEA-6B84-CA55-FE60-549051D62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164" y="344849"/>
            <a:ext cx="5669014" cy="616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1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Vergleich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A49326B-AA95-C638-22CB-41C4F9197C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Waage der Justitia Silhouette">
            <a:extLst>
              <a:ext uri="{FF2B5EF4-FFF2-40B4-BE49-F238E27FC236}">
                <a16:creationId xmlns:a16="http://schemas.microsoft.com/office/drawing/2014/main" id="{807F2585-0C5C-A28B-9B1E-4F20663C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67283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146647" y="111883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3EB73A-7D37-FEA6-8C6F-E92B00A9171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C5191572-BBBB-BA3C-509D-CD5F82AA9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186" y="1648326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348236" y="2962457"/>
            <a:ext cx="3787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8" r="612"/>
          <a:stretch>
            <a:fillRect/>
          </a:stretch>
        </p:blipFill>
        <p:spPr>
          <a:xfrm>
            <a:off x="5334000" y="1648325"/>
            <a:ext cx="6577886" cy="354357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368F630-6437-6E1D-FFA6-73A01B287F0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0ADBA69C-AB55-FACA-5BBB-1E882AE5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413" y="1643935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19906-3A31-CB90-7CB4-CD2FB8DDB398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B0CFAE37-7E83-9573-38B2-CA9C7ED9C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8070" y="1493962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327465" y="3124208"/>
            <a:ext cx="422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93"/>
          <a:stretch>
            <a:fillRect/>
          </a:stretch>
        </p:blipFill>
        <p:spPr>
          <a:xfrm>
            <a:off x="5594728" y="1426154"/>
            <a:ext cx="6785531" cy="42963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481D33A-5BE9-B709-3269-B3D8083198C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A018B95E-311C-608F-04B6-7743A9808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91384CA-E2EC-3766-21DD-237CFDBECCAB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A019356-D0E5-8C77-5FED-0B962296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FE63AA22-2E33-4EF5-1E6E-929EEE69700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2CD6952-A6B1-CF7D-5D4F-EBDCC20EF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27" y="716075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37510" y="2738280"/>
              <a:ext cx="127404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83510" y="263028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92026" y="2767980"/>
              <a:ext cx="405360" cy="36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38026" y="265998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76082" y="3021988"/>
              <a:ext cx="64332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2082" y="2913988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86602" y="3068220"/>
              <a:ext cx="39456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32602" y="296022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68304" y="3333730"/>
              <a:ext cx="958320" cy="3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14284" y="3225730"/>
                <a:ext cx="1066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81170" y="3379223"/>
              <a:ext cx="456840" cy="36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27170" y="3271223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71417" y="3629190"/>
              <a:ext cx="326160" cy="3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17417" y="352119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86043" y="3929894"/>
              <a:ext cx="1753560" cy="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32054" y="3821894"/>
                <a:ext cx="1861178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945270"/>
              <a:ext cx="41220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83727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6297" y="4305927"/>
              <a:ext cx="941400" cy="3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2297" y="4197927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50310" y="4261350"/>
              <a:ext cx="262440" cy="3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96310" y="415335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14:cNvPr>
              <p14:cNvContentPartPr/>
              <p14:nvPr/>
            </p14:nvContentPartPr>
            <p14:xfrm>
              <a:off x="8399237" y="5121321"/>
              <a:ext cx="890640" cy="3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381597" y="5103681"/>
                <a:ext cx="92628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34" y="1477379"/>
            <a:ext cx="5665488" cy="449840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7D8EFDDF-6CFA-8551-9B28-5DDE190F63B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Shuffle Silhouette">
            <a:extLst>
              <a:ext uri="{FF2B5EF4-FFF2-40B4-BE49-F238E27FC236}">
                <a16:creationId xmlns:a16="http://schemas.microsoft.com/office/drawing/2014/main" id="{B669844E-4C17-A392-F299-836E319DA9DC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2610CD-03D2-70D9-20CA-16663218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949291-3FB6-5410-2056-B88B5F34C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EC057A-2698-D1C8-DAC7-D38EC4CD6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626D85-8798-7806-2740-6394213F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85EE3B-5FE0-80A2-F864-FD5F4B760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FEBEC8-A41C-7E3C-EE94-E911C9570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2151881-0ACE-B3ED-964E-05D5C6F4A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9234764-3481-AF53-4055-1EBEFE6D66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F081559-D27E-716F-741A-1A6F95DC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5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 err="1">
                <a:solidFill>
                  <a:srgbClr val="00B050"/>
                </a:solidFill>
                <a:latin typeface="Orbitron" pitchFamily="2" charset="0"/>
              </a:rPr>
              <a:t>Livedemo</a:t>
            </a:r>
            <a:endParaRPr lang="de-DE" sz="3600" b="1" dirty="0">
              <a:solidFill>
                <a:srgbClr val="00B050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9645F-0661-D9A6-58D5-316C2FB9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665" y="491539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tx2"/>
                </a:solidFill>
                <a:hlinkClick r:id="rId2"/>
              </a:rPr>
              <a:t>Hier geht’s zur Demo!</a:t>
            </a:r>
            <a:endParaRPr lang="de-DE" sz="2400" dirty="0">
              <a:solidFill>
                <a:schemeClr val="tx2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DA211-0B2A-4462-AF4A-E389ED6D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38" y="7006400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F05068-9B74-AAD8-27C5-EE1E64C8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64" y="7173813"/>
            <a:ext cx="6477904" cy="638264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FC666CC-E9F8-265D-AABB-DECF4E0B2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8431" y="-1562690"/>
            <a:ext cx="1606633" cy="10922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48F50EB-4690-82C0-C706-7D6A63A482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45025" y="-1562690"/>
            <a:ext cx="6279864" cy="955556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593C9F6F-9FE3-27F8-685E-E0E88C91FB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915" y="8274179"/>
            <a:ext cx="9013238" cy="83165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5BFF06EF-A521-2282-8618-D6658249CF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554145" y="8189902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A47B9D0C-67CA-89B5-27D0-5F1BAB7C8E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1668" y="9228255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42A2B5B-463A-FD71-DCE0-A112286E4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28960" y="7416086"/>
            <a:ext cx="5434386" cy="2913027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9345B206-A1FA-C17A-BEDF-77DEFDF94D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6370" y="3887456"/>
            <a:ext cx="4158077" cy="172753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D4088D66-C2BE-A844-88E9-5099A0BD7E22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Internet Silhouette">
            <a:extLst>
              <a:ext uri="{FF2B5EF4-FFF2-40B4-BE49-F238E27FC236}">
                <a16:creationId xmlns:a16="http://schemas.microsoft.com/office/drawing/2014/main" id="{6A70128C-D336-EE4B-C065-223A26F8F1E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63779" y="5770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53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5EEBC-0F20-B4CA-A8DC-A9BFAAE7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604E7-2EB0-4AD1-3197-887A4DA839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12B83-FBFF-5244-788F-B3C5A9764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6431D-8C8B-699A-F720-981AD015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63947B-8CBE-17FD-9539-F5A929861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373AC5-01E7-07F3-DDF2-C023F5906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4348EAB-24F9-1136-FC25-F1F8CBCD5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E39686D-085C-C098-5285-5B961616F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F3E6E8-4F7C-F116-215E-0798A35E3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30" y="1202895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3"/>
                </a:solidFill>
                <a:latin typeface="Orbitron" pitchFamily="2" charset="0"/>
              </a:rPr>
              <a:t>Kontrollieren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C007C-AB1F-8883-FF9E-C0BCC077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6B9A7CD5-8584-B10C-FA4E-934F1A6E3688}"/>
              </a:ext>
            </a:extLst>
          </p:cNvPr>
          <p:cNvSpPr txBox="1">
            <a:spLocks/>
          </p:cNvSpPr>
          <p:nvPr/>
        </p:nvSpPr>
        <p:spPr>
          <a:xfrm>
            <a:off x="6321650" y="1020498"/>
            <a:ext cx="5221224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r>
              <a:rPr lang="de-CH" sz="1400" dirty="0"/>
              <a:t>Das Game downloaden können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r>
              <a:rPr lang="de-CH" sz="1400" dirty="0"/>
              <a:t>Eine übersichtliche Homepage</a:t>
            </a:r>
            <a:endParaRPr lang="de-DE" sz="1400" dirty="0"/>
          </a:p>
          <a:p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r>
              <a:rPr lang="de-CH" sz="1400" dirty="0"/>
              <a:t>Einen Supportbutton erhalten</a:t>
            </a:r>
            <a:endParaRPr lang="de-DE" sz="1400" dirty="0"/>
          </a:p>
          <a:p>
            <a:r>
              <a:rPr lang="de-CH" sz="1400" dirty="0"/>
              <a:t>Eine Info über die Autoren erhalten</a:t>
            </a:r>
            <a:endParaRPr lang="de-DE" sz="1400" dirty="0"/>
          </a:p>
          <a:p>
            <a:r>
              <a:rPr lang="de-CH" sz="1400" dirty="0"/>
              <a:t>Einen guten Farbkontrast</a:t>
            </a:r>
            <a:endParaRPr lang="de-DE" sz="1400" dirty="0"/>
          </a:p>
          <a:p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5" name="Picture 2" descr="User PNGs for Free Download">
            <a:extLst>
              <a:ext uri="{FF2B5EF4-FFF2-40B4-BE49-F238E27FC236}">
                <a16:creationId xmlns:a16="http://schemas.microsoft.com/office/drawing/2014/main" id="{94734242-435E-ED54-B36E-BF8C4FC63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74C25A1-2767-393B-7B30-D2FDB556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874" y="1555199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F42D2C3-2509-D0A5-2763-ABFA9E18A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22" y="2336151"/>
            <a:ext cx="5557783" cy="547605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E20D4E0-4473-77D7-A222-2D648C38E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695" y="2419921"/>
            <a:ext cx="1469504" cy="99903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4DD5D2B-4434-AA48-998C-3B6BCAC637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7255" y="2133284"/>
            <a:ext cx="5346116" cy="8134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50E5852-3D94-9C22-5E67-87856D5032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324" y="2193446"/>
            <a:ext cx="6055681" cy="558763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A438EFC-47DF-C645-5F4E-E4F80D9B01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910" y="3714700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D5A6ECF-0682-B792-7D6E-47961B8A03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6647" y="3835348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451ECBF6-32AB-1C32-41CB-73F22DB658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449" y="3801781"/>
            <a:ext cx="4987328" cy="2673388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40A01759-FF60-5D6C-83EC-7B8CF7EEE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1303" y="4328583"/>
            <a:ext cx="4158077" cy="1727531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0915D266-17B0-2A7A-2E3A-D146413B034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Klemmbrett abgehakt Silhouette">
            <a:extLst>
              <a:ext uri="{FF2B5EF4-FFF2-40B4-BE49-F238E27FC236}">
                <a16:creationId xmlns:a16="http://schemas.microsoft.com/office/drawing/2014/main" id="{10AF2641-DEFE-1EBC-4FE0-69A634DA2E4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1916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0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90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4" dur="2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6" dur="indefinite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14" dur="2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6" dur="indefinite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24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2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6" dur="indefinite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277</Words>
  <Application>Microsoft Office PowerPoint</Application>
  <PresentationFormat>Breitbild</PresentationFormat>
  <Paragraphs>102</Paragraphs>
  <Slides>21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Unsere Ziele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Vergleich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  <vt:lpstr>Livedemo</vt:lpstr>
      <vt:lpstr>Kontrollieren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52</cp:revision>
  <dcterms:created xsi:type="dcterms:W3CDTF">2025-06-22T11:30:58Z</dcterms:created>
  <dcterms:modified xsi:type="dcterms:W3CDTF">2025-06-23T13:25:53Z</dcterms:modified>
</cp:coreProperties>
</file>