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ink/ink5.xml" ContentType="application/inkml+xml"/>
  <Override PartName="/ppt/ink/ink6.xml" ContentType="application/inkml+xml"/>
  <Override PartName="/ppt/ink/ink7.xml" ContentType="application/inkml+xml"/>
  <Override PartName="/ppt/ink/ink8.xml" ContentType="application/inkml+xml"/>
  <Override PartName="/ppt/ink/ink9.xml" ContentType="application/inkml+xml"/>
  <Override PartName="/ppt/ink/ink10.xml" ContentType="application/inkml+xml"/>
  <Override PartName="/ppt/ink/ink11.xml" ContentType="application/inkml+xml"/>
  <Override PartName="/ppt/ink/ink12.xml" ContentType="application/inkml+xml"/>
  <Override PartName="/ppt/ink/ink13.xml" ContentType="application/inkml+xml"/>
  <Override PartName="/ppt/ink/ink14.xml" ContentType="application/inkml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3"/>
  </p:notesMasterIdLst>
  <p:sldIdLst>
    <p:sldId id="256" r:id="rId2"/>
    <p:sldId id="257" r:id="rId3"/>
    <p:sldId id="258" r:id="rId4"/>
    <p:sldId id="259" r:id="rId5"/>
    <p:sldId id="263" r:id="rId6"/>
    <p:sldId id="261" r:id="rId7"/>
    <p:sldId id="262" r:id="rId8"/>
    <p:sldId id="267" r:id="rId9"/>
    <p:sldId id="264" r:id="rId10"/>
    <p:sldId id="273" r:id="rId11"/>
    <p:sldId id="266" r:id="rId12"/>
    <p:sldId id="265" r:id="rId13"/>
    <p:sldId id="270" r:id="rId14"/>
    <p:sldId id="269" r:id="rId15"/>
    <p:sldId id="271" r:id="rId16"/>
    <p:sldId id="268" r:id="rId17"/>
    <p:sldId id="272" r:id="rId18"/>
    <p:sldId id="274" r:id="rId19"/>
    <p:sldId id="275" r:id="rId20"/>
    <p:sldId id="276" r:id="rId21"/>
    <p:sldId id="278" r:id="rId22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7315" autoAdjust="0"/>
    <p:restoredTop sz="94432" autoAdjust="0"/>
  </p:normalViewPr>
  <p:slideViewPr>
    <p:cSldViewPr snapToGrid="0">
      <p:cViewPr varScale="1">
        <p:scale>
          <a:sx n="100" d="100"/>
          <a:sy n="100" d="100"/>
        </p:scale>
        <p:origin x="68" y="5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52" d="100"/>
        <a:sy n="152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ableStyles" Target="tableStyles.xml"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6-23T08:41:53.075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0 1 0 0,'1618'0'0'0,"-521"0"0"0,-277 0 0 0,-817 0 0 0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6-23T08:42:03.001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0 1 0 0,'1125'0'0'0,"-1159"0"0"0,20 0 0 0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6-23T08:42:08.893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11 1 0 0,'2'0'0'0,"-15"0"0"0,727 0 0 0,358 0 0 0,-1093 0 0 0,14 0 0 0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6-23T08:42:10.541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45 1 0 0,'-45'0'0'0,"714"0"0"0,-243 0 0 0,-430 0 0 0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6-23T08:42:14.647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153 1 0 0,'-152'0'0'0,"1014"0"0"0,-516 0 0 0,-116 0 0 0,992 0 0 0,-1224 0 0 0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6-23T08:42:16.445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0 1 0 0,'1268'0'0'0,"-1278"0"0"0,6 0 0 0</inkml:trace>
</inkml:ink>
</file>

<file path=ppt/ink/ink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6-23T08:42:26.473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68 0 0 0,'-67'0'0'0,"1064"0"0"0,-334 0 0 0,-655 0 0 0</inkml:trace>
</inkml:ink>
</file>

<file path=ppt/ink/ink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6-23T08:42:27.947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0 0 0 0,'905'0'0'0,"-907"0"0"0</inkml:trace>
</inkml:ink>
</file>

<file path=ppt/ink/ink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6-23T08:42:33.869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30 1 0 0,'-27'0'0'0,"24"0"0"0,17 0 0 0,1404 0 0 0,710 0 0 0,-1358 0 0 0,-257 0 0 0,-485 0 0 0,-160 0 0 0,110 0 0 0</inkml:trace>
</inkml:ink>
</file>

<file path=ppt/ink/ink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6-23T08:42:35.368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49 1 0 0,'-45'0'0'0,"41"0"0"0,6 0 0 0,23 0 0 0,1092 0 0 0,-1123 0 0 0,4 0 0 0</inkml:trace>
</inkml:ink>
</file>

<file path=ppt/ink/ink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6-23T08:42:39.733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48 0 0 0,'-48'0'0'0,"2004"0"0"0,-1298 0 0 0,-683 0 0 0,17 0 0 0</inkml:trace>
</inkml:ink>
</file>

<file path=ppt/ink/ink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6-23T08:42:41.140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84 0 0 0,'-83'0'0'0,"811"0"0"0,-737 0 0 0</inkml:trace>
</inkml:ink>
</file>

<file path=ppt/ink/ink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6-23T08:44:12.91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49 652 7522 0 0,'-3'-3'732'0'0,"-1"-1"0"0"0,1 1 0 0 0,0-1 1 0 0,0 0-1 0 0,0 0 0 0 0,0 0 0 0 0,1-1 1 0 0,0 1-1 0 0,0-1 0 0 0,0 1 0 0 0,1-1 0 0 0,-1 0 1 0 0,1 0-1 0 0,0 1 0 0 0,0-1 0 0 0,0-7 1 0 0,2 7-537 0 0,-1 0 1 0 0,1 0 0 0 0,0 0-1 0 0,0 0 1 0 0,0 0 0 0 0,1 0 0 0 0,0 0-1 0 0,0 1 1 0 0,0-1 0 0 0,0 1-1 0 0,1-1 1 0 0,0 1 0 0 0,0 0 0 0 0,0 0-1 0 0,6-6 1 0 0,38-37 355 0 0,2 3 0 0 0,1 2 0 0 0,92-59 0 0 0,-111 84-429 0 0,0 1-1 0 0,0 2 0 0 0,2 1 0 0 0,-1 1 1 0 0,2 2-1 0 0,-1 1 0 0 0,1 2 0 0 0,51-4 1 0 0,-16 6 2371 0 0,128 6-5683 0 0,-113 6 4747 0 0,-58-4-1365 0 0,1 1 0 0 0,0 2 0 0 0,-1 1 0 0 0,0 1 0 0 0,47 20 1 0 0,-44-13-119 0 0,51 34 1 0 0,-11 4-3010 0 0,25 19 6868 0 0,-53-42-4398 0 0,0 2-1 0 0,-2 2 0 0 0,57 64 0 0 0,-87-87 394 0 0,0 0-1 0 0,-1 1 1 0 0,0 0-1 0 0,-1 1 1 0 0,-1-1 0 0 0,0 1-1 0 0,0 1 1 0 0,-1-1-1 0 0,-1 1 1 0 0,0 0-1 0 0,-1 0 1 0 0,-1 0-1 0 0,0 0 1 0 0,-1 0-1 0 0,0 1 1 0 0,-1-1-1 0 0,-4 27 1 0 0,2-28 80 0 0,0 0 1 0 0,-1 0-1 0 0,-1 0 1 0 0,0 0 0 0 0,0-1-1 0 0,-1 0 1 0 0,-1 0-1 0 0,0 0 1 0 0,-1 0 0 0 0,0-1-1 0 0,0 0 1 0 0,-2-1-1 0 0,1 0 1 0 0,-1 0-1 0 0,0-1 1 0 0,-1 0 0 0 0,0 0-1 0 0,-1-1 1 0 0,0-1-1 0 0,-14 9 1 0 0,-54 27 227 0 0,-1-4 0 0 0,-141 49 0 0 0,181-76-174 0 0,-1-2 0 0 0,1-1 0 0 0,-2-2 0 0 0,1-2 0 0 0,-1-2 0 0 0,1-1 0 0 0,-82-8 0 0 0,83-1-20 0 0,-1-2 0 0 0,1-1 0 0 0,1-2 1 0 0,0-2-1 0 0,1-1 0 0 0,-38-22 0 0 0,21 6-5 0 0,2-2 0 0 0,1-2 0 0 0,-60-54-1 0 0,87 66-30 0 0,0-1-1 0 0,2-1 0 0 0,1-1 0 0 0,0-1 0 0 0,2-1 0 0 0,2-1 0 0 0,0-1 1 0 0,2 0-1 0 0,1-1 0 0 0,-18-58 0 0 0,25 63-12 0 0,1-1 1 0 0,2 0-1 0 0,1 0 1 0 0,1-1-1 0 0,1 1 0 0 0,1-1 1 0 0,2 1-1 0 0,0-1 1 0 0,2 1-1 0 0,2-1 0 0 0,0 1 1 0 0,1 1-1 0 0,20-50 1 0 0,-13 46-88 0 0,2 0 0 0 0,37-53 0 0 0,3 7-135 0 0</inkml:trace>
</inkml:ink>
</file>

<file path=ppt/ink/ink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6-23T11:30:03.735"/>
    </inkml:context>
    <inkml:brush xml:id="br0">
      <inkml:brushProperty name="width" value="0.1" units="cm"/>
      <inkml:brushProperty name="height" value="0.1" units="cm"/>
      <inkml:brushProperty name="color" value="#E71224"/>
      <inkml:brushProperty name="ignorePressure" value="1"/>
    </inkml:brush>
  </inkml:definitions>
  <inkml:trace contextRef="#ctx0" brushRef="#br0">1 1 0 0,'2459'0'0'0,"-2445"0"0"0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FCD5872-8A6E-4B52-B2E6-969D688558C1}" type="datetimeFigureOut">
              <a:rPr lang="de-DE" smtClean="0"/>
              <a:t>23.06.2025</a:t>
            </a:fld>
            <a:endParaRPr lang="de-DE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49AD6BC-DDB5-4CDF-8D29-39198E16E6E7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25901973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49AD6BC-DDB5-4CDF-8D29-39198E16E6E7}" type="slidenum">
              <a:rPr lang="de-DE" smtClean="0"/>
              <a:t>18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00341780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EC67204-DA34-3463-C94C-FB847727BA0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E0348619-5C61-CC8B-B97E-D41EE1DA04E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643C663B-6FD9-B600-5E4D-B52E1CAD1F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021835-5CE9-4965-B2F8-19C3B24AD8C6}" type="datetimeFigureOut">
              <a:rPr lang="de-DE" smtClean="0"/>
              <a:t>23.06.2025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B6CE7A38-858F-0313-67A3-3A3966116B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44323893-6EC0-72E6-E2D5-25AC41232F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FD4FCF-84E9-4D59-B88D-CE5FBF1A9E3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40673324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69B85B2-4125-8C10-066E-DC8662BA66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61DAA4DD-1861-E59E-F4D2-3093F703287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2F1347DF-66AC-B100-26EA-7E38112D6D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021835-5CE9-4965-B2F8-19C3B24AD8C6}" type="datetimeFigureOut">
              <a:rPr lang="de-DE" smtClean="0"/>
              <a:t>23.06.2025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FD9683B7-A872-0914-314F-CC55EEC310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37138EF5-51BC-75D5-2310-D3A2BB6726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FD4FCF-84E9-4D59-B88D-CE5FBF1A9E3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45233838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79A73E4-9E9A-F5DA-DFBD-480AAE2CA1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E3781EAD-773C-208C-3B90-2BDF46485C6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656188C3-0316-056B-F982-F6CD6B3C64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021835-5CE9-4965-B2F8-19C3B24AD8C6}" type="datetimeFigureOut">
              <a:rPr lang="de-DE" smtClean="0"/>
              <a:t>23.06.2025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178B9764-288E-C044-2EBF-3A773BF23A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85A074DB-4427-5917-0437-025A88E5BE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FD4FCF-84E9-4D59-B88D-CE5FBF1A9E3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18398616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6DD63DB-C8E1-A56D-05C0-2D69332ECC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9BA29E63-66B2-C8F8-2CB9-DEE7C5F4E84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51CA3932-522E-7474-929C-86DE084E7F2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01220BD8-F7AA-7D06-C6BE-03E0DAFBA2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021835-5CE9-4965-B2F8-19C3B24AD8C6}" type="datetimeFigureOut">
              <a:rPr lang="de-DE" smtClean="0"/>
              <a:t>23.06.2025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737BBD4A-A7FE-F340-DF69-1BB706A4B5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2F942F59-7AF5-6194-FDAD-861C8D1155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FD4FCF-84E9-4D59-B88D-CE5FBF1A9E3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29444314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24B0A18-F20F-6C95-5358-1EF9FD08F5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7DA0D078-42C7-7E49-AB3B-A6161DE50F5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8DF4C95E-9922-E454-6D31-C1E3752B6CC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2AC51704-C741-F850-631B-B108887A99F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2E6DFF66-ABED-BE95-ADE1-DE9BEB16667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E5B41842-A6E3-7276-DA01-D08D1A4CC1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021835-5CE9-4965-B2F8-19C3B24AD8C6}" type="datetimeFigureOut">
              <a:rPr lang="de-DE" smtClean="0"/>
              <a:t>23.06.2025</a:t>
            </a:fld>
            <a:endParaRPr lang="de-DE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41ED866E-B57B-D46B-957C-264CFBF924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FC846979-6BEF-3852-0790-34E210A38D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FD4FCF-84E9-4D59-B88D-CE5FBF1A9E3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08676638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7D7DDD2-44A0-16E9-3E6E-FD5881BE58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8249EA0C-B785-1E8D-7436-812631773B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021835-5CE9-4965-B2F8-19C3B24AD8C6}" type="datetimeFigureOut">
              <a:rPr lang="de-DE" smtClean="0"/>
              <a:t>23.06.2025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C0E034C7-954C-D889-AB4F-676F60DEAE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4F15E1E7-7221-F39B-B2FA-7BC98CBC83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FD4FCF-84E9-4D59-B88D-CE5FBF1A9E3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25274136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5912CE90-E866-6E4A-B3FF-8A2E29FCAB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021835-5CE9-4965-B2F8-19C3B24AD8C6}" type="datetimeFigureOut">
              <a:rPr lang="de-DE" smtClean="0"/>
              <a:t>23.06.2025</a:t>
            </a:fld>
            <a:endParaRPr lang="de-DE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67C9AB0C-D762-404A-4817-25F62B4097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2359E2DE-07D0-83C1-0461-B1AB6892F7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FD4FCF-84E9-4D59-B88D-CE5FBF1A9E3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9781972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D2AA350-ED0B-4E16-44CB-33FB277F13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ABE46B23-02E9-A9FA-2C7A-E9182D5D505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90CFD000-DBF2-EB0E-3CDE-FD4237C5541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BAEEE68F-D673-2FB9-DA15-DA78ED49CB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021835-5CE9-4965-B2F8-19C3B24AD8C6}" type="datetimeFigureOut">
              <a:rPr lang="de-DE" smtClean="0"/>
              <a:t>23.06.2025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F08AC363-C1F1-0861-5BB0-5984C9AC75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06A21AC3-1A0E-E645-FF99-3C3C07C3D3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FD4FCF-84E9-4D59-B88D-CE5FBF1A9E3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78179990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98DB521-2130-285B-8721-BFCEA94A2C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Bildplatzhalter 2">
            <a:extLst>
              <a:ext uri="{FF2B5EF4-FFF2-40B4-BE49-F238E27FC236}">
                <a16:creationId xmlns:a16="http://schemas.microsoft.com/office/drawing/2014/main" id="{C90288BC-11D3-E02C-41FD-A5C1053A04D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e-DE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E673C227-71CF-BA5A-5E50-5C9E3C7E003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6FA7928E-9BD6-08DA-0670-AF3C898ACA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021835-5CE9-4965-B2F8-19C3B24AD8C6}" type="datetimeFigureOut">
              <a:rPr lang="de-DE" smtClean="0"/>
              <a:t>23.06.2025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CF6C7ECC-2971-3BDF-F80D-7B8D4F50D0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4B9AE105-0132-86A8-D1F3-0DB814B6D8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FD4FCF-84E9-4D59-B88D-CE5FBF1A9E3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4528506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07F016D-808D-A50F-C462-CB2984B141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530BC9B9-A731-8D7E-9933-8D82F799C0B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13C76CF5-BF0B-B5DA-259E-CBBEAFDA53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021835-5CE9-4965-B2F8-19C3B24AD8C6}" type="datetimeFigureOut">
              <a:rPr lang="de-DE" smtClean="0"/>
              <a:t>23.06.2025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9ED93C0C-8E5C-0996-43DE-A4C5C0CD2D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A5E6B5FB-ED5D-BA19-61A1-E923318D04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FD4FCF-84E9-4D59-B88D-CE5FBF1A9E3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83732188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>
            <a:extLst>
              <a:ext uri="{FF2B5EF4-FFF2-40B4-BE49-F238E27FC236}">
                <a16:creationId xmlns:a16="http://schemas.microsoft.com/office/drawing/2014/main" id="{408C9A89-8ECD-AEDF-9FB8-543CD523C64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8E7C524D-8D74-64A3-FC6E-B615BC72039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84952390-1D26-8B8E-2056-8ECCF0E004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021835-5CE9-4965-B2F8-19C3B24AD8C6}" type="datetimeFigureOut">
              <a:rPr lang="de-DE" smtClean="0"/>
              <a:t>23.06.2025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3B7FD1BF-3F4C-92BC-1F72-D3D80F9D66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C73BC6E7-E846-BB7B-5D61-47C9F2680F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FD4FCF-84E9-4D59-B88D-CE5FBF1A9E3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79763843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FDC71FD4-FBF8-5B29-9C7D-FC51445343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6B418F7F-9E9D-5A57-6A04-78442A850E5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F941E850-2D91-8625-A075-42EE82BA5DD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A021835-5CE9-4965-B2F8-19C3B24AD8C6}" type="datetimeFigureOut">
              <a:rPr lang="de-DE" smtClean="0"/>
              <a:t>23.06.2025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F5AC70A2-D295-2D32-3535-E2AEDF594B5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07E7DFAC-327D-03FA-8D1B-09A8051C53F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3FD4FCF-84E9-4D59-B88D-CE5FBF1A9E3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5463578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sv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mailto:Noel.Emele@bwz-rappi.ch" TargetMode="External"/><Relationship Id="rId7" Type="http://schemas.openxmlformats.org/officeDocument/2006/relationships/image" Target="../media/image8.svg"/><Relationship Id="rId2" Type="http://schemas.openxmlformats.org/officeDocument/2006/relationships/hyperlink" Target="mailto:Silvan.Gehrig@bwz-rappi.ch" TargetMode="Externa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hyperlink" Target="mailto:Florian.Elser@bwz-rappi.ch" TargetMode="Externa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sv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.sv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sv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8.svg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6.png"/><Relationship Id="rId5" Type="http://schemas.openxmlformats.org/officeDocument/2006/relationships/image" Target="../media/image18.svg"/><Relationship Id="rId4" Type="http://schemas.openxmlformats.org/officeDocument/2006/relationships/image" Target="../media/image17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8.svg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0.png"/><Relationship Id="rId5" Type="http://schemas.openxmlformats.org/officeDocument/2006/relationships/image" Target="../media/image18.svg"/><Relationship Id="rId4" Type="http://schemas.openxmlformats.org/officeDocument/2006/relationships/image" Target="../media/image17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sv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6.svg"/><Relationship Id="rId4" Type="http://schemas.openxmlformats.org/officeDocument/2006/relationships/image" Target="../media/image25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6.svg"/><Relationship Id="rId4" Type="http://schemas.openxmlformats.org/officeDocument/2006/relationships/image" Target="../media/image25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6.svg"/><Relationship Id="rId4" Type="http://schemas.openxmlformats.org/officeDocument/2006/relationships/image" Target="../media/image25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6.svg"/><Relationship Id="rId4" Type="http://schemas.openxmlformats.org/officeDocument/2006/relationships/image" Target="../media/image25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sv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8.svg"/><Relationship Id="rId4" Type="http://schemas.openxmlformats.org/officeDocument/2006/relationships/image" Target="../media/image27.png"/></Relationships>
</file>

<file path=ppt/slides/_rels/slide19.xml.rels><?xml version="1.0" encoding="UTF-8" standalone="yes"?>
<Relationships xmlns="http://schemas.openxmlformats.org/package/2006/relationships"><Relationship Id="rId13" Type="http://schemas.openxmlformats.org/officeDocument/2006/relationships/customXml" Target="../ink/ink6.xml"/><Relationship Id="rId18" Type="http://schemas.openxmlformats.org/officeDocument/2006/relationships/image" Target="../media/image200.png"/><Relationship Id="rId26" Type="http://schemas.openxmlformats.org/officeDocument/2006/relationships/image" Target="../media/image241.png"/><Relationship Id="rId3" Type="http://schemas.openxmlformats.org/officeDocument/2006/relationships/customXml" Target="../ink/ink1.xml"/><Relationship Id="rId21" Type="http://schemas.openxmlformats.org/officeDocument/2006/relationships/customXml" Target="../ink/ink10.xml"/><Relationship Id="rId7" Type="http://schemas.openxmlformats.org/officeDocument/2006/relationships/customXml" Target="../ink/ink3.xml"/><Relationship Id="rId12" Type="http://schemas.openxmlformats.org/officeDocument/2006/relationships/image" Target="../media/image18.png"/><Relationship Id="rId17" Type="http://schemas.openxmlformats.org/officeDocument/2006/relationships/customXml" Target="../ink/ink8.xml"/><Relationship Id="rId25" Type="http://schemas.openxmlformats.org/officeDocument/2006/relationships/customXml" Target="../ink/ink12.xml"/><Relationship Id="rId33" Type="http://schemas.openxmlformats.org/officeDocument/2006/relationships/image" Target="../media/image28.svg"/><Relationship Id="rId2" Type="http://schemas.openxmlformats.org/officeDocument/2006/relationships/image" Target="../media/image29.png"/><Relationship Id="rId16" Type="http://schemas.openxmlformats.org/officeDocument/2006/relationships/image" Target="../media/image180.png"/><Relationship Id="rId20" Type="http://schemas.openxmlformats.org/officeDocument/2006/relationships/image" Target="../media/image210.png"/><Relationship Id="rId29" Type="http://schemas.openxmlformats.org/officeDocument/2006/relationships/customXml" Target="../ink/ink1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50.png"/><Relationship Id="rId11" Type="http://schemas.openxmlformats.org/officeDocument/2006/relationships/customXml" Target="../ink/ink5.xml"/><Relationship Id="rId24" Type="http://schemas.openxmlformats.org/officeDocument/2006/relationships/image" Target="../media/image230.png"/><Relationship Id="rId32" Type="http://schemas.openxmlformats.org/officeDocument/2006/relationships/image" Target="../media/image27.png"/><Relationship Id="rId5" Type="http://schemas.openxmlformats.org/officeDocument/2006/relationships/customXml" Target="../ink/ink2.xml"/><Relationship Id="rId15" Type="http://schemas.openxmlformats.org/officeDocument/2006/relationships/customXml" Target="../ink/ink7.xml"/><Relationship Id="rId23" Type="http://schemas.openxmlformats.org/officeDocument/2006/relationships/customXml" Target="../ink/ink11.xml"/><Relationship Id="rId28" Type="http://schemas.openxmlformats.org/officeDocument/2006/relationships/image" Target="../media/image240.png"/><Relationship Id="rId10" Type="http://schemas.openxmlformats.org/officeDocument/2006/relationships/image" Target="../media/image170.png"/><Relationship Id="rId19" Type="http://schemas.openxmlformats.org/officeDocument/2006/relationships/customXml" Target="../ink/ink9.xml"/><Relationship Id="rId31" Type="http://schemas.openxmlformats.org/officeDocument/2006/relationships/image" Target="../media/image30.png"/><Relationship Id="rId4" Type="http://schemas.openxmlformats.org/officeDocument/2006/relationships/image" Target="../media/image140.png"/><Relationship Id="rId9" Type="http://schemas.openxmlformats.org/officeDocument/2006/relationships/customXml" Target="../ink/ink4.xml"/><Relationship Id="rId14" Type="http://schemas.openxmlformats.org/officeDocument/2006/relationships/image" Target="../media/image190.png"/><Relationship Id="rId22" Type="http://schemas.openxmlformats.org/officeDocument/2006/relationships/image" Target="../media/image22.png"/><Relationship Id="rId27" Type="http://schemas.openxmlformats.org/officeDocument/2006/relationships/customXml" Target="../ink/ink13.xml"/><Relationship Id="rId30" Type="http://schemas.openxmlformats.org/officeDocument/2006/relationships/image" Target="../media/image250.png"/><Relationship Id="rId8" Type="http://schemas.openxmlformats.org/officeDocument/2006/relationships/image" Target="../media/image160.png"/></Relationships>
</file>

<file path=ppt/slides/_rels/slide20.xml.rels><?xml version="1.0" encoding="UTF-8" standalone="yes"?>
<Relationships xmlns="http://schemas.openxmlformats.org/package/2006/relationships"><Relationship Id="rId8" Type="http://schemas.openxmlformats.org/officeDocument/2006/relationships/image" Target="../media/image36.png"/><Relationship Id="rId13" Type="http://schemas.openxmlformats.org/officeDocument/2006/relationships/image" Target="../media/image41.svg"/><Relationship Id="rId3" Type="http://schemas.openxmlformats.org/officeDocument/2006/relationships/image" Target="../media/image31.png"/><Relationship Id="rId7" Type="http://schemas.openxmlformats.org/officeDocument/2006/relationships/image" Target="../media/image35.png"/><Relationship Id="rId12" Type="http://schemas.openxmlformats.org/officeDocument/2006/relationships/image" Target="../media/image40.png"/><Relationship Id="rId2" Type="http://schemas.openxmlformats.org/officeDocument/2006/relationships/hyperlink" Target="http://127.0.0.1:5500/slarachare_games/index.html" TargetMode="Externa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4.png"/><Relationship Id="rId11" Type="http://schemas.openxmlformats.org/officeDocument/2006/relationships/image" Target="../media/image39.png"/><Relationship Id="rId5" Type="http://schemas.openxmlformats.org/officeDocument/2006/relationships/image" Target="../media/image33.png"/><Relationship Id="rId10" Type="http://schemas.openxmlformats.org/officeDocument/2006/relationships/image" Target="../media/image38.png"/><Relationship Id="rId4" Type="http://schemas.openxmlformats.org/officeDocument/2006/relationships/image" Target="../media/image32.png"/><Relationship Id="rId9" Type="http://schemas.openxmlformats.org/officeDocument/2006/relationships/image" Target="../media/image37.png"/></Relationships>
</file>

<file path=ppt/slides/_rels/slide21.xml.rels><?xml version="1.0" encoding="UTF-8" standalone="yes"?>
<Relationships xmlns="http://schemas.openxmlformats.org/package/2006/relationships"><Relationship Id="rId8" Type="http://schemas.openxmlformats.org/officeDocument/2006/relationships/image" Target="../media/image36.png"/><Relationship Id="rId13" Type="http://schemas.openxmlformats.org/officeDocument/2006/relationships/image" Target="../media/image43.svg"/><Relationship Id="rId3" Type="http://schemas.openxmlformats.org/officeDocument/2006/relationships/image" Target="../media/image31.png"/><Relationship Id="rId7" Type="http://schemas.openxmlformats.org/officeDocument/2006/relationships/image" Target="../media/image35.png"/><Relationship Id="rId12" Type="http://schemas.openxmlformats.org/officeDocument/2006/relationships/image" Target="../media/image42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4.png"/><Relationship Id="rId11" Type="http://schemas.openxmlformats.org/officeDocument/2006/relationships/image" Target="../media/image39.png"/><Relationship Id="rId5" Type="http://schemas.openxmlformats.org/officeDocument/2006/relationships/image" Target="../media/image33.png"/><Relationship Id="rId10" Type="http://schemas.openxmlformats.org/officeDocument/2006/relationships/image" Target="../media/image38.png"/><Relationship Id="rId4" Type="http://schemas.openxmlformats.org/officeDocument/2006/relationships/image" Target="../media/image32.png"/><Relationship Id="rId9" Type="http://schemas.openxmlformats.org/officeDocument/2006/relationships/image" Target="../media/image3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086" name="Rectangle 3085">
            <a:extLst>
              <a:ext uri="{FF2B5EF4-FFF2-40B4-BE49-F238E27FC236}">
                <a16:creationId xmlns:a16="http://schemas.microsoft.com/office/drawing/2014/main" id="{1EADCAF8-8823-4E89-8612-21029831A4B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88" name="Rectangle 3087">
            <a:extLst>
              <a:ext uri="{FF2B5EF4-FFF2-40B4-BE49-F238E27FC236}">
                <a16:creationId xmlns:a16="http://schemas.microsoft.com/office/drawing/2014/main" id="{28CA07B2-0819-4B62-9425-7A52BBDD707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800" dirty="0"/>
          </a:p>
        </p:txBody>
      </p:sp>
      <p:grpSp>
        <p:nvGrpSpPr>
          <p:cNvPr id="3090" name="Group 3089">
            <a:extLst>
              <a:ext uri="{FF2B5EF4-FFF2-40B4-BE49-F238E27FC236}">
                <a16:creationId xmlns:a16="http://schemas.microsoft.com/office/drawing/2014/main" id="{DA02BEE4-A5D4-40AF-882D-49D34B086FF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303402" y="3985"/>
            <a:ext cx="9772765" cy="6858000"/>
            <a:chOff x="1303402" y="36937"/>
            <a:chExt cx="9772765" cy="6858000"/>
          </a:xfrm>
        </p:grpSpPr>
        <p:sp>
          <p:nvSpPr>
            <p:cNvPr id="3091" name="Freeform: Shape 3090">
              <a:extLst>
                <a:ext uri="{FF2B5EF4-FFF2-40B4-BE49-F238E27FC236}">
                  <a16:creationId xmlns:a16="http://schemas.microsoft.com/office/drawing/2014/main" id="{0F5843EB-154F-4459-8954-BB1DF64BBD1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560551" y="36937"/>
              <a:ext cx="9313016" cy="6858000"/>
            </a:xfrm>
            <a:custGeom>
              <a:avLst/>
              <a:gdLst>
                <a:gd name="connsiteX0" fmla="*/ 6993556 w 9313016"/>
                <a:gd name="connsiteY0" fmla="*/ 0 h 6858000"/>
                <a:gd name="connsiteX1" fmla="*/ 7358516 w 9313016"/>
                <a:gd name="connsiteY1" fmla="*/ 0 h 6858000"/>
                <a:gd name="connsiteX2" fmla="*/ 7475006 w 9313016"/>
                <a:gd name="connsiteY2" fmla="*/ 82722 h 6858000"/>
                <a:gd name="connsiteX3" fmla="*/ 7816357 w 9313016"/>
                <a:gd name="connsiteY3" fmla="*/ 358482 h 6858000"/>
                <a:gd name="connsiteX4" fmla="*/ 8421752 w 9313016"/>
                <a:gd name="connsiteY4" fmla="*/ 995405 h 6858000"/>
                <a:gd name="connsiteX5" fmla="*/ 8897059 w 9313016"/>
                <a:gd name="connsiteY5" fmla="*/ 1737211 h 6858000"/>
                <a:gd name="connsiteX6" fmla="*/ 9206633 w 9313016"/>
                <a:gd name="connsiteY6" fmla="*/ 2564460 h 6858000"/>
                <a:gd name="connsiteX7" fmla="*/ 9286787 w 9313016"/>
                <a:gd name="connsiteY7" fmla="*/ 3000164 h 6858000"/>
                <a:gd name="connsiteX8" fmla="*/ 9312914 w 9313016"/>
                <a:gd name="connsiteY8" fmla="*/ 3442493 h 6858000"/>
                <a:gd name="connsiteX9" fmla="*/ 9190562 w 9313016"/>
                <a:gd name="connsiteY9" fmla="*/ 4316686 h 6858000"/>
                <a:gd name="connsiteX10" fmla="*/ 9043416 w 9313016"/>
                <a:gd name="connsiteY10" fmla="*/ 4734917 h 6858000"/>
                <a:gd name="connsiteX11" fmla="*/ 8809657 w 9313016"/>
                <a:gd name="connsiteY11" fmla="*/ 5128718 h 6858000"/>
                <a:gd name="connsiteX12" fmla="*/ 8645997 w 9313016"/>
                <a:gd name="connsiteY12" fmla="*/ 5297441 h 6858000"/>
                <a:gd name="connsiteX13" fmla="*/ 8457787 w 9313016"/>
                <a:gd name="connsiteY13" fmla="*/ 5433763 h 6858000"/>
                <a:gd name="connsiteX14" fmla="*/ 8260803 w 9313016"/>
                <a:gd name="connsiteY14" fmla="*/ 5541237 h 6858000"/>
                <a:gd name="connsiteX15" fmla="*/ 8066136 w 9313016"/>
                <a:gd name="connsiteY15" fmla="*/ 5635704 h 6858000"/>
                <a:gd name="connsiteX16" fmla="*/ 7698638 w 9313016"/>
                <a:gd name="connsiteY16" fmla="*/ 5837163 h 6858000"/>
                <a:gd name="connsiteX17" fmla="*/ 7370135 w 9313016"/>
                <a:gd name="connsiteY17" fmla="*/ 6090081 h 6858000"/>
                <a:gd name="connsiteX18" fmla="*/ 7218897 w 9313016"/>
                <a:gd name="connsiteY18" fmla="*/ 6235860 h 6858000"/>
                <a:gd name="connsiteX19" fmla="*/ 7070665 w 9313016"/>
                <a:gd name="connsiteY19" fmla="*/ 6387205 h 6858000"/>
                <a:gd name="connsiteX20" fmla="*/ 6779035 w 9313016"/>
                <a:gd name="connsiteY20" fmla="*/ 6697100 h 6858000"/>
                <a:gd name="connsiteX21" fmla="*/ 6631837 w 9313016"/>
                <a:gd name="connsiteY21" fmla="*/ 6852239 h 6858000"/>
                <a:gd name="connsiteX22" fmla="*/ 6626221 w 9313016"/>
                <a:gd name="connsiteY22" fmla="*/ 6858000 h 6858000"/>
                <a:gd name="connsiteX23" fmla="*/ 6424725 w 9313016"/>
                <a:gd name="connsiteY23" fmla="*/ 6858000 h 6858000"/>
                <a:gd name="connsiteX24" fmla="*/ 6527382 w 9313016"/>
                <a:gd name="connsiteY24" fmla="*/ 6756333 h 6858000"/>
                <a:gd name="connsiteX25" fmla="*/ 6674233 w 9313016"/>
                <a:gd name="connsiteY25" fmla="*/ 6603450 h 6858000"/>
                <a:gd name="connsiteX26" fmla="*/ 6965813 w 9313016"/>
                <a:gd name="connsiteY26" fmla="*/ 6292932 h 6858000"/>
                <a:gd name="connsiteX27" fmla="*/ 7112961 w 9313016"/>
                <a:gd name="connsiteY27" fmla="*/ 6137505 h 6858000"/>
                <a:gd name="connsiteX28" fmla="*/ 7264790 w 9313016"/>
                <a:gd name="connsiteY28" fmla="*/ 5983710 h 6858000"/>
                <a:gd name="connsiteX29" fmla="*/ 7974595 w 9313016"/>
                <a:gd name="connsiteY29" fmla="*/ 5470773 h 6858000"/>
                <a:gd name="connsiteX30" fmla="*/ 8331591 w 9313016"/>
                <a:gd name="connsiteY30" fmla="*/ 5254048 h 6858000"/>
                <a:gd name="connsiteX31" fmla="*/ 8599807 w 9313016"/>
                <a:gd name="connsiteY31" fmla="*/ 4980010 h 6858000"/>
                <a:gd name="connsiteX32" fmla="*/ 8766474 w 9313016"/>
                <a:gd name="connsiteY32" fmla="*/ 4631524 h 6858000"/>
                <a:gd name="connsiteX33" fmla="*/ 8865755 w 9313016"/>
                <a:gd name="connsiteY33" fmla="*/ 4244445 h 6858000"/>
                <a:gd name="connsiteX34" fmla="*/ 8882911 w 9313016"/>
                <a:gd name="connsiteY34" fmla="*/ 4145659 h 6858000"/>
                <a:gd name="connsiteX35" fmla="*/ 8897403 w 9313016"/>
                <a:gd name="connsiteY35" fmla="*/ 4046633 h 6858000"/>
                <a:gd name="connsiteX36" fmla="*/ 8908298 w 9313016"/>
                <a:gd name="connsiteY36" fmla="*/ 3947271 h 6858000"/>
                <a:gd name="connsiteX37" fmla="*/ 8916184 w 9313016"/>
                <a:gd name="connsiteY37" fmla="*/ 3847765 h 6858000"/>
                <a:gd name="connsiteX38" fmla="*/ 8920670 w 9313016"/>
                <a:gd name="connsiteY38" fmla="*/ 3449597 h 6858000"/>
                <a:gd name="connsiteX39" fmla="*/ 8914607 w 9313016"/>
                <a:gd name="connsiteY39" fmla="*/ 3350283 h 6858000"/>
                <a:gd name="connsiteX40" fmla="*/ 8905340 w 9313016"/>
                <a:gd name="connsiteY40" fmla="*/ 3251209 h 6858000"/>
                <a:gd name="connsiteX41" fmla="*/ 8893854 w 9313016"/>
                <a:gd name="connsiteY41" fmla="*/ 3152376 h 6858000"/>
                <a:gd name="connsiteX42" fmla="*/ 8879706 w 9313016"/>
                <a:gd name="connsiteY42" fmla="*/ 3053878 h 6858000"/>
                <a:gd name="connsiteX43" fmla="*/ 8797531 w 9313016"/>
                <a:gd name="connsiteY43" fmla="*/ 2663966 h 6858000"/>
                <a:gd name="connsiteX44" fmla="*/ 8520442 w 9313016"/>
                <a:gd name="connsiteY44" fmla="*/ 1911983 h 6858000"/>
                <a:gd name="connsiteX45" fmla="*/ 8332626 w 9313016"/>
                <a:gd name="connsiteY45" fmla="*/ 1553608 h 6858000"/>
                <a:gd name="connsiteX46" fmla="*/ 8116317 w 9313016"/>
                <a:gd name="connsiteY46" fmla="*/ 1208529 h 6858000"/>
                <a:gd name="connsiteX47" fmla="*/ 7873293 w 9313016"/>
                <a:gd name="connsiteY47" fmla="*/ 878284 h 6858000"/>
                <a:gd name="connsiteX48" fmla="*/ 7604337 w 9313016"/>
                <a:gd name="connsiteY48" fmla="*/ 565125 h 6858000"/>
                <a:gd name="connsiteX49" fmla="*/ 7311128 w 9313016"/>
                <a:gd name="connsiteY49" fmla="*/ 270591 h 6858000"/>
                <a:gd name="connsiteX50" fmla="*/ 1752019 w 9313016"/>
                <a:gd name="connsiteY50" fmla="*/ 0 h 6858000"/>
                <a:gd name="connsiteX51" fmla="*/ 2155804 w 9313016"/>
                <a:gd name="connsiteY51" fmla="*/ 0 h 6858000"/>
                <a:gd name="connsiteX52" fmla="*/ 2103975 w 9313016"/>
                <a:gd name="connsiteY52" fmla="*/ 40789 h 6858000"/>
                <a:gd name="connsiteX53" fmla="*/ 1656310 w 9313016"/>
                <a:gd name="connsiteY53" fmla="*/ 470035 h 6858000"/>
                <a:gd name="connsiteX54" fmla="*/ 806013 w 9313016"/>
                <a:gd name="connsiteY54" fmla="*/ 1841133 h 6858000"/>
                <a:gd name="connsiteX55" fmla="*/ 580685 w 9313016"/>
                <a:gd name="connsiteY55" fmla="*/ 2606364 h 6858000"/>
                <a:gd name="connsiteX56" fmla="*/ 503489 w 9313016"/>
                <a:gd name="connsiteY56" fmla="*/ 3397276 h 6858000"/>
                <a:gd name="connsiteX57" fmla="*/ 570135 w 9313016"/>
                <a:gd name="connsiteY57" fmla="*/ 4188235 h 6858000"/>
                <a:gd name="connsiteX58" fmla="*/ 783387 w 9313016"/>
                <a:gd name="connsiteY58" fmla="*/ 4953850 h 6858000"/>
                <a:gd name="connsiteX59" fmla="*/ 1628014 w 9313016"/>
                <a:gd name="connsiteY59" fmla="*/ 6308245 h 6858000"/>
                <a:gd name="connsiteX60" fmla="*/ 2235998 w 9313016"/>
                <a:gd name="connsiteY60" fmla="*/ 6844829 h 6858000"/>
                <a:gd name="connsiteX61" fmla="*/ 2255028 w 9313016"/>
                <a:gd name="connsiteY61" fmla="*/ 6858000 h 6858000"/>
                <a:gd name="connsiteX62" fmla="*/ 1578787 w 9313016"/>
                <a:gd name="connsiteY62" fmla="*/ 6858000 h 6858000"/>
                <a:gd name="connsiteX63" fmla="*/ 1465153 w 9313016"/>
                <a:gd name="connsiteY63" fmla="*/ 6759050 h 6858000"/>
                <a:gd name="connsiteX64" fmla="*/ 1303650 w 9313016"/>
                <a:gd name="connsiteY64" fmla="*/ 6604267 h 6858000"/>
                <a:gd name="connsiteX65" fmla="*/ 323708 w 9313016"/>
                <a:gd name="connsiteY65" fmla="*/ 5126365 h 6858000"/>
                <a:gd name="connsiteX66" fmla="*/ 872 w 9313016"/>
                <a:gd name="connsiteY66" fmla="*/ 3391228 h 6858000"/>
                <a:gd name="connsiteX67" fmla="*/ 105428 w 9313016"/>
                <a:gd name="connsiteY67" fmla="*/ 2511899 h 6858000"/>
                <a:gd name="connsiteX68" fmla="*/ 384933 w 9313016"/>
                <a:gd name="connsiteY68" fmla="*/ 1670971 h 6858000"/>
                <a:gd name="connsiteX69" fmla="*/ 1433593 w 9313016"/>
                <a:gd name="connsiteY69" fmla="*/ 256095 h 6858000"/>
                <a:gd name="connsiteX70" fmla="*/ 1602664 w 9313016"/>
                <a:gd name="connsiteY70" fmla="*/ 113704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</a:cxnLst>
              <a:rect l="l" t="t" r="r" b="b"/>
              <a:pathLst>
                <a:path w="9313016" h="6858000">
                  <a:moveTo>
                    <a:pt x="6993556" y="0"/>
                  </a:moveTo>
                  <a:lnTo>
                    <a:pt x="7358516" y="0"/>
                  </a:lnTo>
                  <a:lnTo>
                    <a:pt x="7475006" y="82722"/>
                  </a:lnTo>
                  <a:cubicBezTo>
                    <a:pt x="7592423" y="169778"/>
                    <a:pt x="7706366" y="261748"/>
                    <a:pt x="7816357" y="358482"/>
                  </a:cubicBezTo>
                  <a:cubicBezTo>
                    <a:pt x="8036559" y="551589"/>
                    <a:pt x="8239655" y="764905"/>
                    <a:pt x="8421752" y="995405"/>
                  </a:cubicBezTo>
                  <a:cubicBezTo>
                    <a:pt x="8604736" y="1225282"/>
                    <a:pt x="8763567" y="1474646"/>
                    <a:pt x="8897059" y="1737211"/>
                  </a:cubicBezTo>
                  <a:cubicBezTo>
                    <a:pt x="9029909" y="2000162"/>
                    <a:pt x="9134317" y="2277990"/>
                    <a:pt x="9206633" y="2564460"/>
                  </a:cubicBezTo>
                  <a:cubicBezTo>
                    <a:pt x="9242322" y="2707791"/>
                    <a:pt x="9269041" y="2853474"/>
                    <a:pt x="9286787" y="3000164"/>
                  </a:cubicBezTo>
                  <a:cubicBezTo>
                    <a:pt x="9304977" y="3146856"/>
                    <a:pt x="9314097" y="3294698"/>
                    <a:pt x="9312914" y="3442493"/>
                  </a:cubicBezTo>
                  <a:cubicBezTo>
                    <a:pt x="9309906" y="3737987"/>
                    <a:pt x="9270717" y="4033288"/>
                    <a:pt x="9190562" y="4316686"/>
                  </a:cubicBezTo>
                  <a:cubicBezTo>
                    <a:pt x="9150486" y="4458240"/>
                    <a:pt x="9103951" y="4597587"/>
                    <a:pt x="9043416" y="4734917"/>
                  </a:cubicBezTo>
                  <a:cubicBezTo>
                    <a:pt x="8982980" y="4871817"/>
                    <a:pt x="8908740" y="5007131"/>
                    <a:pt x="8809657" y="5128718"/>
                  </a:cubicBezTo>
                  <a:cubicBezTo>
                    <a:pt x="8760312" y="5189247"/>
                    <a:pt x="8706137" y="5246945"/>
                    <a:pt x="8645997" y="5297441"/>
                  </a:cubicBezTo>
                  <a:cubicBezTo>
                    <a:pt x="8586252" y="5348274"/>
                    <a:pt x="8522809" y="5393730"/>
                    <a:pt x="8457787" y="5433763"/>
                  </a:cubicBezTo>
                  <a:cubicBezTo>
                    <a:pt x="8392816" y="5474132"/>
                    <a:pt x="8326219" y="5508213"/>
                    <a:pt x="8260803" y="5541237"/>
                  </a:cubicBezTo>
                  <a:cubicBezTo>
                    <a:pt x="8195289" y="5574071"/>
                    <a:pt x="8130023" y="5604838"/>
                    <a:pt x="8066136" y="5635704"/>
                  </a:cubicBezTo>
                  <a:cubicBezTo>
                    <a:pt x="7938313" y="5697433"/>
                    <a:pt x="7815222" y="5762186"/>
                    <a:pt x="7698638" y="5837163"/>
                  </a:cubicBezTo>
                  <a:cubicBezTo>
                    <a:pt x="7582449" y="5912381"/>
                    <a:pt x="7471881" y="5996094"/>
                    <a:pt x="7370135" y="6090081"/>
                  </a:cubicBezTo>
                  <a:cubicBezTo>
                    <a:pt x="7319460" y="6136593"/>
                    <a:pt x="7268881" y="6186082"/>
                    <a:pt x="7218897" y="6235860"/>
                  </a:cubicBezTo>
                  <a:cubicBezTo>
                    <a:pt x="7168763" y="6285493"/>
                    <a:pt x="7119665" y="6336229"/>
                    <a:pt x="7070665" y="6387205"/>
                  </a:cubicBezTo>
                  <a:cubicBezTo>
                    <a:pt x="6972715" y="6489208"/>
                    <a:pt x="6876195" y="6593131"/>
                    <a:pt x="6779035" y="6697100"/>
                  </a:cubicBezTo>
                  <a:cubicBezTo>
                    <a:pt x="6730379" y="6748989"/>
                    <a:pt x="6681528" y="6800878"/>
                    <a:pt x="6631837" y="6852239"/>
                  </a:cubicBezTo>
                  <a:lnTo>
                    <a:pt x="6626221" y="6858000"/>
                  </a:lnTo>
                  <a:lnTo>
                    <a:pt x="6424725" y="6858000"/>
                  </a:lnTo>
                  <a:lnTo>
                    <a:pt x="6527382" y="6756333"/>
                  </a:lnTo>
                  <a:cubicBezTo>
                    <a:pt x="6576726" y="6705932"/>
                    <a:pt x="6625480" y="6654811"/>
                    <a:pt x="6674233" y="6603450"/>
                  </a:cubicBezTo>
                  <a:cubicBezTo>
                    <a:pt x="6771788" y="6500920"/>
                    <a:pt x="6868309" y="6396757"/>
                    <a:pt x="6965813" y="6292932"/>
                  </a:cubicBezTo>
                  <a:lnTo>
                    <a:pt x="7112961" y="6137505"/>
                  </a:lnTo>
                  <a:cubicBezTo>
                    <a:pt x="7162354" y="6085808"/>
                    <a:pt x="7211945" y="6034640"/>
                    <a:pt x="7264790" y="5983710"/>
                  </a:cubicBezTo>
                  <a:cubicBezTo>
                    <a:pt x="7472373" y="5779130"/>
                    <a:pt x="7721610" y="5610648"/>
                    <a:pt x="7974595" y="5470773"/>
                  </a:cubicBezTo>
                  <a:cubicBezTo>
                    <a:pt x="8099903" y="5399395"/>
                    <a:pt x="8224127" y="5332529"/>
                    <a:pt x="8331591" y="5254048"/>
                  </a:cubicBezTo>
                  <a:cubicBezTo>
                    <a:pt x="8439351" y="5176047"/>
                    <a:pt x="8529660" y="5085949"/>
                    <a:pt x="8599807" y="4980010"/>
                  </a:cubicBezTo>
                  <a:cubicBezTo>
                    <a:pt x="8671187" y="4875128"/>
                    <a:pt x="8723982" y="4756086"/>
                    <a:pt x="8766474" y="4631524"/>
                  </a:cubicBezTo>
                  <a:cubicBezTo>
                    <a:pt x="8808968" y="4507010"/>
                    <a:pt x="8840615" y="4375872"/>
                    <a:pt x="8865755" y="4244445"/>
                  </a:cubicBezTo>
                  <a:cubicBezTo>
                    <a:pt x="8871375" y="4211468"/>
                    <a:pt x="8878129" y="4178731"/>
                    <a:pt x="8882911" y="4145659"/>
                  </a:cubicBezTo>
                  <a:lnTo>
                    <a:pt x="8897403" y="4046633"/>
                  </a:lnTo>
                  <a:lnTo>
                    <a:pt x="8908298" y="3947271"/>
                  </a:lnTo>
                  <a:cubicBezTo>
                    <a:pt x="8912389" y="3914247"/>
                    <a:pt x="8913425" y="3880886"/>
                    <a:pt x="8916184" y="3847765"/>
                  </a:cubicBezTo>
                  <a:cubicBezTo>
                    <a:pt x="8925797" y="3715091"/>
                    <a:pt x="8925945" y="3582127"/>
                    <a:pt x="8920670" y="3449597"/>
                  </a:cubicBezTo>
                  <a:lnTo>
                    <a:pt x="8914607" y="3350283"/>
                  </a:lnTo>
                  <a:cubicBezTo>
                    <a:pt x="8911995" y="3317211"/>
                    <a:pt x="8908348" y="3284233"/>
                    <a:pt x="8905340" y="3251209"/>
                  </a:cubicBezTo>
                  <a:cubicBezTo>
                    <a:pt x="8902628" y="3218185"/>
                    <a:pt x="8897551" y="3185305"/>
                    <a:pt x="8893854" y="3152376"/>
                  </a:cubicBezTo>
                  <a:cubicBezTo>
                    <a:pt x="8890305" y="3119399"/>
                    <a:pt x="8884932" y="3086662"/>
                    <a:pt x="8879706" y="3053878"/>
                  </a:cubicBezTo>
                  <a:cubicBezTo>
                    <a:pt x="8858707" y="2922835"/>
                    <a:pt x="8831249" y="2792705"/>
                    <a:pt x="8797531" y="2663966"/>
                  </a:cubicBezTo>
                  <a:cubicBezTo>
                    <a:pt x="8728616" y="2406777"/>
                    <a:pt x="8635497" y="2155109"/>
                    <a:pt x="8520442" y="1911983"/>
                  </a:cubicBezTo>
                  <a:cubicBezTo>
                    <a:pt x="8462667" y="1790541"/>
                    <a:pt x="8400112" y="1670923"/>
                    <a:pt x="8332626" y="1553608"/>
                  </a:cubicBezTo>
                  <a:cubicBezTo>
                    <a:pt x="8265683" y="1436006"/>
                    <a:pt x="8192973" y="1321188"/>
                    <a:pt x="8116317" y="1208529"/>
                  </a:cubicBezTo>
                  <a:cubicBezTo>
                    <a:pt x="8039811" y="1095776"/>
                    <a:pt x="7958079" y="986094"/>
                    <a:pt x="7873293" y="878284"/>
                  </a:cubicBezTo>
                  <a:cubicBezTo>
                    <a:pt x="7787814" y="771002"/>
                    <a:pt x="7697999" y="666551"/>
                    <a:pt x="7604337" y="565125"/>
                  </a:cubicBezTo>
                  <a:cubicBezTo>
                    <a:pt x="7510479" y="463891"/>
                    <a:pt x="7413367" y="364818"/>
                    <a:pt x="7311128" y="270591"/>
                  </a:cubicBezTo>
                  <a:close/>
                  <a:moveTo>
                    <a:pt x="1752019" y="0"/>
                  </a:moveTo>
                  <a:lnTo>
                    <a:pt x="2155804" y="0"/>
                  </a:lnTo>
                  <a:lnTo>
                    <a:pt x="2103975" y="40789"/>
                  </a:lnTo>
                  <a:cubicBezTo>
                    <a:pt x="1943592" y="173585"/>
                    <a:pt x="1793955" y="317500"/>
                    <a:pt x="1656310" y="470035"/>
                  </a:cubicBezTo>
                  <a:cubicBezTo>
                    <a:pt x="1288172" y="876939"/>
                    <a:pt x="1002998" y="1344708"/>
                    <a:pt x="806013" y="1841133"/>
                  </a:cubicBezTo>
                  <a:cubicBezTo>
                    <a:pt x="707818" y="2089538"/>
                    <a:pt x="630868" y="2345480"/>
                    <a:pt x="580685" y="2606364"/>
                  </a:cubicBezTo>
                  <a:cubicBezTo>
                    <a:pt x="530749" y="2867250"/>
                    <a:pt x="504868" y="3132119"/>
                    <a:pt x="503489" y="3397276"/>
                  </a:cubicBezTo>
                  <a:cubicBezTo>
                    <a:pt x="501467" y="3662434"/>
                    <a:pt x="524093" y="3927351"/>
                    <a:pt x="570135" y="4188235"/>
                  </a:cubicBezTo>
                  <a:cubicBezTo>
                    <a:pt x="615734" y="4449264"/>
                    <a:pt x="688642" y="4705493"/>
                    <a:pt x="783387" y="4953850"/>
                  </a:cubicBezTo>
                  <a:cubicBezTo>
                    <a:pt x="974357" y="5449796"/>
                    <a:pt x="1259630" y="5913773"/>
                    <a:pt x="1628014" y="6308245"/>
                  </a:cubicBezTo>
                  <a:cubicBezTo>
                    <a:pt x="1812182" y="6505481"/>
                    <a:pt x="2016215" y="6685052"/>
                    <a:pt x="2235998" y="6844829"/>
                  </a:cubicBezTo>
                  <a:lnTo>
                    <a:pt x="2255028" y="6858000"/>
                  </a:lnTo>
                  <a:lnTo>
                    <a:pt x="1578787" y="6858000"/>
                  </a:lnTo>
                  <a:lnTo>
                    <a:pt x="1465153" y="6759050"/>
                  </a:lnTo>
                  <a:cubicBezTo>
                    <a:pt x="1410086" y="6708726"/>
                    <a:pt x="1356236" y="6657104"/>
                    <a:pt x="1303650" y="6604267"/>
                  </a:cubicBezTo>
                  <a:cubicBezTo>
                    <a:pt x="883506" y="6181043"/>
                    <a:pt x="548150" y="5676072"/>
                    <a:pt x="323708" y="5126365"/>
                  </a:cubicBezTo>
                  <a:cubicBezTo>
                    <a:pt x="97737" y="4577139"/>
                    <a:pt x="-10958" y="3981927"/>
                    <a:pt x="872" y="3391228"/>
                  </a:cubicBezTo>
                  <a:cubicBezTo>
                    <a:pt x="5951" y="3095783"/>
                    <a:pt x="40506" y="2800528"/>
                    <a:pt x="105428" y="2511899"/>
                  </a:cubicBezTo>
                  <a:cubicBezTo>
                    <a:pt x="170104" y="2223317"/>
                    <a:pt x="262089" y="1940399"/>
                    <a:pt x="384933" y="1670971"/>
                  </a:cubicBezTo>
                  <a:cubicBezTo>
                    <a:pt x="629092" y="1131344"/>
                    <a:pt x="991955" y="646919"/>
                    <a:pt x="1433593" y="256095"/>
                  </a:cubicBezTo>
                  <a:cubicBezTo>
                    <a:pt x="1488791" y="207206"/>
                    <a:pt x="1545179" y="159733"/>
                    <a:pt x="1602664" y="113704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8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3092" name="Freeform: Shape 3091">
              <a:extLst>
                <a:ext uri="{FF2B5EF4-FFF2-40B4-BE49-F238E27FC236}">
                  <a16:creationId xmlns:a16="http://schemas.microsoft.com/office/drawing/2014/main" id="{75905135-55D9-431B-8D5A-4C5C92B1FED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659468" y="36937"/>
              <a:ext cx="9065550" cy="6858000"/>
            </a:xfrm>
            <a:custGeom>
              <a:avLst/>
              <a:gdLst>
                <a:gd name="connsiteX0" fmla="*/ 1839951 w 9065550"/>
                <a:gd name="connsiteY0" fmla="*/ 0 h 6858000"/>
                <a:gd name="connsiteX1" fmla="*/ 6979427 w 9065550"/>
                <a:gd name="connsiteY1" fmla="*/ 0 h 6858000"/>
                <a:gd name="connsiteX2" fmla="*/ 6989586 w 9065550"/>
                <a:gd name="connsiteY2" fmla="*/ 6825 h 6858000"/>
                <a:gd name="connsiteX3" fmla="*/ 8932062 w 9065550"/>
                <a:gd name="connsiteY3" fmla="*/ 4580835 h 6858000"/>
                <a:gd name="connsiteX4" fmla="*/ 7166294 w 9065550"/>
                <a:gd name="connsiteY4" fmla="*/ 6259703 h 6858000"/>
                <a:gd name="connsiteX5" fmla="*/ 6868878 w 9065550"/>
                <a:gd name="connsiteY5" fmla="*/ 6564765 h 6858000"/>
                <a:gd name="connsiteX6" fmla="*/ 6591881 w 9065550"/>
                <a:gd name="connsiteY6" fmla="*/ 6858000 h 6858000"/>
                <a:gd name="connsiteX7" fmla="*/ 5184648 w 9065550"/>
                <a:gd name="connsiteY7" fmla="*/ 6858000 h 6858000"/>
                <a:gd name="connsiteX8" fmla="*/ 5244877 w 9065550"/>
                <a:gd name="connsiteY8" fmla="*/ 6817615 h 6858000"/>
                <a:gd name="connsiteX9" fmla="*/ 6033853 w 9065550"/>
                <a:gd name="connsiteY9" fmla="*/ 6069135 h 6858000"/>
                <a:gd name="connsiteX10" fmla="*/ 6480248 w 9065550"/>
                <a:gd name="connsiteY10" fmla="*/ 5607082 h 6858000"/>
                <a:gd name="connsiteX11" fmla="*/ 7551502 w 9065550"/>
                <a:gd name="connsiteY11" fmla="*/ 4859004 h 6858000"/>
                <a:gd name="connsiteX12" fmla="*/ 7844227 w 9065550"/>
                <a:gd name="connsiteY12" fmla="*/ 4683074 h 6858000"/>
                <a:gd name="connsiteX13" fmla="*/ 8005810 w 9065550"/>
                <a:gd name="connsiteY13" fmla="*/ 4330239 h 6858000"/>
                <a:gd name="connsiteX14" fmla="*/ 8016191 w 9065550"/>
                <a:gd name="connsiteY14" fmla="*/ 2956574 h 6858000"/>
                <a:gd name="connsiteX15" fmla="*/ 7346424 w 9065550"/>
                <a:gd name="connsiteY15" fmla="*/ 1636739 h 6858000"/>
                <a:gd name="connsiteX16" fmla="*/ 5995751 w 9065550"/>
                <a:gd name="connsiteY16" fmla="*/ 493319 h 6858000"/>
                <a:gd name="connsiteX17" fmla="*/ 4494836 w 9065550"/>
                <a:gd name="connsiteY17" fmla="*/ 75383 h 6858000"/>
                <a:gd name="connsiteX18" fmla="*/ 2002499 w 9065550"/>
                <a:gd name="connsiteY18" fmla="*/ 1094261 h 6858000"/>
                <a:gd name="connsiteX19" fmla="*/ 1241306 w 9065550"/>
                <a:gd name="connsiteY19" fmla="*/ 2206935 h 6858000"/>
                <a:gd name="connsiteX20" fmla="*/ 961736 w 9065550"/>
                <a:gd name="connsiteY20" fmla="*/ 3573719 h 6858000"/>
                <a:gd name="connsiteX21" fmla="*/ 1193878 w 9065550"/>
                <a:gd name="connsiteY21" fmla="*/ 4824208 h 6858000"/>
                <a:gd name="connsiteX22" fmla="*/ 1832096 w 9065550"/>
                <a:gd name="connsiteY22" fmla="*/ 5873050 h 6858000"/>
                <a:gd name="connsiteX23" fmla="*/ 3010752 w 9065550"/>
                <a:gd name="connsiteY23" fmla="*/ 6749475 h 6858000"/>
                <a:gd name="connsiteX24" fmla="*/ 3187037 w 9065550"/>
                <a:gd name="connsiteY24" fmla="*/ 6824756 h 6858000"/>
                <a:gd name="connsiteX25" fmla="*/ 3278211 w 9065550"/>
                <a:gd name="connsiteY25" fmla="*/ 6858000 h 6858000"/>
                <a:gd name="connsiteX26" fmla="*/ 1480830 w 9065550"/>
                <a:gd name="connsiteY26" fmla="*/ 6858000 h 6858000"/>
                <a:gd name="connsiteX27" fmla="*/ 1427607 w 9065550"/>
                <a:gd name="connsiteY27" fmla="*/ 6811515 h 6858000"/>
                <a:gd name="connsiteX28" fmla="*/ 1100739 w 9065550"/>
                <a:gd name="connsiteY28" fmla="*/ 6477651 h 6858000"/>
                <a:gd name="connsiteX29" fmla="*/ 0 w 9065550"/>
                <a:gd name="connsiteY29" fmla="*/ 3573620 h 6858000"/>
                <a:gd name="connsiteX30" fmla="*/ 1805513 w 9065550"/>
                <a:gd name="connsiteY30" fmla="*/ 24133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</a:cxnLst>
              <a:rect l="l" t="t" r="r" b="b"/>
              <a:pathLst>
                <a:path w="9065550" h="6858000">
                  <a:moveTo>
                    <a:pt x="1839951" y="0"/>
                  </a:moveTo>
                  <a:lnTo>
                    <a:pt x="6979427" y="0"/>
                  </a:lnTo>
                  <a:lnTo>
                    <a:pt x="6989586" y="6825"/>
                  </a:lnTo>
                  <a:cubicBezTo>
                    <a:pt x="8438828" y="1031353"/>
                    <a:pt x="9439169" y="2823601"/>
                    <a:pt x="8932062" y="4580835"/>
                  </a:cubicBezTo>
                  <a:cubicBezTo>
                    <a:pt x="8592517" y="5757293"/>
                    <a:pt x="7979652" y="5458140"/>
                    <a:pt x="7166294" y="6259703"/>
                  </a:cubicBezTo>
                  <a:cubicBezTo>
                    <a:pt x="7064618" y="6359905"/>
                    <a:pt x="6966014" y="6462297"/>
                    <a:pt x="6868878" y="6564765"/>
                  </a:cubicBezTo>
                  <a:lnTo>
                    <a:pt x="6591881" y="6858000"/>
                  </a:lnTo>
                  <a:lnTo>
                    <a:pt x="5184648" y="6858000"/>
                  </a:lnTo>
                  <a:lnTo>
                    <a:pt x="5244877" y="6817615"/>
                  </a:lnTo>
                  <a:cubicBezTo>
                    <a:pt x="5481027" y="6649287"/>
                    <a:pt x="5723665" y="6398593"/>
                    <a:pt x="6033853" y="6069135"/>
                  </a:cubicBezTo>
                  <a:cubicBezTo>
                    <a:pt x="6175680" y="5918484"/>
                    <a:pt x="6322395" y="5762660"/>
                    <a:pt x="6480248" y="5607082"/>
                  </a:cubicBezTo>
                  <a:cubicBezTo>
                    <a:pt x="6893276" y="5200077"/>
                    <a:pt x="7273697" y="5002920"/>
                    <a:pt x="7551502" y="4859004"/>
                  </a:cubicBezTo>
                  <a:cubicBezTo>
                    <a:pt x="7687884" y="4788339"/>
                    <a:pt x="7795540" y="4732559"/>
                    <a:pt x="7844227" y="4683074"/>
                  </a:cubicBezTo>
                  <a:cubicBezTo>
                    <a:pt x="7898759" y="4627636"/>
                    <a:pt x="7956165" y="4502313"/>
                    <a:pt x="8005810" y="4330239"/>
                  </a:cubicBezTo>
                  <a:cubicBezTo>
                    <a:pt x="8132968" y="3889611"/>
                    <a:pt x="8136446" y="3427460"/>
                    <a:pt x="8016191" y="2956574"/>
                  </a:cubicBezTo>
                  <a:cubicBezTo>
                    <a:pt x="7900876" y="2505064"/>
                    <a:pt x="7669287" y="2048671"/>
                    <a:pt x="7346424" y="1636739"/>
                  </a:cubicBezTo>
                  <a:cubicBezTo>
                    <a:pt x="6979764" y="1168830"/>
                    <a:pt x="6512706" y="773489"/>
                    <a:pt x="5995751" y="493319"/>
                  </a:cubicBezTo>
                  <a:cubicBezTo>
                    <a:pt x="5491195" y="219884"/>
                    <a:pt x="4972174" y="75383"/>
                    <a:pt x="4494836" y="75383"/>
                  </a:cubicBezTo>
                  <a:cubicBezTo>
                    <a:pt x="3554318" y="75383"/>
                    <a:pt x="2669191" y="437197"/>
                    <a:pt x="2002499" y="1094261"/>
                  </a:cubicBezTo>
                  <a:cubicBezTo>
                    <a:pt x="1676360" y="1415667"/>
                    <a:pt x="1420225" y="1790023"/>
                    <a:pt x="1241306" y="2206935"/>
                  </a:cubicBezTo>
                  <a:cubicBezTo>
                    <a:pt x="1055782" y="2639169"/>
                    <a:pt x="961736" y="3099027"/>
                    <a:pt x="961736" y="3573719"/>
                  </a:cubicBezTo>
                  <a:cubicBezTo>
                    <a:pt x="961736" y="4005124"/>
                    <a:pt x="1039805" y="4425841"/>
                    <a:pt x="1193878" y="4824208"/>
                  </a:cubicBezTo>
                  <a:cubicBezTo>
                    <a:pt x="1342457" y="5208423"/>
                    <a:pt x="1557214" y="5561306"/>
                    <a:pt x="1832096" y="5873050"/>
                  </a:cubicBezTo>
                  <a:cubicBezTo>
                    <a:pt x="2157126" y="6241599"/>
                    <a:pt x="2564661" y="6544656"/>
                    <a:pt x="3010752" y="6749475"/>
                  </a:cubicBezTo>
                  <a:cubicBezTo>
                    <a:pt x="3069003" y="6776219"/>
                    <a:pt x="3127773" y="6801314"/>
                    <a:pt x="3187037" y="6824756"/>
                  </a:cubicBezTo>
                  <a:lnTo>
                    <a:pt x="3278211" y="6858000"/>
                  </a:lnTo>
                  <a:lnTo>
                    <a:pt x="1480830" y="6858000"/>
                  </a:lnTo>
                  <a:lnTo>
                    <a:pt x="1427607" y="6811515"/>
                  </a:lnTo>
                  <a:cubicBezTo>
                    <a:pt x="1312870" y="6705919"/>
                    <a:pt x="1203751" y="6594470"/>
                    <a:pt x="1100739" y="6477651"/>
                  </a:cubicBezTo>
                  <a:cubicBezTo>
                    <a:pt x="415045" y="5700097"/>
                    <a:pt x="0" y="4684635"/>
                    <a:pt x="0" y="3573620"/>
                  </a:cubicBezTo>
                  <a:cubicBezTo>
                    <a:pt x="0" y="2121118"/>
                    <a:pt x="709459" y="831902"/>
                    <a:pt x="1805513" y="24133"/>
                  </a:cubicBezTo>
                  <a:close/>
                </a:path>
              </a:pathLst>
            </a:custGeom>
            <a:solidFill>
              <a:schemeClr val="accent1">
                <a:alpha val="8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3093" name="Freeform: Shape 3092">
              <a:extLst>
                <a:ext uri="{FF2B5EF4-FFF2-40B4-BE49-F238E27FC236}">
                  <a16:creationId xmlns:a16="http://schemas.microsoft.com/office/drawing/2014/main" id="{9B732812-A0BB-4324-B390-DFEF26C109E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648217" y="36937"/>
              <a:ext cx="9088051" cy="6858000"/>
            </a:xfrm>
            <a:custGeom>
              <a:avLst/>
              <a:gdLst>
                <a:gd name="connsiteX0" fmla="*/ 5158786 w 9088051"/>
                <a:gd name="connsiteY0" fmla="*/ 0 h 6858000"/>
                <a:gd name="connsiteX1" fmla="*/ 6996771 w 9088051"/>
                <a:gd name="connsiteY1" fmla="*/ 0 h 6858000"/>
                <a:gd name="connsiteX2" fmla="*/ 7006955 w 9088051"/>
                <a:gd name="connsiteY2" fmla="*/ 6825 h 6858000"/>
                <a:gd name="connsiteX3" fmla="*/ 8954230 w 9088051"/>
                <a:gd name="connsiteY3" fmla="*/ 4580835 h 6858000"/>
                <a:gd name="connsiteX4" fmla="*/ 7184080 w 9088051"/>
                <a:gd name="connsiteY4" fmla="*/ 6259703 h 6858000"/>
                <a:gd name="connsiteX5" fmla="*/ 6885926 w 9088051"/>
                <a:gd name="connsiteY5" fmla="*/ 6564765 h 6858000"/>
                <a:gd name="connsiteX6" fmla="*/ 6608241 w 9088051"/>
                <a:gd name="connsiteY6" fmla="*/ 6858000 h 6858000"/>
                <a:gd name="connsiteX7" fmla="*/ 5462870 w 9088051"/>
                <a:gd name="connsiteY7" fmla="*/ 6858000 h 6858000"/>
                <a:gd name="connsiteX8" fmla="*/ 5529056 w 9088051"/>
                <a:gd name="connsiteY8" fmla="*/ 6804645 h 6858000"/>
                <a:gd name="connsiteX9" fmla="*/ 6167613 w 9088051"/>
                <a:gd name="connsiteY9" fmla="*/ 6173667 h 6858000"/>
                <a:gd name="connsiteX10" fmla="*/ 6610973 w 9088051"/>
                <a:gd name="connsiteY10" fmla="*/ 5715860 h 6858000"/>
                <a:gd name="connsiteX11" fmla="*/ 7646083 w 9088051"/>
                <a:gd name="connsiteY11" fmla="*/ 4995842 h 6858000"/>
                <a:gd name="connsiteX12" fmla="*/ 7980054 w 9088051"/>
                <a:gd name="connsiteY12" fmla="*/ 4790095 h 6858000"/>
                <a:gd name="connsiteX13" fmla="*/ 8180437 w 9088051"/>
                <a:gd name="connsiteY13" fmla="*/ 4371964 h 6858000"/>
                <a:gd name="connsiteX14" fmla="*/ 8192058 w 9088051"/>
                <a:gd name="connsiteY14" fmla="*/ 2919242 h 6858000"/>
                <a:gd name="connsiteX15" fmla="*/ 7492638 w 9088051"/>
                <a:gd name="connsiteY15" fmla="*/ 1542845 h 6858000"/>
                <a:gd name="connsiteX16" fmla="*/ 6089097 w 9088051"/>
                <a:gd name="connsiteY16" fmla="*/ 357847 h 6858000"/>
                <a:gd name="connsiteX17" fmla="*/ 5288639 w 9088051"/>
                <a:gd name="connsiteY17" fmla="*/ 31627 h 6858000"/>
                <a:gd name="connsiteX18" fmla="*/ 1844517 w 9088051"/>
                <a:gd name="connsiteY18" fmla="*/ 0 h 6858000"/>
                <a:gd name="connsiteX19" fmla="*/ 3734467 w 9088051"/>
                <a:gd name="connsiteY19" fmla="*/ 0 h 6858000"/>
                <a:gd name="connsiteX20" fmla="*/ 3603618 w 9088051"/>
                <a:gd name="connsiteY20" fmla="*/ 28853 h 6858000"/>
                <a:gd name="connsiteX21" fmla="*/ 1892878 w 9088051"/>
                <a:gd name="connsiteY21" fmla="*/ 985434 h 6858000"/>
                <a:gd name="connsiteX22" fmla="*/ 1096045 w 9088051"/>
                <a:gd name="connsiteY22" fmla="*/ 2147349 h 6858000"/>
                <a:gd name="connsiteX23" fmla="*/ 803453 w 9088051"/>
                <a:gd name="connsiteY23" fmla="*/ 3573669 h 6858000"/>
                <a:gd name="connsiteX24" fmla="*/ 1046377 w 9088051"/>
                <a:gd name="connsiteY24" fmla="*/ 4878573 h 6858000"/>
                <a:gd name="connsiteX25" fmla="*/ 1714473 w 9088051"/>
                <a:gd name="connsiteY25" fmla="*/ 5973776 h 6858000"/>
                <a:gd name="connsiteX26" fmla="*/ 2776083 w 9088051"/>
                <a:gd name="connsiteY26" fmla="*/ 6804641 h 6858000"/>
                <a:gd name="connsiteX27" fmla="*/ 2884836 w 9088051"/>
                <a:gd name="connsiteY27" fmla="*/ 6858000 h 6858000"/>
                <a:gd name="connsiteX28" fmla="*/ 1484505 w 9088051"/>
                <a:gd name="connsiteY28" fmla="*/ 6858000 h 6858000"/>
                <a:gd name="connsiteX29" fmla="*/ 1431151 w 9088051"/>
                <a:gd name="connsiteY29" fmla="*/ 6811515 h 6858000"/>
                <a:gd name="connsiteX30" fmla="*/ 1103471 w 9088051"/>
                <a:gd name="connsiteY30" fmla="*/ 6477651 h 6858000"/>
                <a:gd name="connsiteX31" fmla="*/ 0 w 9088051"/>
                <a:gd name="connsiteY31" fmla="*/ 3573620 h 6858000"/>
                <a:gd name="connsiteX32" fmla="*/ 1809994 w 9088051"/>
                <a:gd name="connsiteY32" fmla="*/ 24133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</a:cxnLst>
              <a:rect l="l" t="t" r="r" b="b"/>
              <a:pathLst>
                <a:path w="9088051" h="6858000">
                  <a:moveTo>
                    <a:pt x="5158786" y="0"/>
                  </a:moveTo>
                  <a:lnTo>
                    <a:pt x="6996771" y="0"/>
                  </a:lnTo>
                  <a:lnTo>
                    <a:pt x="7006955" y="6825"/>
                  </a:lnTo>
                  <a:cubicBezTo>
                    <a:pt x="8459794" y="1031353"/>
                    <a:pt x="9462596" y="2823601"/>
                    <a:pt x="8954230" y="4580835"/>
                  </a:cubicBezTo>
                  <a:cubicBezTo>
                    <a:pt x="8613842" y="5757293"/>
                    <a:pt x="7999457" y="5458140"/>
                    <a:pt x="7184080" y="6259703"/>
                  </a:cubicBezTo>
                  <a:cubicBezTo>
                    <a:pt x="7082152" y="6359905"/>
                    <a:pt x="6983303" y="6462297"/>
                    <a:pt x="6885926" y="6564765"/>
                  </a:cubicBezTo>
                  <a:lnTo>
                    <a:pt x="6608241" y="6858000"/>
                  </a:lnTo>
                  <a:lnTo>
                    <a:pt x="5462870" y="6858000"/>
                  </a:lnTo>
                  <a:lnTo>
                    <a:pt x="5529056" y="6804645"/>
                  </a:lnTo>
                  <a:cubicBezTo>
                    <a:pt x="5740217" y="6626505"/>
                    <a:pt x="5949382" y="6404876"/>
                    <a:pt x="6167613" y="6173667"/>
                  </a:cubicBezTo>
                  <a:cubicBezTo>
                    <a:pt x="6308782" y="6024091"/>
                    <a:pt x="6454799" y="5869390"/>
                    <a:pt x="6610973" y="5715860"/>
                  </a:cubicBezTo>
                  <a:cubicBezTo>
                    <a:pt x="7007847" y="5325741"/>
                    <a:pt x="7376733" y="5135074"/>
                    <a:pt x="7646083" y="4995842"/>
                  </a:cubicBezTo>
                  <a:cubicBezTo>
                    <a:pt x="7816858" y="4907561"/>
                    <a:pt x="7916545" y="4854514"/>
                    <a:pt x="7980054" y="4790095"/>
                  </a:cubicBezTo>
                  <a:cubicBezTo>
                    <a:pt x="8054629" y="4714405"/>
                    <a:pt x="8122031" y="4573758"/>
                    <a:pt x="8180437" y="4371964"/>
                  </a:cubicBezTo>
                  <a:cubicBezTo>
                    <a:pt x="8315441" y="3905228"/>
                    <a:pt x="8319381" y="3416431"/>
                    <a:pt x="8192058" y="2919242"/>
                  </a:cubicBezTo>
                  <a:cubicBezTo>
                    <a:pt x="8071251" y="2447381"/>
                    <a:pt x="7829388" y="1971467"/>
                    <a:pt x="7492638" y="1542845"/>
                  </a:cubicBezTo>
                  <a:cubicBezTo>
                    <a:pt x="7111829" y="1058099"/>
                    <a:pt x="6626484" y="648361"/>
                    <a:pt x="6089097" y="357847"/>
                  </a:cubicBezTo>
                  <a:cubicBezTo>
                    <a:pt x="5824244" y="214687"/>
                    <a:pt x="5554957" y="105262"/>
                    <a:pt x="5288639" y="31627"/>
                  </a:cubicBezTo>
                  <a:close/>
                  <a:moveTo>
                    <a:pt x="1844517" y="0"/>
                  </a:moveTo>
                  <a:lnTo>
                    <a:pt x="3734467" y="0"/>
                  </a:lnTo>
                  <a:lnTo>
                    <a:pt x="3603618" y="28853"/>
                  </a:lnTo>
                  <a:cubicBezTo>
                    <a:pt x="2962049" y="186733"/>
                    <a:pt x="2373277" y="513136"/>
                    <a:pt x="1892878" y="985434"/>
                  </a:cubicBezTo>
                  <a:cubicBezTo>
                    <a:pt x="1551428" y="1321091"/>
                    <a:pt x="1283341" y="1711990"/>
                    <a:pt x="1096045" y="2147349"/>
                  </a:cubicBezTo>
                  <a:cubicBezTo>
                    <a:pt x="901876" y="2598519"/>
                    <a:pt x="803453" y="3078432"/>
                    <a:pt x="803453" y="3573669"/>
                  </a:cubicBezTo>
                  <a:cubicBezTo>
                    <a:pt x="803453" y="4023717"/>
                    <a:pt x="885151" y="4462735"/>
                    <a:pt x="1046377" y="4878573"/>
                  </a:cubicBezTo>
                  <a:cubicBezTo>
                    <a:pt x="1201945" y="5279770"/>
                    <a:pt x="1426681" y="5648221"/>
                    <a:pt x="1714473" y="5973776"/>
                  </a:cubicBezTo>
                  <a:cubicBezTo>
                    <a:pt x="2012357" y="6310732"/>
                    <a:pt x="2376505" y="6595304"/>
                    <a:pt x="2776083" y="6804641"/>
                  </a:cubicBezTo>
                  <a:lnTo>
                    <a:pt x="2884836" y="6858000"/>
                  </a:lnTo>
                  <a:lnTo>
                    <a:pt x="1484505" y="6858000"/>
                  </a:lnTo>
                  <a:lnTo>
                    <a:pt x="1431151" y="6811515"/>
                  </a:lnTo>
                  <a:cubicBezTo>
                    <a:pt x="1316128" y="6705919"/>
                    <a:pt x="1206738" y="6594470"/>
                    <a:pt x="1103471" y="6477651"/>
                  </a:cubicBezTo>
                  <a:cubicBezTo>
                    <a:pt x="416075" y="5700097"/>
                    <a:pt x="0" y="4684635"/>
                    <a:pt x="0" y="3573620"/>
                  </a:cubicBezTo>
                  <a:cubicBezTo>
                    <a:pt x="0" y="2121118"/>
                    <a:pt x="711220" y="831902"/>
                    <a:pt x="1809994" y="24133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2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3094" name="Freeform: Shape 3093">
              <a:extLst>
                <a:ext uri="{FF2B5EF4-FFF2-40B4-BE49-F238E27FC236}">
                  <a16:creationId xmlns:a16="http://schemas.microsoft.com/office/drawing/2014/main" id="{01FEC055-6F76-4E20-BC93-76C2F58EAF3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629061" y="36937"/>
              <a:ext cx="9107210" cy="6858000"/>
            </a:xfrm>
            <a:custGeom>
              <a:avLst/>
              <a:gdLst>
                <a:gd name="connsiteX0" fmla="*/ 6184722 w 9107210"/>
                <a:gd name="connsiteY0" fmla="*/ 0 h 6858000"/>
                <a:gd name="connsiteX1" fmla="*/ 6985680 w 9107210"/>
                <a:gd name="connsiteY1" fmla="*/ 0 h 6858000"/>
                <a:gd name="connsiteX2" fmla="*/ 7324323 w 9107210"/>
                <a:gd name="connsiteY2" fmla="*/ 247136 h 6858000"/>
                <a:gd name="connsiteX3" fmla="*/ 7652712 w 9107210"/>
                <a:gd name="connsiteY3" fmla="*/ 528495 h 6858000"/>
                <a:gd name="connsiteX4" fmla="*/ 8236677 w 9107210"/>
                <a:gd name="connsiteY4" fmla="*/ 1166289 h 6858000"/>
                <a:gd name="connsiteX5" fmla="*/ 8704298 w 9107210"/>
                <a:gd name="connsiteY5" fmla="*/ 1897038 h 6858000"/>
                <a:gd name="connsiteX6" fmla="*/ 8885160 w 9107210"/>
                <a:gd name="connsiteY6" fmla="*/ 2294087 h 6858000"/>
                <a:gd name="connsiteX7" fmla="*/ 8924247 w 9107210"/>
                <a:gd name="connsiteY7" fmla="*/ 2396286 h 6858000"/>
                <a:gd name="connsiteX8" fmla="*/ 8960022 w 9107210"/>
                <a:gd name="connsiteY8" fmla="*/ 2499767 h 6858000"/>
                <a:gd name="connsiteX9" fmla="*/ 8991720 w 9107210"/>
                <a:gd name="connsiteY9" fmla="*/ 2604671 h 6858000"/>
                <a:gd name="connsiteX10" fmla="*/ 9019646 w 9107210"/>
                <a:gd name="connsiteY10" fmla="*/ 2710708 h 6858000"/>
                <a:gd name="connsiteX11" fmla="*/ 9105822 w 9107210"/>
                <a:gd name="connsiteY11" fmla="*/ 3582266 h 6858000"/>
                <a:gd name="connsiteX12" fmla="*/ 9057716 w 9107210"/>
                <a:gd name="connsiteY12" fmla="*/ 4017873 h 6858000"/>
                <a:gd name="connsiteX13" fmla="*/ 8945600 w 9107210"/>
                <a:gd name="connsiteY13" fmla="*/ 4439659 h 6858000"/>
                <a:gd name="connsiteX14" fmla="*/ 8796080 w 9107210"/>
                <a:gd name="connsiteY14" fmla="*/ 4847428 h 6858000"/>
                <a:gd name="connsiteX15" fmla="*/ 8702056 w 9107210"/>
                <a:gd name="connsiteY15" fmla="*/ 5050108 h 6858000"/>
                <a:gd name="connsiteX16" fmla="*/ 8581125 w 9107210"/>
                <a:gd name="connsiteY16" fmla="*/ 5247525 h 6858000"/>
                <a:gd name="connsiteX17" fmla="*/ 8426254 w 9107210"/>
                <a:gd name="connsiteY17" fmla="*/ 5429647 h 6858000"/>
                <a:gd name="connsiteX18" fmla="*/ 8337174 w 9107210"/>
                <a:gd name="connsiteY18" fmla="*/ 5510552 h 6858000"/>
                <a:gd name="connsiteX19" fmla="*/ 8243200 w 9107210"/>
                <a:gd name="connsiteY19" fmla="*/ 5582948 h 6858000"/>
                <a:gd name="connsiteX20" fmla="*/ 7868330 w 9107210"/>
                <a:gd name="connsiteY20" fmla="*/ 5811104 h 6858000"/>
                <a:gd name="connsiteX21" fmla="*/ 7538916 w 9107210"/>
                <a:gd name="connsiteY21" fmla="*/ 6018899 h 6858000"/>
                <a:gd name="connsiteX22" fmla="*/ 7391280 w 9107210"/>
                <a:gd name="connsiteY22" fmla="*/ 6134132 h 6858000"/>
                <a:gd name="connsiteX23" fmla="*/ 7252511 w 9107210"/>
                <a:gd name="connsiteY23" fmla="*/ 6259105 h 6858000"/>
                <a:gd name="connsiteX24" fmla="*/ 7185601 w 9107210"/>
                <a:gd name="connsiteY24" fmla="*/ 6325894 h 6858000"/>
                <a:gd name="connsiteX25" fmla="*/ 7116651 w 9107210"/>
                <a:gd name="connsiteY25" fmla="*/ 6397010 h 6858000"/>
                <a:gd name="connsiteX26" fmla="*/ 6978545 w 9107210"/>
                <a:gd name="connsiteY26" fmla="*/ 6541607 h 6858000"/>
                <a:gd name="connsiteX27" fmla="*/ 6693009 w 9107210"/>
                <a:gd name="connsiteY27" fmla="*/ 6832716 h 6858000"/>
                <a:gd name="connsiteX28" fmla="*/ 6667488 w 9107210"/>
                <a:gd name="connsiteY28" fmla="*/ 6858000 h 6858000"/>
                <a:gd name="connsiteX29" fmla="*/ 6056793 w 9107210"/>
                <a:gd name="connsiteY29" fmla="*/ 6858000 h 6858000"/>
                <a:gd name="connsiteX30" fmla="*/ 6077345 w 9107210"/>
                <a:gd name="connsiteY30" fmla="*/ 6835420 h 6858000"/>
                <a:gd name="connsiteX31" fmla="*/ 6208519 w 9107210"/>
                <a:gd name="connsiteY31" fmla="*/ 6683989 h 6858000"/>
                <a:gd name="connsiteX32" fmla="*/ 6340001 w 9107210"/>
                <a:gd name="connsiteY32" fmla="*/ 6529852 h 6858000"/>
                <a:gd name="connsiteX33" fmla="*/ 6611419 w 9107210"/>
                <a:gd name="connsiteY33" fmla="*/ 6219317 h 6858000"/>
                <a:gd name="connsiteX34" fmla="*/ 6757678 w 9107210"/>
                <a:gd name="connsiteY34" fmla="*/ 6068228 h 6858000"/>
                <a:gd name="connsiteX35" fmla="*/ 6833713 w 9107210"/>
                <a:gd name="connsiteY35" fmla="*/ 5994061 h 6858000"/>
                <a:gd name="connsiteX36" fmla="*/ 6915148 w 9107210"/>
                <a:gd name="connsiteY36" fmla="*/ 5918812 h 6858000"/>
                <a:gd name="connsiteX37" fmla="*/ 7276311 w 9107210"/>
                <a:gd name="connsiteY37" fmla="*/ 5650229 h 6858000"/>
                <a:gd name="connsiteX38" fmla="*/ 7664942 w 9107210"/>
                <a:gd name="connsiteY38" fmla="*/ 5445681 h 6858000"/>
                <a:gd name="connsiteX39" fmla="*/ 7848505 w 9107210"/>
                <a:gd name="connsiteY39" fmla="*/ 5358333 h 6858000"/>
                <a:gd name="connsiteX40" fmla="*/ 8011785 w 9107210"/>
                <a:gd name="connsiteY40" fmla="*/ 5267788 h 6858000"/>
                <a:gd name="connsiteX41" fmla="*/ 8260273 w 9107210"/>
                <a:gd name="connsiteY41" fmla="*/ 5034370 h 6858000"/>
                <a:gd name="connsiteX42" fmla="*/ 8417589 w 9107210"/>
                <a:gd name="connsiteY42" fmla="*/ 4714488 h 6858000"/>
                <a:gd name="connsiteX43" fmla="*/ 8495000 w 9107210"/>
                <a:gd name="connsiteY43" fmla="*/ 4346409 h 6858000"/>
                <a:gd name="connsiteX44" fmla="*/ 8508556 w 9107210"/>
                <a:gd name="connsiteY44" fmla="*/ 3971101 h 6858000"/>
                <a:gd name="connsiteX45" fmla="*/ 8483330 w 9107210"/>
                <a:gd name="connsiteY45" fmla="*/ 3600710 h 6858000"/>
                <a:gd name="connsiteX46" fmla="*/ 8425336 w 9107210"/>
                <a:gd name="connsiteY46" fmla="*/ 3236121 h 6858000"/>
                <a:gd name="connsiteX47" fmla="*/ 8334575 w 9107210"/>
                <a:gd name="connsiteY47" fmla="*/ 2877977 h 6858000"/>
                <a:gd name="connsiteX48" fmla="*/ 8087513 w 9107210"/>
                <a:gd name="connsiteY48" fmla="*/ 2174622 h 6858000"/>
                <a:gd name="connsiteX49" fmla="*/ 7723650 w 9107210"/>
                <a:gd name="connsiteY49" fmla="*/ 1507613 h 6858000"/>
                <a:gd name="connsiteX50" fmla="*/ 7501815 w 9107210"/>
                <a:gd name="connsiteY50" fmla="*/ 1192947 h 6858000"/>
                <a:gd name="connsiteX51" fmla="*/ 7254399 w 9107210"/>
                <a:gd name="connsiteY51" fmla="*/ 894361 h 6858000"/>
                <a:gd name="connsiteX52" fmla="*/ 6689339 w 9107210"/>
                <a:gd name="connsiteY52" fmla="*/ 354046 h 6858000"/>
                <a:gd name="connsiteX53" fmla="*/ 6206651 w 9107210"/>
                <a:gd name="connsiteY53" fmla="*/ 12626 h 6858000"/>
                <a:gd name="connsiteX54" fmla="*/ 1827105 w 9107210"/>
                <a:gd name="connsiteY54" fmla="*/ 0 h 6858000"/>
                <a:gd name="connsiteX55" fmla="*/ 2807607 w 9107210"/>
                <a:gd name="connsiteY55" fmla="*/ 0 h 6858000"/>
                <a:gd name="connsiteX56" fmla="*/ 2667958 w 9107210"/>
                <a:gd name="connsiteY56" fmla="*/ 88235 h 6858000"/>
                <a:gd name="connsiteX57" fmla="*/ 2354723 w 9107210"/>
                <a:gd name="connsiteY57" fmla="*/ 314947 h 6858000"/>
                <a:gd name="connsiteX58" fmla="*/ 2059963 w 9107210"/>
                <a:gd name="connsiteY58" fmla="*/ 561545 h 6858000"/>
                <a:gd name="connsiteX59" fmla="*/ 1780798 w 9107210"/>
                <a:gd name="connsiteY59" fmla="*/ 824425 h 6858000"/>
                <a:gd name="connsiteX60" fmla="*/ 954714 w 9107210"/>
                <a:gd name="connsiteY60" fmla="*/ 2094309 h 6858000"/>
                <a:gd name="connsiteX61" fmla="*/ 732676 w 9107210"/>
                <a:gd name="connsiteY61" fmla="*/ 2813646 h 6858000"/>
                <a:gd name="connsiteX62" fmla="*/ 673867 w 9107210"/>
                <a:gd name="connsiteY62" fmla="*/ 3183989 h 6858000"/>
                <a:gd name="connsiteX63" fmla="*/ 647621 w 9107210"/>
                <a:gd name="connsiteY63" fmla="*/ 3557281 h 6858000"/>
                <a:gd name="connsiteX64" fmla="*/ 653381 w 9107210"/>
                <a:gd name="connsiteY64" fmla="*/ 3931214 h 6858000"/>
                <a:gd name="connsiteX65" fmla="*/ 690428 w 9107210"/>
                <a:gd name="connsiteY65" fmla="*/ 4303719 h 6858000"/>
                <a:gd name="connsiteX66" fmla="*/ 871801 w 9107210"/>
                <a:gd name="connsiteY66" fmla="*/ 5033041 h 6858000"/>
                <a:gd name="connsiteX67" fmla="*/ 1197749 w 9107210"/>
                <a:gd name="connsiteY67" fmla="*/ 5718494 h 6858000"/>
                <a:gd name="connsiteX68" fmla="*/ 1411480 w 9107210"/>
                <a:gd name="connsiteY68" fmla="*/ 6036703 h 6858000"/>
                <a:gd name="connsiteX69" fmla="*/ 1530170 w 9107210"/>
                <a:gd name="connsiteY69" fmla="*/ 6188430 h 6858000"/>
                <a:gd name="connsiteX70" fmla="*/ 1657165 w 9107210"/>
                <a:gd name="connsiteY70" fmla="*/ 6335385 h 6858000"/>
                <a:gd name="connsiteX71" fmla="*/ 1931343 w 9107210"/>
                <a:gd name="connsiteY71" fmla="*/ 6612896 h 6858000"/>
                <a:gd name="connsiteX72" fmla="*/ 2220133 w 9107210"/>
                <a:gd name="connsiteY72" fmla="*/ 6858000 h 6858000"/>
                <a:gd name="connsiteX73" fmla="*/ 1539862 w 9107210"/>
                <a:gd name="connsiteY73" fmla="*/ 6858000 h 6858000"/>
                <a:gd name="connsiteX74" fmla="*/ 1307111 w 9107210"/>
                <a:gd name="connsiteY74" fmla="*/ 6648873 h 6858000"/>
                <a:gd name="connsiteX75" fmla="*/ 750258 w 9107210"/>
                <a:gd name="connsiteY75" fmla="*/ 5987570 h 6858000"/>
                <a:gd name="connsiteX76" fmla="*/ 335382 w 9107210"/>
                <a:gd name="connsiteY76" fmla="*/ 5229279 h 6858000"/>
                <a:gd name="connsiteX77" fmla="*/ 79351 w 9107210"/>
                <a:gd name="connsiteY77" fmla="*/ 4403854 h 6858000"/>
                <a:gd name="connsiteX78" fmla="*/ 16007 w 9107210"/>
                <a:gd name="connsiteY78" fmla="*/ 3975723 h 6858000"/>
                <a:gd name="connsiteX79" fmla="*/ 871 w 9107210"/>
                <a:gd name="connsiteY79" fmla="*/ 3543362 h 6858000"/>
                <a:gd name="connsiteX80" fmla="*/ 32519 w 9107210"/>
                <a:gd name="connsiteY80" fmla="*/ 3112085 h 6858000"/>
                <a:gd name="connsiteX81" fmla="*/ 108502 w 9107210"/>
                <a:gd name="connsiteY81" fmla="*/ 2686511 h 6858000"/>
                <a:gd name="connsiteX82" fmla="*/ 378239 w 9107210"/>
                <a:gd name="connsiteY82" fmla="*/ 1865955 h 6858000"/>
                <a:gd name="connsiteX83" fmla="*/ 1343701 w 9107210"/>
                <a:gd name="connsiteY83" fmla="*/ 431508 h 6858000"/>
                <a:gd name="connsiteX84" fmla="*/ 1661853 w 9107210"/>
                <a:gd name="connsiteY84" fmla="*/ 130268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</a:cxnLst>
              <a:rect l="l" t="t" r="r" b="b"/>
              <a:pathLst>
                <a:path w="9107210" h="6858000">
                  <a:moveTo>
                    <a:pt x="6184722" y="0"/>
                  </a:moveTo>
                  <a:lnTo>
                    <a:pt x="6985680" y="0"/>
                  </a:lnTo>
                  <a:lnTo>
                    <a:pt x="7324323" y="247136"/>
                  </a:lnTo>
                  <a:cubicBezTo>
                    <a:pt x="7437502" y="336500"/>
                    <a:pt x="7547171" y="430254"/>
                    <a:pt x="7652712" y="528495"/>
                  </a:cubicBezTo>
                  <a:cubicBezTo>
                    <a:pt x="7863743" y="724929"/>
                    <a:pt x="8060097" y="937593"/>
                    <a:pt x="8236677" y="1166289"/>
                  </a:cubicBezTo>
                  <a:cubicBezTo>
                    <a:pt x="8413818" y="1394594"/>
                    <a:pt x="8570168" y="1639471"/>
                    <a:pt x="8704298" y="1897038"/>
                  </a:cubicBezTo>
                  <a:cubicBezTo>
                    <a:pt x="8770803" y="2026141"/>
                    <a:pt x="8830836" y="2158786"/>
                    <a:pt x="8885160" y="2294087"/>
                  </a:cubicBezTo>
                  <a:cubicBezTo>
                    <a:pt x="8898360" y="2328071"/>
                    <a:pt x="8912169" y="2361810"/>
                    <a:pt x="8924247" y="2396286"/>
                  </a:cubicBezTo>
                  <a:lnTo>
                    <a:pt x="8960022" y="2499767"/>
                  </a:lnTo>
                  <a:lnTo>
                    <a:pt x="8991720" y="2604671"/>
                  </a:lnTo>
                  <a:cubicBezTo>
                    <a:pt x="9002116" y="2639690"/>
                    <a:pt x="9010474" y="2675346"/>
                    <a:pt x="9019646" y="2710708"/>
                  </a:cubicBezTo>
                  <a:cubicBezTo>
                    <a:pt x="9089055" y="2995079"/>
                    <a:pt x="9113620" y="3289927"/>
                    <a:pt x="9105822" y="3582266"/>
                  </a:cubicBezTo>
                  <a:cubicBezTo>
                    <a:pt x="9101796" y="3728484"/>
                    <a:pt x="9085744" y="3874458"/>
                    <a:pt x="9057716" y="4017873"/>
                  </a:cubicBezTo>
                  <a:cubicBezTo>
                    <a:pt x="9029534" y="4161336"/>
                    <a:pt x="8990497" y="4302046"/>
                    <a:pt x="8945600" y="4439659"/>
                  </a:cubicBezTo>
                  <a:cubicBezTo>
                    <a:pt x="8900857" y="4577566"/>
                    <a:pt x="8852901" y="4711784"/>
                    <a:pt x="8796080" y="4847428"/>
                  </a:cubicBezTo>
                  <a:cubicBezTo>
                    <a:pt x="8767695" y="4915152"/>
                    <a:pt x="8737016" y="4982926"/>
                    <a:pt x="8702056" y="5050108"/>
                  </a:cubicBezTo>
                  <a:cubicBezTo>
                    <a:pt x="8666485" y="5116997"/>
                    <a:pt x="8627347" y="5183687"/>
                    <a:pt x="8581125" y="5247525"/>
                  </a:cubicBezTo>
                  <a:cubicBezTo>
                    <a:pt x="8535565" y="5311660"/>
                    <a:pt x="8483534" y="5373185"/>
                    <a:pt x="8426254" y="5429647"/>
                  </a:cubicBezTo>
                  <a:cubicBezTo>
                    <a:pt x="8397512" y="5457779"/>
                    <a:pt x="8367801" y="5484879"/>
                    <a:pt x="8337174" y="5510552"/>
                  </a:cubicBezTo>
                  <a:cubicBezTo>
                    <a:pt x="8306444" y="5536077"/>
                    <a:pt x="8274899" y="5560029"/>
                    <a:pt x="8243200" y="5582948"/>
                  </a:cubicBezTo>
                  <a:cubicBezTo>
                    <a:pt x="8115543" y="5674574"/>
                    <a:pt x="7986203" y="5743233"/>
                    <a:pt x="7868330" y="5811104"/>
                  </a:cubicBezTo>
                  <a:cubicBezTo>
                    <a:pt x="7749844" y="5878385"/>
                    <a:pt x="7640685" y="5945126"/>
                    <a:pt x="7538916" y="6018899"/>
                  </a:cubicBezTo>
                  <a:cubicBezTo>
                    <a:pt x="7487749" y="6055392"/>
                    <a:pt x="7438777" y="6093950"/>
                    <a:pt x="7391280" y="6134132"/>
                  </a:cubicBezTo>
                  <a:cubicBezTo>
                    <a:pt x="7343427" y="6173921"/>
                    <a:pt x="7297511" y="6215922"/>
                    <a:pt x="7252511" y="6259105"/>
                  </a:cubicBezTo>
                  <a:cubicBezTo>
                    <a:pt x="7229784" y="6280990"/>
                    <a:pt x="7208635" y="6302433"/>
                    <a:pt x="7185601" y="6325894"/>
                  </a:cubicBezTo>
                  <a:lnTo>
                    <a:pt x="7116651" y="6397010"/>
                  </a:lnTo>
                  <a:lnTo>
                    <a:pt x="6978545" y="6541607"/>
                  </a:lnTo>
                  <a:cubicBezTo>
                    <a:pt x="6885693" y="6638397"/>
                    <a:pt x="6789885" y="6734943"/>
                    <a:pt x="6693009" y="6832716"/>
                  </a:cubicBezTo>
                  <a:lnTo>
                    <a:pt x="6667488" y="6858000"/>
                  </a:lnTo>
                  <a:lnTo>
                    <a:pt x="6056793" y="6858000"/>
                  </a:lnTo>
                  <a:lnTo>
                    <a:pt x="6077345" y="6835420"/>
                  </a:lnTo>
                  <a:cubicBezTo>
                    <a:pt x="6121427" y="6785747"/>
                    <a:pt x="6164948" y="6735090"/>
                    <a:pt x="6208519" y="6683989"/>
                  </a:cubicBezTo>
                  <a:lnTo>
                    <a:pt x="6340001" y="6529852"/>
                  </a:lnTo>
                  <a:cubicBezTo>
                    <a:pt x="6428315" y="6426667"/>
                    <a:pt x="6516733" y="6321417"/>
                    <a:pt x="6611419" y="6219317"/>
                  </a:cubicBezTo>
                  <a:cubicBezTo>
                    <a:pt x="6658864" y="6168363"/>
                    <a:pt x="6707584" y="6117950"/>
                    <a:pt x="6757678" y="6068228"/>
                  </a:cubicBezTo>
                  <a:lnTo>
                    <a:pt x="6833713" y="5994061"/>
                  </a:lnTo>
                  <a:cubicBezTo>
                    <a:pt x="6859346" y="5969422"/>
                    <a:pt x="6887579" y="5943404"/>
                    <a:pt x="6915148" y="5918812"/>
                  </a:cubicBezTo>
                  <a:cubicBezTo>
                    <a:pt x="7026295" y="5819219"/>
                    <a:pt x="7148602" y="5729117"/>
                    <a:pt x="7276311" y="5650229"/>
                  </a:cubicBezTo>
                  <a:cubicBezTo>
                    <a:pt x="7403918" y="5571046"/>
                    <a:pt x="7537794" y="5505190"/>
                    <a:pt x="7664942" y="5445681"/>
                  </a:cubicBezTo>
                  <a:cubicBezTo>
                    <a:pt x="7728491" y="5416024"/>
                    <a:pt x="7790410" y="5387449"/>
                    <a:pt x="7848505" y="5358333"/>
                  </a:cubicBezTo>
                  <a:cubicBezTo>
                    <a:pt x="7906805" y="5329315"/>
                    <a:pt x="7961843" y="5300101"/>
                    <a:pt x="8011785" y="5267788"/>
                  </a:cubicBezTo>
                  <a:cubicBezTo>
                    <a:pt x="8112281" y="5203950"/>
                    <a:pt x="8193615" y="5128111"/>
                    <a:pt x="8260273" y="5034370"/>
                  </a:cubicBezTo>
                  <a:cubicBezTo>
                    <a:pt x="8326370" y="4940776"/>
                    <a:pt x="8378657" y="4831640"/>
                    <a:pt x="8417589" y="4714488"/>
                  </a:cubicBezTo>
                  <a:cubicBezTo>
                    <a:pt x="8456372" y="4597485"/>
                    <a:pt x="8481140" y="4471332"/>
                    <a:pt x="8495000" y="4346409"/>
                  </a:cubicBezTo>
                  <a:cubicBezTo>
                    <a:pt x="8508404" y="4221044"/>
                    <a:pt x="8511359" y="4095482"/>
                    <a:pt x="8508556" y="3971101"/>
                  </a:cubicBezTo>
                  <a:cubicBezTo>
                    <a:pt x="8504530" y="3846571"/>
                    <a:pt x="8495663" y="3723222"/>
                    <a:pt x="8483330" y="3600710"/>
                  </a:cubicBezTo>
                  <a:cubicBezTo>
                    <a:pt x="8470793" y="3478148"/>
                    <a:pt x="8451888" y="3356421"/>
                    <a:pt x="8425336" y="3236121"/>
                  </a:cubicBezTo>
                  <a:cubicBezTo>
                    <a:pt x="8399091" y="3115774"/>
                    <a:pt x="8367801" y="2996655"/>
                    <a:pt x="8334575" y="2877977"/>
                  </a:cubicBezTo>
                  <a:cubicBezTo>
                    <a:pt x="8268222" y="2640772"/>
                    <a:pt x="8190100" y="2404057"/>
                    <a:pt x="8087513" y="2174622"/>
                  </a:cubicBezTo>
                  <a:cubicBezTo>
                    <a:pt x="7985081" y="1945237"/>
                    <a:pt x="7863233" y="1721900"/>
                    <a:pt x="7723650" y="1507613"/>
                  </a:cubicBezTo>
                  <a:cubicBezTo>
                    <a:pt x="7653527" y="1400692"/>
                    <a:pt x="7579684" y="1295589"/>
                    <a:pt x="7501815" y="1192947"/>
                  </a:cubicBezTo>
                  <a:cubicBezTo>
                    <a:pt x="7423844" y="1090353"/>
                    <a:pt x="7340778" y="991103"/>
                    <a:pt x="7254399" y="894361"/>
                  </a:cubicBezTo>
                  <a:cubicBezTo>
                    <a:pt x="7082047" y="700485"/>
                    <a:pt x="6893083" y="519052"/>
                    <a:pt x="6689339" y="354046"/>
                  </a:cubicBezTo>
                  <a:cubicBezTo>
                    <a:pt x="6536914" y="229775"/>
                    <a:pt x="6375602" y="115325"/>
                    <a:pt x="6206651" y="12626"/>
                  </a:cubicBezTo>
                  <a:close/>
                  <a:moveTo>
                    <a:pt x="1827105" y="0"/>
                  </a:moveTo>
                  <a:lnTo>
                    <a:pt x="2807607" y="0"/>
                  </a:lnTo>
                  <a:lnTo>
                    <a:pt x="2667958" y="88235"/>
                  </a:lnTo>
                  <a:cubicBezTo>
                    <a:pt x="2560098" y="159777"/>
                    <a:pt x="2455754" y="235690"/>
                    <a:pt x="2354723" y="314947"/>
                  </a:cubicBezTo>
                  <a:cubicBezTo>
                    <a:pt x="2253464" y="394030"/>
                    <a:pt x="2156943" y="478181"/>
                    <a:pt x="2059963" y="561545"/>
                  </a:cubicBezTo>
                  <a:cubicBezTo>
                    <a:pt x="1962831" y="644811"/>
                    <a:pt x="1868297" y="731322"/>
                    <a:pt x="1780798" y="824425"/>
                  </a:cubicBezTo>
                  <a:cubicBezTo>
                    <a:pt x="1429010" y="1195013"/>
                    <a:pt x="1148011" y="1628455"/>
                    <a:pt x="954714" y="2094309"/>
                  </a:cubicBezTo>
                  <a:cubicBezTo>
                    <a:pt x="857938" y="2327186"/>
                    <a:pt x="783229" y="2568326"/>
                    <a:pt x="732676" y="2813646"/>
                  </a:cubicBezTo>
                  <a:cubicBezTo>
                    <a:pt x="707552" y="2936307"/>
                    <a:pt x="688085" y="3059952"/>
                    <a:pt x="673867" y="3183989"/>
                  </a:cubicBezTo>
                  <a:cubicBezTo>
                    <a:pt x="660056" y="3308075"/>
                    <a:pt x="651341" y="3432605"/>
                    <a:pt x="647621" y="3557281"/>
                  </a:cubicBezTo>
                  <a:cubicBezTo>
                    <a:pt x="644411" y="3681958"/>
                    <a:pt x="645329" y="3806733"/>
                    <a:pt x="653381" y="3931214"/>
                  </a:cubicBezTo>
                  <a:cubicBezTo>
                    <a:pt x="659852" y="4055792"/>
                    <a:pt x="672949" y="4179977"/>
                    <a:pt x="690428" y="4303719"/>
                  </a:cubicBezTo>
                  <a:cubicBezTo>
                    <a:pt x="726408" y="4551057"/>
                    <a:pt x="786440" y="4795835"/>
                    <a:pt x="871801" y="5033041"/>
                  </a:cubicBezTo>
                  <a:cubicBezTo>
                    <a:pt x="957007" y="5270247"/>
                    <a:pt x="1065962" y="5500322"/>
                    <a:pt x="1197749" y="5718494"/>
                  </a:cubicBezTo>
                  <a:cubicBezTo>
                    <a:pt x="1263846" y="5827433"/>
                    <a:pt x="1334937" y="5933813"/>
                    <a:pt x="1411480" y="6036703"/>
                  </a:cubicBezTo>
                  <a:cubicBezTo>
                    <a:pt x="1449548" y="6088295"/>
                    <a:pt x="1489451" y="6138609"/>
                    <a:pt x="1530170" y="6188430"/>
                  </a:cubicBezTo>
                  <a:cubicBezTo>
                    <a:pt x="1571447" y="6238055"/>
                    <a:pt x="1613644" y="6287336"/>
                    <a:pt x="1657165" y="6335385"/>
                  </a:cubicBezTo>
                  <a:cubicBezTo>
                    <a:pt x="1744079" y="6431708"/>
                    <a:pt x="1835644" y="6524282"/>
                    <a:pt x="1931343" y="6612896"/>
                  </a:cubicBezTo>
                  <a:lnTo>
                    <a:pt x="2220133" y="6858000"/>
                  </a:lnTo>
                  <a:lnTo>
                    <a:pt x="1539862" y="6858000"/>
                  </a:lnTo>
                  <a:lnTo>
                    <a:pt x="1307111" y="6648873"/>
                  </a:lnTo>
                  <a:cubicBezTo>
                    <a:pt x="1101839" y="6448063"/>
                    <a:pt x="913180" y="6225465"/>
                    <a:pt x="750258" y="5987570"/>
                  </a:cubicBezTo>
                  <a:cubicBezTo>
                    <a:pt x="587232" y="5749281"/>
                    <a:pt x="448261" y="5494813"/>
                    <a:pt x="335382" y="5229279"/>
                  </a:cubicBezTo>
                  <a:cubicBezTo>
                    <a:pt x="222298" y="4963793"/>
                    <a:pt x="137040" y="4686652"/>
                    <a:pt x="79351" y="4403854"/>
                  </a:cubicBezTo>
                  <a:cubicBezTo>
                    <a:pt x="50150" y="4262456"/>
                    <a:pt x="29767" y="4119385"/>
                    <a:pt x="16007" y="3975723"/>
                  </a:cubicBezTo>
                  <a:cubicBezTo>
                    <a:pt x="3930" y="3831964"/>
                    <a:pt x="-2441" y="3687614"/>
                    <a:pt x="871" y="3543362"/>
                  </a:cubicBezTo>
                  <a:cubicBezTo>
                    <a:pt x="3522" y="3399160"/>
                    <a:pt x="14172" y="3255105"/>
                    <a:pt x="32519" y="3112085"/>
                  </a:cubicBezTo>
                  <a:cubicBezTo>
                    <a:pt x="50508" y="2969014"/>
                    <a:pt x="76090" y="2826925"/>
                    <a:pt x="108502" y="2686511"/>
                  </a:cubicBezTo>
                  <a:cubicBezTo>
                    <a:pt x="173019" y="2405533"/>
                    <a:pt x="263474" y="2130703"/>
                    <a:pt x="378239" y="1865955"/>
                  </a:cubicBezTo>
                  <a:cubicBezTo>
                    <a:pt x="607922" y="1336607"/>
                    <a:pt x="935706" y="848228"/>
                    <a:pt x="1343701" y="431508"/>
                  </a:cubicBezTo>
                  <a:cubicBezTo>
                    <a:pt x="1446133" y="327783"/>
                    <a:pt x="1550910" y="225926"/>
                    <a:pt x="1661853" y="130268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8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3095" name="Freeform: Shape 3094">
              <a:extLst>
                <a:ext uri="{FF2B5EF4-FFF2-40B4-BE49-F238E27FC236}">
                  <a16:creationId xmlns:a16="http://schemas.microsoft.com/office/drawing/2014/main" id="{D74CD21D-122E-4F3D-82AF-F4A37C278AF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318434" y="36937"/>
              <a:ext cx="9747620" cy="6858000"/>
            </a:xfrm>
            <a:custGeom>
              <a:avLst/>
              <a:gdLst>
                <a:gd name="connsiteX0" fmla="*/ 7235453 w 9747620"/>
                <a:gd name="connsiteY0" fmla="*/ 0 h 6858000"/>
                <a:gd name="connsiteX1" fmla="*/ 7548130 w 9747620"/>
                <a:gd name="connsiteY1" fmla="*/ 0 h 6858000"/>
                <a:gd name="connsiteX2" fmla="*/ 7710334 w 9747620"/>
                <a:gd name="connsiteY2" fmla="*/ 111973 h 6858000"/>
                <a:gd name="connsiteX3" fmla="*/ 7889188 w 9747620"/>
                <a:gd name="connsiteY3" fmla="*/ 251542 h 6858000"/>
                <a:gd name="connsiteX4" fmla="*/ 8061828 w 9747620"/>
                <a:gd name="connsiteY4" fmla="*/ 398586 h 6858000"/>
                <a:gd name="connsiteX5" fmla="*/ 8145637 w 9747620"/>
                <a:gd name="connsiteY5" fmla="*/ 474218 h 6858000"/>
                <a:gd name="connsiteX6" fmla="*/ 8187242 w 9747620"/>
                <a:gd name="connsiteY6" fmla="*/ 512753 h 6858000"/>
                <a:gd name="connsiteX7" fmla="*/ 8228402 w 9747620"/>
                <a:gd name="connsiteY7" fmla="*/ 551575 h 6858000"/>
                <a:gd name="connsiteX8" fmla="*/ 8389211 w 9747620"/>
                <a:gd name="connsiteY8" fmla="*/ 710937 h 6858000"/>
                <a:gd name="connsiteX9" fmla="*/ 8467206 w 9747620"/>
                <a:gd name="connsiteY9" fmla="*/ 793088 h 6858000"/>
                <a:gd name="connsiteX10" fmla="*/ 8486791 w 9747620"/>
                <a:gd name="connsiteY10" fmla="*/ 814223 h 6858000"/>
                <a:gd name="connsiteX11" fmla="*/ 8505979 w 9747620"/>
                <a:gd name="connsiteY11" fmla="*/ 835409 h 6858000"/>
                <a:gd name="connsiteX12" fmla="*/ 8543509 w 9747620"/>
                <a:gd name="connsiteY12" fmla="*/ 877346 h 6858000"/>
                <a:gd name="connsiteX13" fmla="*/ 8690549 w 9747620"/>
                <a:gd name="connsiteY13" fmla="*/ 1048978 h 6858000"/>
                <a:gd name="connsiteX14" fmla="*/ 8761732 w 9747620"/>
                <a:gd name="connsiteY14" fmla="*/ 1137502 h 6858000"/>
                <a:gd name="connsiteX15" fmla="*/ 8796379 w 9747620"/>
                <a:gd name="connsiteY15" fmla="*/ 1182077 h 6858000"/>
                <a:gd name="connsiteX16" fmla="*/ 8830678 w 9747620"/>
                <a:gd name="connsiteY16" fmla="*/ 1226986 h 6858000"/>
                <a:gd name="connsiteX17" fmla="*/ 8963353 w 9747620"/>
                <a:gd name="connsiteY17" fmla="*/ 1410936 h 6858000"/>
                <a:gd name="connsiteX18" fmla="*/ 9026483 w 9747620"/>
                <a:gd name="connsiteY18" fmla="*/ 1505499 h 6858000"/>
                <a:gd name="connsiteX19" fmla="*/ 9057004 w 9747620"/>
                <a:gd name="connsiteY19" fmla="*/ 1552613 h 6858000"/>
                <a:gd name="connsiteX20" fmla="*/ 9087278 w 9747620"/>
                <a:gd name="connsiteY20" fmla="*/ 1600542 h 6858000"/>
                <a:gd name="connsiteX21" fmla="*/ 9202851 w 9747620"/>
                <a:gd name="connsiteY21" fmla="*/ 1795515 h 6858000"/>
                <a:gd name="connsiteX22" fmla="*/ 9257332 w 9747620"/>
                <a:gd name="connsiteY22" fmla="*/ 1894920 h 6858000"/>
                <a:gd name="connsiteX23" fmla="*/ 9283778 w 9747620"/>
                <a:gd name="connsiteY23" fmla="*/ 1945436 h 6858000"/>
                <a:gd name="connsiteX24" fmla="*/ 9309428 w 9747620"/>
                <a:gd name="connsiteY24" fmla="*/ 1996193 h 6858000"/>
                <a:gd name="connsiteX25" fmla="*/ 9405714 w 9747620"/>
                <a:gd name="connsiteY25" fmla="*/ 2202191 h 6858000"/>
                <a:gd name="connsiteX26" fmla="*/ 9566524 w 9747620"/>
                <a:gd name="connsiteY26" fmla="*/ 2627653 h 6858000"/>
                <a:gd name="connsiteX27" fmla="*/ 9583573 w 9747620"/>
                <a:gd name="connsiteY27" fmla="*/ 2682195 h 6858000"/>
                <a:gd name="connsiteX28" fmla="*/ 9591974 w 9747620"/>
                <a:gd name="connsiteY28" fmla="*/ 2709707 h 6858000"/>
                <a:gd name="connsiteX29" fmla="*/ 9600027 w 9747620"/>
                <a:gd name="connsiteY29" fmla="*/ 2737650 h 6858000"/>
                <a:gd name="connsiteX30" fmla="*/ 9629803 w 9747620"/>
                <a:gd name="connsiteY30" fmla="*/ 2847694 h 6858000"/>
                <a:gd name="connsiteX31" fmla="*/ 9679909 w 9747620"/>
                <a:gd name="connsiteY31" fmla="*/ 3070131 h 6858000"/>
                <a:gd name="connsiteX32" fmla="*/ 9690498 w 9747620"/>
                <a:gd name="connsiteY32" fmla="*/ 3126159 h 6858000"/>
                <a:gd name="connsiteX33" fmla="*/ 9700390 w 9747620"/>
                <a:gd name="connsiteY33" fmla="*/ 3181805 h 6858000"/>
                <a:gd name="connsiteX34" fmla="*/ 9709685 w 9747620"/>
                <a:gd name="connsiteY34" fmla="*/ 3243392 h 6858000"/>
                <a:gd name="connsiteX35" fmla="*/ 9713016 w 9747620"/>
                <a:gd name="connsiteY35" fmla="*/ 3267597 h 6858000"/>
                <a:gd name="connsiteX36" fmla="*/ 9716844 w 9747620"/>
                <a:gd name="connsiteY36" fmla="*/ 3294437 h 6858000"/>
                <a:gd name="connsiteX37" fmla="*/ 9720820 w 9747620"/>
                <a:gd name="connsiteY37" fmla="*/ 3324488 h 6858000"/>
                <a:gd name="connsiteX38" fmla="*/ 9722709 w 9747620"/>
                <a:gd name="connsiteY38" fmla="*/ 3340737 h 6858000"/>
                <a:gd name="connsiteX39" fmla="*/ 9724301 w 9747620"/>
                <a:gd name="connsiteY39" fmla="*/ 3356361 h 6858000"/>
                <a:gd name="connsiteX40" fmla="*/ 9730166 w 9747620"/>
                <a:gd name="connsiteY40" fmla="*/ 3412197 h 6858000"/>
                <a:gd name="connsiteX41" fmla="*/ 9735783 w 9747620"/>
                <a:gd name="connsiteY41" fmla="*/ 3468083 h 6858000"/>
                <a:gd name="connsiteX42" fmla="*/ 9739760 w 9747620"/>
                <a:gd name="connsiteY42" fmla="*/ 3524399 h 6858000"/>
                <a:gd name="connsiteX43" fmla="*/ 9741748 w 9747620"/>
                <a:gd name="connsiteY43" fmla="*/ 3552580 h 6858000"/>
                <a:gd name="connsiteX44" fmla="*/ 9742742 w 9747620"/>
                <a:gd name="connsiteY44" fmla="*/ 3566672 h 6858000"/>
                <a:gd name="connsiteX45" fmla="*/ 9743488 w 9747620"/>
                <a:gd name="connsiteY45" fmla="*/ 3581865 h 6858000"/>
                <a:gd name="connsiteX46" fmla="*/ 9744731 w 9747620"/>
                <a:gd name="connsiteY46" fmla="*/ 3611341 h 6858000"/>
                <a:gd name="connsiteX47" fmla="*/ 9745725 w 9747620"/>
                <a:gd name="connsiteY47" fmla="*/ 3639715 h 6858000"/>
                <a:gd name="connsiteX48" fmla="*/ 9747613 w 9747620"/>
                <a:gd name="connsiteY48" fmla="*/ 3753786 h 6858000"/>
                <a:gd name="connsiteX49" fmla="*/ 9740405 w 9747620"/>
                <a:gd name="connsiteY49" fmla="*/ 3984609 h 6858000"/>
                <a:gd name="connsiteX50" fmla="*/ 9736329 w 9747620"/>
                <a:gd name="connsiteY50" fmla="*/ 4038434 h 6858000"/>
                <a:gd name="connsiteX51" fmla="*/ 9731408 w 9747620"/>
                <a:gd name="connsiteY51" fmla="*/ 4099446 h 6858000"/>
                <a:gd name="connsiteX52" fmla="*/ 9717987 w 9747620"/>
                <a:gd name="connsiteY52" fmla="*/ 4213325 h 6858000"/>
                <a:gd name="connsiteX53" fmla="*/ 9716297 w 9747620"/>
                <a:gd name="connsiteY53" fmla="*/ 4227129 h 6858000"/>
                <a:gd name="connsiteX54" fmla="*/ 9714110 w 9747620"/>
                <a:gd name="connsiteY54" fmla="*/ 4240981 h 6858000"/>
                <a:gd name="connsiteX55" fmla="*/ 9709785 w 9747620"/>
                <a:gd name="connsiteY55" fmla="*/ 4268731 h 6858000"/>
                <a:gd name="connsiteX56" fmla="*/ 9701086 w 9747620"/>
                <a:gd name="connsiteY56" fmla="*/ 4324185 h 6858000"/>
                <a:gd name="connsiteX57" fmla="*/ 9698699 w 9747620"/>
                <a:gd name="connsiteY57" fmla="*/ 4338994 h 6858000"/>
                <a:gd name="connsiteX58" fmla="*/ 9695966 w 9747620"/>
                <a:gd name="connsiteY58" fmla="*/ 4355050 h 6858000"/>
                <a:gd name="connsiteX59" fmla="*/ 9690299 w 9747620"/>
                <a:gd name="connsiteY59" fmla="*/ 4385054 h 6858000"/>
                <a:gd name="connsiteX60" fmla="*/ 9679909 w 9747620"/>
                <a:gd name="connsiteY60" fmla="*/ 4437919 h 6858000"/>
                <a:gd name="connsiteX61" fmla="*/ 9673647 w 9747620"/>
                <a:gd name="connsiteY61" fmla="*/ 4468162 h 6858000"/>
                <a:gd name="connsiteX62" fmla="*/ 9667532 w 9747620"/>
                <a:gd name="connsiteY62" fmla="*/ 4496296 h 6858000"/>
                <a:gd name="connsiteX63" fmla="*/ 9654658 w 9747620"/>
                <a:gd name="connsiteY63" fmla="*/ 4552277 h 6858000"/>
                <a:gd name="connsiteX64" fmla="*/ 9625876 w 9747620"/>
                <a:gd name="connsiteY64" fmla="*/ 4664478 h 6858000"/>
                <a:gd name="connsiteX65" fmla="*/ 9552803 w 9747620"/>
                <a:gd name="connsiteY65" fmla="*/ 4888737 h 6858000"/>
                <a:gd name="connsiteX66" fmla="*/ 9452639 w 9747620"/>
                <a:gd name="connsiteY66" fmla="*/ 5110934 h 6858000"/>
                <a:gd name="connsiteX67" fmla="*/ 9388017 w 9747620"/>
                <a:gd name="connsiteY67" fmla="*/ 5220020 h 6858000"/>
                <a:gd name="connsiteX68" fmla="*/ 9370073 w 9747620"/>
                <a:gd name="connsiteY68" fmla="*/ 5246811 h 6858000"/>
                <a:gd name="connsiteX69" fmla="*/ 9360926 w 9747620"/>
                <a:gd name="connsiteY69" fmla="*/ 5260040 h 6858000"/>
                <a:gd name="connsiteX70" fmla="*/ 9351829 w 9747620"/>
                <a:gd name="connsiteY70" fmla="*/ 5272646 h 6858000"/>
                <a:gd name="connsiteX71" fmla="*/ 9313305 w 9747620"/>
                <a:gd name="connsiteY71" fmla="*/ 5323881 h 6858000"/>
                <a:gd name="connsiteX72" fmla="*/ 9130375 w 9747620"/>
                <a:gd name="connsiteY72" fmla="*/ 5510802 h 6858000"/>
                <a:gd name="connsiteX73" fmla="*/ 9028422 w 9747620"/>
                <a:gd name="connsiteY73" fmla="*/ 5588878 h 6858000"/>
                <a:gd name="connsiteX74" fmla="*/ 9002424 w 9747620"/>
                <a:gd name="connsiteY74" fmla="*/ 5606707 h 6858000"/>
                <a:gd name="connsiteX75" fmla="*/ 8976525 w 9747620"/>
                <a:gd name="connsiteY75" fmla="*/ 5623866 h 6858000"/>
                <a:gd name="connsiteX76" fmla="*/ 8924181 w 9747620"/>
                <a:gd name="connsiteY76" fmla="*/ 5656793 h 6858000"/>
                <a:gd name="connsiteX77" fmla="*/ 8717291 w 9747620"/>
                <a:gd name="connsiteY77" fmla="*/ 5771582 h 6858000"/>
                <a:gd name="connsiteX78" fmla="*/ 8617129 w 9747620"/>
                <a:gd name="connsiteY78" fmla="*/ 5823105 h 6858000"/>
                <a:gd name="connsiteX79" fmla="*/ 8518207 w 9747620"/>
                <a:gd name="connsiteY79" fmla="*/ 5873671 h 6858000"/>
                <a:gd name="connsiteX80" fmla="*/ 8150558 w 9747620"/>
                <a:gd name="connsiteY80" fmla="*/ 6086761 h 6858000"/>
                <a:gd name="connsiteX81" fmla="*/ 7979410 w 9747620"/>
                <a:gd name="connsiteY81" fmla="*/ 6207158 h 6858000"/>
                <a:gd name="connsiteX82" fmla="*/ 7938300 w 9747620"/>
                <a:gd name="connsiteY82" fmla="*/ 6238887 h 6858000"/>
                <a:gd name="connsiteX83" fmla="*/ 7897936 w 9747620"/>
                <a:gd name="connsiteY83" fmla="*/ 6271286 h 6858000"/>
                <a:gd name="connsiteX84" fmla="*/ 7858367 w 9747620"/>
                <a:gd name="connsiteY84" fmla="*/ 6304357 h 6858000"/>
                <a:gd name="connsiteX85" fmla="*/ 7819048 w 9747620"/>
                <a:gd name="connsiteY85" fmla="*/ 6338770 h 6858000"/>
                <a:gd name="connsiteX86" fmla="*/ 7778882 w 9747620"/>
                <a:gd name="connsiteY86" fmla="*/ 6374477 h 6858000"/>
                <a:gd name="connsiteX87" fmla="*/ 7739563 w 9747620"/>
                <a:gd name="connsiteY87" fmla="*/ 6410328 h 6858000"/>
                <a:gd name="connsiteX88" fmla="*/ 7660824 w 9747620"/>
                <a:gd name="connsiteY88" fmla="*/ 6484138 h 6858000"/>
                <a:gd name="connsiteX89" fmla="*/ 7502302 w 9747620"/>
                <a:gd name="connsiteY89" fmla="*/ 6636360 h 6858000"/>
                <a:gd name="connsiteX90" fmla="*/ 7273394 w 9747620"/>
                <a:gd name="connsiteY90" fmla="*/ 6858000 h 6858000"/>
                <a:gd name="connsiteX91" fmla="*/ 6780690 w 9747620"/>
                <a:gd name="connsiteY91" fmla="*/ 6858000 h 6858000"/>
                <a:gd name="connsiteX92" fmla="*/ 6854939 w 9747620"/>
                <a:gd name="connsiteY92" fmla="*/ 6783597 h 6858000"/>
                <a:gd name="connsiteX93" fmla="*/ 6932087 w 9747620"/>
                <a:gd name="connsiteY93" fmla="*/ 6705809 h 6858000"/>
                <a:gd name="connsiteX94" fmla="*/ 7241130 w 9747620"/>
                <a:gd name="connsiteY94" fmla="*/ 6390965 h 6858000"/>
                <a:gd name="connsiteX95" fmla="*/ 7397564 w 9747620"/>
                <a:gd name="connsiteY95" fmla="*/ 6233087 h 6858000"/>
                <a:gd name="connsiteX96" fmla="*/ 7478142 w 9747620"/>
                <a:gd name="connsiteY96" fmla="*/ 6153670 h 6858000"/>
                <a:gd name="connsiteX97" fmla="*/ 7519600 w 9747620"/>
                <a:gd name="connsiteY97" fmla="*/ 6113937 h 6858000"/>
                <a:gd name="connsiteX98" fmla="*/ 7561207 w 9747620"/>
                <a:gd name="connsiteY98" fmla="*/ 6075067 h 6858000"/>
                <a:gd name="connsiteX99" fmla="*/ 7604204 w 9747620"/>
                <a:gd name="connsiteY99" fmla="*/ 6035526 h 6858000"/>
                <a:gd name="connsiteX100" fmla="*/ 7648644 w 9747620"/>
                <a:gd name="connsiteY100" fmla="*/ 5996416 h 6858000"/>
                <a:gd name="connsiteX101" fmla="*/ 7693830 w 9747620"/>
                <a:gd name="connsiteY101" fmla="*/ 5958264 h 6858000"/>
                <a:gd name="connsiteX102" fmla="*/ 7739662 w 9747620"/>
                <a:gd name="connsiteY102" fmla="*/ 5921073 h 6858000"/>
                <a:gd name="connsiteX103" fmla="*/ 7928458 w 9747620"/>
                <a:gd name="connsiteY103" fmla="*/ 5781025 h 6858000"/>
                <a:gd name="connsiteX104" fmla="*/ 8325882 w 9747620"/>
                <a:gd name="connsiteY104" fmla="*/ 5537450 h 6858000"/>
                <a:gd name="connsiteX105" fmla="*/ 8424555 w 9747620"/>
                <a:gd name="connsiteY105" fmla="*/ 5484106 h 6858000"/>
                <a:gd name="connsiteX106" fmla="*/ 8521737 w 9747620"/>
                <a:gd name="connsiteY106" fmla="*/ 5431289 h 6858000"/>
                <a:gd name="connsiteX107" fmla="*/ 8702677 w 9747620"/>
                <a:gd name="connsiteY107" fmla="*/ 5325942 h 6858000"/>
                <a:gd name="connsiteX108" fmla="*/ 8743986 w 9747620"/>
                <a:gd name="connsiteY108" fmla="*/ 5298717 h 6858000"/>
                <a:gd name="connsiteX109" fmla="*/ 8764167 w 9747620"/>
                <a:gd name="connsiteY109" fmla="*/ 5284723 h 6858000"/>
                <a:gd name="connsiteX110" fmla="*/ 8783704 w 9747620"/>
                <a:gd name="connsiteY110" fmla="*/ 5270679 h 6858000"/>
                <a:gd name="connsiteX111" fmla="*/ 8856776 w 9747620"/>
                <a:gd name="connsiteY111" fmla="*/ 5212399 h 6858000"/>
                <a:gd name="connsiteX112" fmla="*/ 8979856 w 9747620"/>
                <a:gd name="connsiteY112" fmla="*/ 5082081 h 6858000"/>
                <a:gd name="connsiteX113" fmla="*/ 9006699 w 9747620"/>
                <a:gd name="connsiteY113" fmla="*/ 5044984 h 6858000"/>
                <a:gd name="connsiteX114" fmla="*/ 9013509 w 9747620"/>
                <a:gd name="connsiteY114" fmla="*/ 5035254 h 6858000"/>
                <a:gd name="connsiteX115" fmla="*/ 9019773 w 9747620"/>
                <a:gd name="connsiteY115" fmla="*/ 5025812 h 6858000"/>
                <a:gd name="connsiteX116" fmla="*/ 9032050 w 9747620"/>
                <a:gd name="connsiteY116" fmla="*/ 5006833 h 6858000"/>
                <a:gd name="connsiteX117" fmla="*/ 9077733 w 9747620"/>
                <a:gd name="connsiteY117" fmla="*/ 4926839 h 6858000"/>
                <a:gd name="connsiteX118" fmla="*/ 9154285 w 9747620"/>
                <a:gd name="connsiteY118" fmla="*/ 4750223 h 6858000"/>
                <a:gd name="connsiteX119" fmla="*/ 9213936 w 9747620"/>
                <a:gd name="connsiteY119" fmla="*/ 4559945 h 6858000"/>
                <a:gd name="connsiteX120" fmla="*/ 9238592 w 9747620"/>
                <a:gd name="connsiteY120" fmla="*/ 4461357 h 6858000"/>
                <a:gd name="connsiteX121" fmla="*/ 9249776 w 9747620"/>
                <a:gd name="connsiteY121" fmla="*/ 4411319 h 6858000"/>
                <a:gd name="connsiteX122" fmla="*/ 9255046 w 9747620"/>
                <a:gd name="connsiteY122" fmla="*/ 4386299 h 6858000"/>
                <a:gd name="connsiteX123" fmla="*/ 9259718 w 9747620"/>
                <a:gd name="connsiteY123" fmla="*/ 4363342 h 6858000"/>
                <a:gd name="connsiteX124" fmla="*/ 9269959 w 9747620"/>
                <a:gd name="connsiteY124" fmla="*/ 4309566 h 6858000"/>
                <a:gd name="connsiteX125" fmla="*/ 9274233 w 9747620"/>
                <a:gd name="connsiteY125" fmla="*/ 4286176 h 6858000"/>
                <a:gd name="connsiteX126" fmla="*/ 9276022 w 9747620"/>
                <a:gd name="connsiteY126" fmla="*/ 4275489 h 6858000"/>
                <a:gd name="connsiteX127" fmla="*/ 9277861 w 9747620"/>
                <a:gd name="connsiteY127" fmla="*/ 4263506 h 6858000"/>
                <a:gd name="connsiteX128" fmla="*/ 9286014 w 9747620"/>
                <a:gd name="connsiteY128" fmla="*/ 4211696 h 6858000"/>
                <a:gd name="connsiteX129" fmla="*/ 9290092 w 9747620"/>
                <a:gd name="connsiteY129" fmla="*/ 4185767 h 6858000"/>
                <a:gd name="connsiteX130" fmla="*/ 9292128 w 9747620"/>
                <a:gd name="connsiteY130" fmla="*/ 4172826 h 6858000"/>
                <a:gd name="connsiteX131" fmla="*/ 9293720 w 9747620"/>
                <a:gd name="connsiteY131" fmla="*/ 4159693 h 6858000"/>
                <a:gd name="connsiteX132" fmla="*/ 9305650 w 9747620"/>
                <a:gd name="connsiteY132" fmla="*/ 4057941 h 6858000"/>
                <a:gd name="connsiteX133" fmla="*/ 9309378 w 9747620"/>
                <a:gd name="connsiteY133" fmla="*/ 4010779 h 6858000"/>
                <a:gd name="connsiteX134" fmla="*/ 9313454 w 9747620"/>
                <a:gd name="connsiteY134" fmla="*/ 3956428 h 6858000"/>
                <a:gd name="connsiteX135" fmla="*/ 9320811 w 9747620"/>
                <a:gd name="connsiteY135" fmla="*/ 3753546 h 6858000"/>
                <a:gd name="connsiteX136" fmla="*/ 9319617 w 9747620"/>
                <a:gd name="connsiteY136" fmla="*/ 3650643 h 6858000"/>
                <a:gd name="connsiteX137" fmla="*/ 9318176 w 9747620"/>
                <a:gd name="connsiteY137" fmla="*/ 3600030 h 6858000"/>
                <a:gd name="connsiteX138" fmla="*/ 9317778 w 9747620"/>
                <a:gd name="connsiteY138" fmla="*/ 3588096 h 6858000"/>
                <a:gd name="connsiteX139" fmla="*/ 9316983 w 9747620"/>
                <a:gd name="connsiteY139" fmla="*/ 3575107 h 6858000"/>
                <a:gd name="connsiteX140" fmla="*/ 9315443 w 9747620"/>
                <a:gd name="connsiteY140" fmla="*/ 3549130 h 6858000"/>
                <a:gd name="connsiteX141" fmla="*/ 9312311 w 9747620"/>
                <a:gd name="connsiteY141" fmla="*/ 3497176 h 6858000"/>
                <a:gd name="connsiteX142" fmla="*/ 9307587 w 9747620"/>
                <a:gd name="connsiteY142" fmla="*/ 3445029 h 6858000"/>
                <a:gd name="connsiteX143" fmla="*/ 9302618 w 9747620"/>
                <a:gd name="connsiteY143" fmla="*/ 3392835 h 6858000"/>
                <a:gd name="connsiteX144" fmla="*/ 9301574 w 9747620"/>
                <a:gd name="connsiteY144" fmla="*/ 3381476 h 6858000"/>
                <a:gd name="connsiteX145" fmla="*/ 9300430 w 9747620"/>
                <a:gd name="connsiteY145" fmla="*/ 3370740 h 6858000"/>
                <a:gd name="connsiteX146" fmla="*/ 9297547 w 9747620"/>
                <a:gd name="connsiteY146" fmla="*/ 3346966 h 6858000"/>
                <a:gd name="connsiteX147" fmla="*/ 9294017 w 9747620"/>
                <a:gd name="connsiteY147" fmla="*/ 3320030 h 6858000"/>
                <a:gd name="connsiteX148" fmla="*/ 9290439 w 9747620"/>
                <a:gd name="connsiteY148" fmla="*/ 3290410 h 6858000"/>
                <a:gd name="connsiteX149" fmla="*/ 9284275 w 9747620"/>
                <a:gd name="connsiteY149" fmla="*/ 3244544 h 6858000"/>
                <a:gd name="connsiteX150" fmla="*/ 9275974 w 9747620"/>
                <a:gd name="connsiteY150" fmla="*/ 3193116 h 6858000"/>
                <a:gd name="connsiteX151" fmla="*/ 9267224 w 9747620"/>
                <a:gd name="connsiteY151" fmla="*/ 3142264 h 6858000"/>
                <a:gd name="connsiteX152" fmla="*/ 9225320 w 9747620"/>
                <a:gd name="connsiteY152" fmla="*/ 2939909 h 6858000"/>
                <a:gd name="connsiteX153" fmla="*/ 9200466 w 9747620"/>
                <a:gd name="connsiteY153" fmla="*/ 2839449 h 6858000"/>
                <a:gd name="connsiteX154" fmla="*/ 9193953 w 9747620"/>
                <a:gd name="connsiteY154" fmla="*/ 2814958 h 6858000"/>
                <a:gd name="connsiteX155" fmla="*/ 9186993 w 9747620"/>
                <a:gd name="connsiteY155" fmla="*/ 2790276 h 6858000"/>
                <a:gd name="connsiteX156" fmla="*/ 9172628 w 9747620"/>
                <a:gd name="connsiteY156" fmla="*/ 2740621 h 6858000"/>
                <a:gd name="connsiteX157" fmla="*/ 9035082 w 9747620"/>
                <a:gd name="connsiteY157" fmla="*/ 2347463 h 6858000"/>
                <a:gd name="connsiteX158" fmla="*/ 8952118 w 9747620"/>
                <a:gd name="connsiteY158" fmla="*/ 2155413 h 6858000"/>
                <a:gd name="connsiteX159" fmla="*/ 8929948 w 9747620"/>
                <a:gd name="connsiteY159" fmla="*/ 2107915 h 6858000"/>
                <a:gd name="connsiteX160" fmla="*/ 8907429 w 9747620"/>
                <a:gd name="connsiteY160" fmla="*/ 2060753 h 6858000"/>
                <a:gd name="connsiteX161" fmla="*/ 8860404 w 9747620"/>
                <a:gd name="connsiteY161" fmla="*/ 1966478 h 6858000"/>
                <a:gd name="connsiteX162" fmla="*/ 8760788 w 9747620"/>
                <a:gd name="connsiteY162" fmla="*/ 1780274 h 6858000"/>
                <a:gd name="connsiteX163" fmla="*/ 8734740 w 9747620"/>
                <a:gd name="connsiteY163" fmla="*/ 1734311 h 6858000"/>
                <a:gd name="connsiteX164" fmla="*/ 8708046 w 9747620"/>
                <a:gd name="connsiteY164" fmla="*/ 1687963 h 6858000"/>
                <a:gd name="connsiteX165" fmla="*/ 8654062 w 9747620"/>
                <a:gd name="connsiteY165" fmla="*/ 1597234 h 6858000"/>
                <a:gd name="connsiteX166" fmla="*/ 8540278 w 9747620"/>
                <a:gd name="connsiteY166" fmla="*/ 1418077 h 6858000"/>
                <a:gd name="connsiteX167" fmla="*/ 8510701 w 9747620"/>
                <a:gd name="connsiteY167" fmla="*/ 1373695 h 6858000"/>
                <a:gd name="connsiteX168" fmla="*/ 8480676 w 9747620"/>
                <a:gd name="connsiteY168" fmla="*/ 1329457 h 6858000"/>
                <a:gd name="connsiteX169" fmla="*/ 8419782 w 9747620"/>
                <a:gd name="connsiteY169" fmla="*/ 1242275 h 6858000"/>
                <a:gd name="connsiteX170" fmla="*/ 8292478 w 9747620"/>
                <a:gd name="connsiteY170" fmla="*/ 1069875 h 6858000"/>
                <a:gd name="connsiteX171" fmla="*/ 8259620 w 9747620"/>
                <a:gd name="connsiteY171" fmla="*/ 1027123 h 6858000"/>
                <a:gd name="connsiteX172" fmla="*/ 8243416 w 9747620"/>
                <a:gd name="connsiteY172" fmla="*/ 1006130 h 6858000"/>
                <a:gd name="connsiteX173" fmla="*/ 8227110 w 9747620"/>
                <a:gd name="connsiteY173" fmla="*/ 985473 h 6858000"/>
                <a:gd name="connsiteX174" fmla="*/ 8159604 w 9747620"/>
                <a:gd name="connsiteY174" fmla="*/ 902029 h 6858000"/>
                <a:gd name="connsiteX175" fmla="*/ 8020022 w 9747620"/>
                <a:gd name="connsiteY175" fmla="*/ 738209 h 6858000"/>
                <a:gd name="connsiteX176" fmla="*/ 7984182 w 9747620"/>
                <a:gd name="connsiteY176" fmla="*/ 697901 h 6858000"/>
                <a:gd name="connsiteX177" fmla="*/ 7948043 w 9747620"/>
                <a:gd name="connsiteY177" fmla="*/ 657976 h 6858000"/>
                <a:gd name="connsiteX178" fmla="*/ 7874324 w 9747620"/>
                <a:gd name="connsiteY178" fmla="*/ 578607 h 6858000"/>
                <a:gd name="connsiteX179" fmla="*/ 7723308 w 9747620"/>
                <a:gd name="connsiteY179" fmla="*/ 424085 h 6858000"/>
                <a:gd name="connsiteX180" fmla="*/ 7565532 w 9747620"/>
                <a:gd name="connsiteY180" fmla="*/ 275602 h 6858000"/>
                <a:gd name="connsiteX181" fmla="*/ 1832515 w 9747620"/>
                <a:gd name="connsiteY181" fmla="*/ 0 h 6858000"/>
                <a:gd name="connsiteX182" fmla="*/ 2158449 w 9747620"/>
                <a:gd name="connsiteY182" fmla="*/ 0 h 6858000"/>
                <a:gd name="connsiteX183" fmla="*/ 2108797 w 9747620"/>
                <a:gd name="connsiteY183" fmla="*/ 37845 h 6858000"/>
                <a:gd name="connsiteX184" fmla="*/ 1942830 w 9747620"/>
                <a:gd name="connsiteY184" fmla="*/ 177587 h 6858000"/>
                <a:gd name="connsiteX185" fmla="*/ 1633191 w 9747620"/>
                <a:gd name="connsiteY185" fmla="*/ 477909 h 6858000"/>
                <a:gd name="connsiteX186" fmla="*/ 702686 w 9747620"/>
                <a:gd name="connsiteY186" fmla="*/ 1889935 h 6858000"/>
                <a:gd name="connsiteX187" fmla="*/ 551769 w 9747620"/>
                <a:gd name="connsiteY187" fmla="*/ 2281416 h 6858000"/>
                <a:gd name="connsiteX188" fmla="*/ 438383 w 9747620"/>
                <a:gd name="connsiteY188" fmla="*/ 2682772 h 6858000"/>
                <a:gd name="connsiteX189" fmla="*/ 397124 w 9747620"/>
                <a:gd name="connsiteY189" fmla="*/ 2887044 h 6858000"/>
                <a:gd name="connsiteX190" fmla="*/ 365658 w 9747620"/>
                <a:gd name="connsiteY190" fmla="*/ 3093424 h 6858000"/>
                <a:gd name="connsiteX191" fmla="*/ 332105 w 9747620"/>
                <a:gd name="connsiteY191" fmla="*/ 3509828 h 6858000"/>
                <a:gd name="connsiteX192" fmla="*/ 383653 w 9747620"/>
                <a:gd name="connsiteY192" fmla="*/ 4346327 h 6858000"/>
                <a:gd name="connsiteX193" fmla="*/ 422327 w 9747620"/>
                <a:gd name="connsiteY193" fmla="*/ 4552900 h 6858000"/>
                <a:gd name="connsiteX194" fmla="*/ 472184 w 9747620"/>
                <a:gd name="connsiteY194" fmla="*/ 4757939 h 6858000"/>
                <a:gd name="connsiteX195" fmla="*/ 533078 w 9747620"/>
                <a:gd name="connsiteY195" fmla="*/ 4960916 h 6858000"/>
                <a:gd name="connsiteX196" fmla="*/ 604710 w 9747620"/>
                <a:gd name="connsiteY196" fmla="*/ 5160875 h 6858000"/>
                <a:gd name="connsiteX197" fmla="*/ 996766 w 9747620"/>
                <a:gd name="connsiteY197" fmla="*/ 5920640 h 6858000"/>
                <a:gd name="connsiteX198" fmla="*/ 1549183 w 9747620"/>
                <a:gd name="connsiteY198" fmla="*/ 6586417 h 6858000"/>
                <a:gd name="connsiteX199" fmla="*/ 1709890 w 9747620"/>
                <a:gd name="connsiteY199" fmla="*/ 6734063 h 6858000"/>
                <a:gd name="connsiteX200" fmla="*/ 1859761 w 9747620"/>
                <a:gd name="connsiteY200" fmla="*/ 6858000 h 6858000"/>
                <a:gd name="connsiteX201" fmla="*/ 1671798 w 9747620"/>
                <a:gd name="connsiteY201" fmla="*/ 6858000 h 6858000"/>
                <a:gd name="connsiteX202" fmla="*/ 1628044 w 9747620"/>
                <a:gd name="connsiteY202" fmla="*/ 6822717 h 6858000"/>
                <a:gd name="connsiteX203" fmla="*/ 1459756 w 9747620"/>
                <a:gd name="connsiteY203" fmla="*/ 6674223 h 6858000"/>
                <a:gd name="connsiteX204" fmla="*/ 402543 w 9747620"/>
                <a:gd name="connsiteY204" fmla="*/ 5241588 h 6858000"/>
                <a:gd name="connsiteX205" fmla="*/ 311923 w 9747620"/>
                <a:gd name="connsiteY205" fmla="*/ 5036741 h 6858000"/>
                <a:gd name="connsiteX206" fmla="*/ 232140 w 9747620"/>
                <a:gd name="connsiteY206" fmla="*/ 4827483 h 6858000"/>
                <a:gd name="connsiteX207" fmla="*/ 163392 w 9747620"/>
                <a:gd name="connsiteY207" fmla="*/ 4613913 h 6858000"/>
                <a:gd name="connsiteX208" fmla="*/ 106823 w 9747620"/>
                <a:gd name="connsiteY208" fmla="*/ 4396365 h 6858000"/>
                <a:gd name="connsiteX209" fmla="*/ 29326 w 9747620"/>
                <a:gd name="connsiteY209" fmla="*/ 3954702 h 6858000"/>
                <a:gd name="connsiteX210" fmla="*/ 8647 w 9747620"/>
                <a:gd name="connsiteY210" fmla="*/ 3730971 h 6858000"/>
                <a:gd name="connsiteX211" fmla="*/ 2880 w 9747620"/>
                <a:gd name="connsiteY211" fmla="*/ 3618674 h 6858000"/>
                <a:gd name="connsiteX212" fmla="*/ 296 w 9747620"/>
                <a:gd name="connsiteY212" fmla="*/ 3506425 h 6858000"/>
                <a:gd name="connsiteX213" fmla="*/ 20030 w 9747620"/>
                <a:gd name="connsiteY213" fmla="*/ 3056711 h 6858000"/>
                <a:gd name="connsiteX214" fmla="*/ 48664 w 9747620"/>
                <a:gd name="connsiteY214" fmla="*/ 2832980 h 6858000"/>
                <a:gd name="connsiteX215" fmla="*/ 89922 w 9747620"/>
                <a:gd name="connsiteY215" fmla="*/ 2610639 h 6858000"/>
                <a:gd name="connsiteX216" fmla="*/ 211163 w 9747620"/>
                <a:gd name="connsiteY216" fmla="*/ 2174343 h 6858000"/>
                <a:gd name="connsiteX217" fmla="*/ 379129 w 9747620"/>
                <a:gd name="connsiteY217" fmla="*/ 1754393 h 6858000"/>
                <a:gd name="connsiteX218" fmla="*/ 841424 w 9747620"/>
                <a:gd name="connsiteY218" fmla="*/ 976270 h 6858000"/>
                <a:gd name="connsiteX219" fmla="*/ 1130234 w 9747620"/>
                <a:gd name="connsiteY219" fmla="*/ 625768 h 6858000"/>
                <a:gd name="connsiteX220" fmla="*/ 1452897 w 9747620"/>
                <a:gd name="connsiteY220" fmla="*/ 305748 h 6858000"/>
                <a:gd name="connsiteX221" fmla="*/ 1805682 w 9747620"/>
                <a:gd name="connsiteY221" fmla="*/ 18752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</a:cxnLst>
              <a:rect l="l" t="t" r="r" b="b"/>
              <a:pathLst>
                <a:path w="9747620" h="6858000">
                  <a:moveTo>
                    <a:pt x="7235453" y="0"/>
                  </a:moveTo>
                  <a:lnTo>
                    <a:pt x="7548130" y="0"/>
                  </a:lnTo>
                  <a:lnTo>
                    <a:pt x="7710334" y="111973"/>
                  </a:lnTo>
                  <a:cubicBezTo>
                    <a:pt x="7770781" y="157314"/>
                    <a:pt x="7830282" y="203517"/>
                    <a:pt x="7889188" y="251542"/>
                  </a:cubicBezTo>
                  <a:cubicBezTo>
                    <a:pt x="7947894" y="299470"/>
                    <a:pt x="8005557" y="348453"/>
                    <a:pt x="8061828" y="398586"/>
                  </a:cubicBezTo>
                  <a:cubicBezTo>
                    <a:pt x="8090013" y="423605"/>
                    <a:pt x="8117948" y="448816"/>
                    <a:pt x="8145637" y="474218"/>
                  </a:cubicBezTo>
                  <a:cubicBezTo>
                    <a:pt x="8159506" y="486918"/>
                    <a:pt x="8173375" y="499764"/>
                    <a:pt x="8187242" y="512753"/>
                  </a:cubicBezTo>
                  <a:lnTo>
                    <a:pt x="8228402" y="551575"/>
                  </a:lnTo>
                  <a:cubicBezTo>
                    <a:pt x="8283082" y="603577"/>
                    <a:pt x="8336569" y="656778"/>
                    <a:pt x="8389211" y="710937"/>
                  </a:cubicBezTo>
                  <a:cubicBezTo>
                    <a:pt x="8415458" y="738065"/>
                    <a:pt x="8441455" y="765432"/>
                    <a:pt x="8467206" y="793088"/>
                  </a:cubicBezTo>
                  <a:lnTo>
                    <a:pt x="8486791" y="814223"/>
                  </a:lnTo>
                  <a:lnTo>
                    <a:pt x="8505979" y="835409"/>
                  </a:lnTo>
                  <a:lnTo>
                    <a:pt x="8543509" y="877346"/>
                  </a:lnTo>
                  <a:cubicBezTo>
                    <a:pt x="8593418" y="933423"/>
                    <a:pt x="8642579" y="990601"/>
                    <a:pt x="8690549" y="1048978"/>
                  </a:cubicBezTo>
                  <a:cubicBezTo>
                    <a:pt x="8714558" y="1078168"/>
                    <a:pt x="8738368" y="1107644"/>
                    <a:pt x="8761732" y="1137502"/>
                  </a:cubicBezTo>
                  <a:lnTo>
                    <a:pt x="8796379" y="1182077"/>
                  </a:lnTo>
                  <a:lnTo>
                    <a:pt x="8830678" y="1226986"/>
                  </a:lnTo>
                  <a:cubicBezTo>
                    <a:pt x="8876112" y="1287185"/>
                    <a:pt x="8920304" y="1348532"/>
                    <a:pt x="8963353" y="1410936"/>
                  </a:cubicBezTo>
                  <a:cubicBezTo>
                    <a:pt x="8984727" y="1442137"/>
                    <a:pt x="9005954" y="1473915"/>
                    <a:pt x="9026483" y="1505499"/>
                  </a:cubicBezTo>
                  <a:lnTo>
                    <a:pt x="9057004" y="1552613"/>
                  </a:lnTo>
                  <a:cubicBezTo>
                    <a:pt x="9067245" y="1568525"/>
                    <a:pt x="9077336" y="1584534"/>
                    <a:pt x="9087278" y="1600542"/>
                  </a:cubicBezTo>
                  <a:cubicBezTo>
                    <a:pt x="9127145" y="1664766"/>
                    <a:pt x="9165966" y="1729613"/>
                    <a:pt x="9202851" y="1795515"/>
                  </a:cubicBezTo>
                  <a:cubicBezTo>
                    <a:pt x="9221342" y="1828491"/>
                    <a:pt x="9239437" y="1861417"/>
                    <a:pt x="9257332" y="1894920"/>
                  </a:cubicBezTo>
                  <a:lnTo>
                    <a:pt x="9283778" y="1945436"/>
                  </a:lnTo>
                  <a:lnTo>
                    <a:pt x="9309428" y="1996193"/>
                  </a:lnTo>
                  <a:cubicBezTo>
                    <a:pt x="9343280" y="2064013"/>
                    <a:pt x="9375491" y="2132695"/>
                    <a:pt x="9405714" y="2202191"/>
                  </a:cubicBezTo>
                  <a:cubicBezTo>
                    <a:pt x="9466260" y="2341183"/>
                    <a:pt x="9520493" y="2483053"/>
                    <a:pt x="9566524" y="2627653"/>
                  </a:cubicBezTo>
                  <a:cubicBezTo>
                    <a:pt x="9572289" y="2645675"/>
                    <a:pt x="9578056" y="2663792"/>
                    <a:pt x="9583573" y="2682195"/>
                  </a:cubicBezTo>
                  <a:lnTo>
                    <a:pt x="9591974" y="2709707"/>
                  </a:lnTo>
                  <a:lnTo>
                    <a:pt x="9600027" y="2737650"/>
                  </a:lnTo>
                  <a:cubicBezTo>
                    <a:pt x="9610416" y="2774171"/>
                    <a:pt x="9620358" y="2810884"/>
                    <a:pt x="9629803" y="2847694"/>
                  </a:cubicBezTo>
                  <a:cubicBezTo>
                    <a:pt x="9648692" y="2921312"/>
                    <a:pt x="9665196" y="2995506"/>
                    <a:pt x="9679909" y="3070131"/>
                  </a:cubicBezTo>
                  <a:cubicBezTo>
                    <a:pt x="9683587" y="3088775"/>
                    <a:pt x="9687118" y="3107418"/>
                    <a:pt x="9690498" y="3126159"/>
                  </a:cubicBezTo>
                  <a:lnTo>
                    <a:pt x="9700390" y="3181805"/>
                  </a:lnTo>
                  <a:cubicBezTo>
                    <a:pt x="9703670" y="3201120"/>
                    <a:pt x="9706952" y="3222112"/>
                    <a:pt x="9709685" y="3243392"/>
                  </a:cubicBezTo>
                  <a:lnTo>
                    <a:pt x="9713016" y="3267597"/>
                  </a:lnTo>
                  <a:lnTo>
                    <a:pt x="9716844" y="3294437"/>
                  </a:lnTo>
                  <a:cubicBezTo>
                    <a:pt x="9718186" y="3303926"/>
                    <a:pt x="9719527" y="3313895"/>
                    <a:pt x="9720820" y="3324488"/>
                  </a:cubicBezTo>
                  <a:lnTo>
                    <a:pt x="9722709" y="3340737"/>
                  </a:lnTo>
                  <a:lnTo>
                    <a:pt x="9724301" y="3356361"/>
                  </a:lnTo>
                  <a:lnTo>
                    <a:pt x="9730166" y="3412197"/>
                  </a:lnTo>
                  <a:cubicBezTo>
                    <a:pt x="9732005" y="3430842"/>
                    <a:pt x="9734291" y="3449342"/>
                    <a:pt x="9735783" y="3468083"/>
                  </a:cubicBezTo>
                  <a:lnTo>
                    <a:pt x="9739760" y="3524399"/>
                  </a:lnTo>
                  <a:lnTo>
                    <a:pt x="9741748" y="3552580"/>
                  </a:lnTo>
                  <a:lnTo>
                    <a:pt x="9742742" y="3566672"/>
                  </a:lnTo>
                  <a:lnTo>
                    <a:pt x="9743488" y="3581865"/>
                  </a:lnTo>
                  <a:lnTo>
                    <a:pt x="9744731" y="3611341"/>
                  </a:lnTo>
                  <a:lnTo>
                    <a:pt x="9745725" y="3639715"/>
                  </a:lnTo>
                  <a:cubicBezTo>
                    <a:pt x="9746868" y="3677579"/>
                    <a:pt x="9747514" y="3715587"/>
                    <a:pt x="9747613" y="3753786"/>
                  </a:cubicBezTo>
                  <a:cubicBezTo>
                    <a:pt x="9747763" y="3830232"/>
                    <a:pt x="9745675" y="3906870"/>
                    <a:pt x="9740405" y="3984609"/>
                  </a:cubicBezTo>
                  <a:lnTo>
                    <a:pt x="9736329" y="4038434"/>
                  </a:lnTo>
                  <a:cubicBezTo>
                    <a:pt x="9735087" y="4055976"/>
                    <a:pt x="9733794" y="4076346"/>
                    <a:pt x="9731408" y="4099446"/>
                  </a:cubicBezTo>
                  <a:lnTo>
                    <a:pt x="9717987" y="4213325"/>
                  </a:lnTo>
                  <a:cubicBezTo>
                    <a:pt x="9717441" y="4217926"/>
                    <a:pt x="9716943" y="4222527"/>
                    <a:pt x="9716297" y="4227129"/>
                  </a:cubicBezTo>
                  <a:lnTo>
                    <a:pt x="9714110" y="4240981"/>
                  </a:lnTo>
                  <a:lnTo>
                    <a:pt x="9709785" y="4268731"/>
                  </a:lnTo>
                  <a:lnTo>
                    <a:pt x="9701086" y="4324185"/>
                  </a:lnTo>
                  <a:lnTo>
                    <a:pt x="9698699" y="4338994"/>
                  </a:lnTo>
                  <a:lnTo>
                    <a:pt x="9695966" y="4355050"/>
                  </a:lnTo>
                  <a:cubicBezTo>
                    <a:pt x="9694077" y="4365547"/>
                    <a:pt x="9692188" y="4375516"/>
                    <a:pt x="9690299" y="4385054"/>
                  </a:cubicBezTo>
                  <a:lnTo>
                    <a:pt x="9679909" y="4437919"/>
                  </a:lnTo>
                  <a:cubicBezTo>
                    <a:pt x="9677871" y="4448320"/>
                    <a:pt x="9675735" y="4458097"/>
                    <a:pt x="9673647" y="4468162"/>
                  </a:cubicBezTo>
                  <a:lnTo>
                    <a:pt x="9667532" y="4496296"/>
                  </a:lnTo>
                  <a:cubicBezTo>
                    <a:pt x="9663406" y="4514941"/>
                    <a:pt x="9659081" y="4533585"/>
                    <a:pt x="9654658" y="4552277"/>
                  </a:cubicBezTo>
                  <a:cubicBezTo>
                    <a:pt x="9645760" y="4589613"/>
                    <a:pt x="9636265" y="4627045"/>
                    <a:pt x="9625876" y="4664478"/>
                  </a:cubicBezTo>
                  <a:cubicBezTo>
                    <a:pt x="9605048" y="4739247"/>
                    <a:pt x="9581088" y="4814303"/>
                    <a:pt x="9552803" y="4888737"/>
                  </a:cubicBezTo>
                  <a:cubicBezTo>
                    <a:pt x="9524668" y="4962930"/>
                    <a:pt x="9492109" y="5037459"/>
                    <a:pt x="9452639" y="5110934"/>
                  </a:cubicBezTo>
                  <a:cubicBezTo>
                    <a:pt x="9432905" y="5147695"/>
                    <a:pt x="9411431" y="5184169"/>
                    <a:pt x="9388017" y="5220020"/>
                  </a:cubicBezTo>
                  <a:cubicBezTo>
                    <a:pt x="9382201" y="5228982"/>
                    <a:pt x="9376236" y="5237945"/>
                    <a:pt x="9370073" y="5246811"/>
                  </a:cubicBezTo>
                  <a:lnTo>
                    <a:pt x="9360926" y="5260040"/>
                  </a:lnTo>
                  <a:lnTo>
                    <a:pt x="9351829" y="5272646"/>
                  </a:lnTo>
                  <a:cubicBezTo>
                    <a:pt x="9339700" y="5289468"/>
                    <a:pt x="9327174" y="5306387"/>
                    <a:pt x="9313305" y="5323881"/>
                  </a:cubicBezTo>
                  <a:cubicBezTo>
                    <a:pt x="9258625" y="5393042"/>
                    <a:pt x="9196489" y="5455445"/>
                    <a:pt x="9130375" y="5510802"/>
                  </a:cubicBezTo>
                  <a:cubicBezTo>
                    <a:pt x="9097319" y="5538505"/>
                    <a:pt x="9063268" y="5564530"/>
                    <a:pt x="9028422" y="5588878"/>
                  </a:cubicBezTo>
                  <a:cubicBezTo>
                    <a:pt x="9019723" y="5595109"/>
                    <a:pt x="9011074" y="5600909"/>
                    <a:pt x="9002424" y="5606707"/>
                  </a:cubicBezTo>
                  <a:cubicBezTo>
                    <a:pt x="8993774" y="5612603"/>
                    <a:pt x="8985124" y="5618211"/>
                    <a:pt x="8976525" y="5623866"/>
                  </a:cubicBezTo>
                  <a:cubicBezTo>
                    <a:pt x="8959277" y="5635130"/>
                    <a:pt x="8941629" y="5646201"/>
                    <a:pt x="8924181" y="5656793"/>
                  </a:cubicBezTo>
                  <a:cubicBezTo>
                    <a:pt x="8854291" y="5699259"/>
                    <a:pt x="8784946" y="5736451"/>
                    <a:pt x="8717291" y="5771582"/>
                  </a:cubicBezTo>
                  <a:lnTo>
                    <a:pt x="8617129" y="5823105"/>
                  </a:lnTo>
                  <a:lnTo>
                    <a:pt x="8518207" y="5873671"/>
                  </a:lnTo>
                  <a:cubicBezTo>
                    <a:pt x="8391200" y="5939188"/>
                    <a:pt x="8267922" y="6009788"/>
                    <a:pt x="8150558" y="6086761"/>
                  </a:cubicBezTo>
                  <a:cubicBezTo>
                    <a:pt x="8091901" y="6125248"/>
                    <a:pt x="8034736" y="6165317"/>
                    <a:pt x="7979410" y="6207158"/>
                  </a:cubicBezTo>
                  <a:cubicBezTo>
                    <a:pt x="7965739" y="6217750"/>
                    <a:pt x="7951771" y="6228103"/>
                    <a:pt x="7938300" y="6238887"/>
                  </a:cubicBezTo>
                  <a:lnTo>
                    <a:pt x="7897936" y="6271286"/>
                  </a:lnTo>
                  <a:lnTo>
                    <a:pt x="7858367" y="6304357"/>
                  </a:lnTo>
                  <a:lnTo>
                    <a:pt x="7819048" y="6338770"/>
                  </a:lnTo>
                  <a:cubicBezTo>
                    <a:pt x="7804882" y="6351232"/>
                    <a:pt x="7792105" y="6362591"/>
                    <a:pt x="7778882" y="6374477"/>
                  </a:cubicBezTo>
                  <a:lnTo>
                    <a:pt x="7739563" y="6410328"/>
                  </a:lnTo>
                  <a:cubicBezTo>
                    <a:pt x="7713366" y="6434485"/>
                    <a:pt x="7687168" y="6459120"/>
                    <a:pt x="7660824" y="6484138"/>
                  </a:cubicBezTo>
                  <a:lnTo>
                    <a:pt x="7502302" y="6636360"/>
                  </a:lnTo>
                  <a:lnTo>
                    <a:pt x="7273394" y="6858000"/>
                  </a:lnTo>
                  <a:lnTo>
                    <a:pt x="6780690" y="6858000"/>
                  </a:lnTo>
                  <a:lnTo>
                    <a:pt x="6854939" y="6783597"/>
                  </a:lnTo>
                  <a:cubicBezTo>
                    <a:pt x="6880688" y="6757810"/>
                    <a:pt x="6906338" y="6732265"/>
                    <a:pt x="6932087" y="6705809"/>
                  </a:cubicBezTo>
                  <a:lnTo>
                    <a:pt x="7241130" y="6390965"/>
                  </a:lnTo>
                  <a:lnTo>
                    <a:pt x="7397564" y="6233087"/>
                  </a:lnTo>
                  <a:cubicBezTo>
                    <a:pt x="7424009" y="6206679"/>
                    <a:pt x="7450802" y="6180175"/>
                    <a:pt x="7478142" y="6153670"/>
                  </a:cubicBezTo>
                  <a:lnTo>
                    <a:pt x="7519600" y="6113937"/>
                  </a:lnTo>
                  <a:cubicBezTo>
                    <a:pt x="7533469" y="6100805"/>
                    <a:pt x="7547934" y="6087288"/>
                    <a:pt x="7561207" y="6075067"/>
                  </a:cubicBezTo>
                  <a:lnTo>
                    <a:pt x="7604204" y="6035526"/>
                  </a:lnTo>
                  <a:lnTo>
                    <a:pt x="7648644" y="5996416"/>
                  </a:lnTo>
                  <a:cubicBezTo>
                    <a:pt x="7663608" y="5983570"/>
                    <a:pt x="7678768" y="5971013"/>
                    <a:pt x="7693830" y="5958264"/>
                  </a:cubicBezTo>
                  <a:cubicBezTo>
                    <a:pt x="7708942" y="5945611"/>
                    <a:pt x="7724352" y="5933485"/>
                    <a:pt x="7739662" y="5921073"/>
                  </a:cubicBezTo>
                  <a:cubicBezTo>
                    <a:pt x="7801154" y="5872088"/>
                    <a:pt x="7864234" y="5825502"/>
                    <a:pt x="7928458" y="5781025"/>
                  </a:cubicBezTo>
                  <a:cubicBezTo>
                    <a:pt x="8057005" y="5692164"/>
                    <a:pt x="8190077" y="5611500"/>
                    <a:pt x="8325882" y="5537450"/>
                  </a:cubicBezTo>
                  <a:lnTo>
                    <a:pt x="8424555" y="5484106"/>
                  </a:lnTo>
                  <a:lnTo>
                    <a:pt x="8521737" y="5431289"/>
                  </a:lnTo>
                  <a:cubicBezTo>
                    <a:pt x="8585315" y="5396349"/>
                    <a:pt x="8646456" y="5361840"/>
                    <a:pt x="8702677" y="5325942"/>
                  </a:cubicBezTo>
                  <a:cubicBezTo>
                    <a:pt x="8716795" y="5316931"/>
                    <a:pt x="8730365" y="5308017"/>
                    <a:pt x="8743986" y="5298717"/>
                  </a:cubicBezTo>
                  <a:cubicBezTo>
                    <a:pt x="8750747" y="5294069"/>
                    <a:pt x="8757606" y="5289420"/>
                    <a:pt x="8764167" y="5284723"/>
                  </a:cubicBezTo>
                  <a:cubicBezTo>
                    <a:pt x="8770778" y="5280074"/>
                    <a:pt x="8777440" y="5275377"/>
                    <a:pt x="8783704" y="5270679"/>
                  </a:cubicBezTo>
                  <a:cubicBezTo>
                    <a:pt x="8809155" y="5251987"/>
                    <a:pt x="8833611" y="5232577"/>
                    <a:pt x="8856776" y="5212399"/>
                  </a:cubicBezTo>
                  <a:cubicBezTo>
                    <a:pt x="8903104" y="5172043"/>
                    <a:pt x="8944463" y="5128668"/>
                    <a:pt x="8979856" y="5082081"/>
                  </a:cubicBezTo>
                  <a:cubicBezTo>
                    <a:pt x="8988555" y="5070722"/>
                    <a:pt x="8997602" y="5057973"/>
                    <a:pt x="9006699" y="5044984"/>
                  </a:cubicBezTo>
                  <a:lnTo>
                    <a:pt x="9013509" y="5035254"/>
                  </a:lnTo>
                  <a:lnTo>
                    <a:pt x="9019773" y="5025812"/>
                  </a:lnTo>
                  <a:cubicBezTo>
                    <a:pt x="9023997" y="5019629"/>
                    <a:pt x="9028073" y="5013254"/>
                    <a:pt x="9032050" y="5006833"/>
                  </a:cubicBezTo>
                  <a:cubicBezTo>
                    <a:pt x="9048206" y="4981238"/>
                    <a:pt x="9063417" y="4954542"/>
                    <a:pt x="9077733" y="4926839"/>
                  </a:cubicBezTo>
                  <a:cubicBezTo>
                    <a:pt x="9106415" y="4871434"/>
                    <a:pt x="9131469" y="4812050"/>
                    <a:pt x="9154285" y="4750223"/>
                  </a:cubicBezTo>
                  <a:cubicBezTo>
                    <a:pt x="9176904" y="4688586"/>
                    <a:pt x="9196537" y="4625032"/>
                    <a:pt x="9213936" y="4559945"/>
                  </a:cubicBezTo>
                  <a:cubicBezTo>
                    <a:pt x="9222635" y="4527402"/>
                    <a:pt x="9230887" y="4494523"/>
                    <a:pt x="9238592" y="4461357"/>
                  </a:cubicBezTo>
                  <a:cubicBezTo>
                    <a:pt x="9242419" y="4444773"/>
                    <a:pt x="9246147" y="4428094"/>
                    <a:pt x="9249776" y="4411319"/>
                  </a:cubicBezTo>
                  <a:lnTo>
                    <a:pt x="9255046" y="4386299"/>
                  </a:lnTo>
                  <a:lnTo>
                    <a:pt x="9259718" y="4363342"/>
                  </a:lnTo>
                  <a:lnTo>
                    <a:pt x="9269959" y="4309566"/>
                  </a:lnTo>
                  <a:lnTo>
                    <a:pt x="9274233" y="4286176"/>
                  </a:lnTo>
                  <a:lnTo>
                    <a:pt x="9276022" y="4275489"/>
                  </a:lnTo>
                  <a:lnTo>
                    <a:pt x="9277861" y="4263506"/>
                  </a:lnTo>
                  <a:lnTo>
                    <a:pt x="9286014" y="4211696"/>
                  </a:lnTo>
                  <a:lnTo>
                    <a:pt x="9290092" y="4185767"/>
                  </a:lnTo>
                  <a:lnTo>
                    <a:pt x="9292128" y="4172826"/>
                  </a:lnTo>
                  <a:cubicBezTo>
                    <a:pt x="9292774" y="4168464"/>
                    <a:pt x="9293173" y="4164055"/>
                    <a:pt x="9293720" y="4159693"/>
                  </a:cubicBezTo>
                  <a:lnTo>
                    <a:pt x="9305650" y="4057941"/>
                  </a:lnTo>
                  <a:cubicBezTo>
                    <a:pt x="9306991" y="4045048"/>
                    <a:pt x="9308085" y="4029328"/>
                    <a:pt x="9309378" y="4010779"/>
                  </a:cubicBezTo>
                  <a:lnTo>
                    <a:pt x="9313454" y="3956428"/>
                  </a:lnTo>
                  <a:cubicBezTo>
                    <a:pt x="9318326" y="3889806"/>
                    <a:pt x="9320611" y="3821796"/>
                    <a:pt x="9320811" y="3753546"/>
                  </a:cubicBezTo>
                  <a:cubicBezTo>
                    <a:pt x="9320910" y="3719373"/>
                    <a:pt x="9320513" y="3685056"/>
                    <a:pt x="9319617" y="3650643"/>
                  </a:cubicBezTo>
                  <a:lnTo>
                    <a:pt x="9318176" y="3600030"/>
                  </a:lnTo>
                  <a:lnTo>
                    <a:pt x="9317778" y="3588096"/>
                  </a:lnTo>
                  <a:lnTo>
                    <a:pt x="9316983" y="3575107"/>
                  </a:lnTo>
                  <a:lnTo>
                    <a:pt x="9315443" y="3549130"/>
                  </a:lnTo>
                  <a:lnTo>
                    <a:pt x="9312311" y="3497176"/>
                  </a:lnTo>
                  <a:cubicBezTo>
                    <a:pt x="9311118" y="3479825"/>
                    <a:pt x="9309129" y="3462427"/>
                    <a:pt x="9307587" y="3445029"/>
                  </a:cubicBezTo>
                  <a:lnTo>
                    <a:pt x="9302618" y="3392835"/>
                  </a:lnTo>
                  <a:lnTo>
                    <a:pt x="9301574" y="3381476"/>
                  </a:lnTo>
                  <a:lnTo>
                    <a:pt x="9300430" y="3370740"/>
                  </a:lnTo>
                  <a:lnTo>
                    <a:pt x="9297547" y="3346966"/>
                  </a:lnTo>
                  <a:lnTo>
                    <a:pt x="9294017" y="3320030"/>
                  </a:lnTo>
                  <a:lnTo>
                    <a:pt x="9290439" y="3290410"/>
                  </a:lnTo>
                  <a:cubicBezTo>
                    <a:pt x="9288849" y="3275745"/>
                    <a:pt x="9286761" y="3260934"/>
                    <a:pt x="9284275" y="3244544"/>
                  </a:cubicBezTo>
                  <a:lnTo>
                    <a:pt x="9275974" y="3193116"/>
                  </a:lnTo>
                  <a:cubicBezTo>
                    <a:pt x="9273189" y="3176197"/>
                    <a:pt x="9270256" y="3159230"/>
                    <a:pt x="9267224" y="3142264"/>
                  </a:cubicBezTo>
                  <a:cubicBezTo>
                    <a:pt x="9255146" y="3074493"/>
                    <a:pt x="9240929" y="3007057"/>
                    <a:pt x="9225320" y="2939909"/>
                  </a:cubicBezTo>
                  <a:cubicBezTo>
                    <a:pt x="9217465" y="2906311"/>
                    <a:pt x="9209214" y="2872809"/>
                    <a:pt x="9200466" y="2839449"/>
                  </a:cubicBezTo>
                  <a:lnTo>
                    <a:pt x="9193953" y="2814958"/>
                  </a:lnTo>
                  <a:lnTo>
                    <a:pt x="9186993" y="2790276"/>
                  </a:lnTo>
                  <a:cubicBezTo>
                    <a:pt x="9182471" y="2773836"/>
                    <a:pt x="9177599" y="2757252"/>
                    <a:pt x="9172628" y="2740621"/>
                  </a:cubicBezTo>
                  <a:cubicBezTo>
                    <a:pt x="9133110" y="2607859"/>
                    <a:pt x="9087527" y="2476533"/>
                    <a:pt x="9035082" y="2347463"/>
                  </a:cubicBezTo>
                  <a:cubicBezTo>
                    <a:pt x="9008836" y="2282951"/>
                    <a:pt x="8981298" y="2218870"/>
                    <a:pt x="8952118" y="2155413"/>
                  </a:cubicBezTo>
                  <a:lnTo>
                    <a:pt x="8929948" y="2107915"/>
                  </a:lnTo>
                  <a:lnTo>
                    <a:pt x="8907429" y="2060753"/>
                  </a:lnTo>
                  <a:cubicBezTo>
                    <a:pt x="8892170" y="2029408"/>
                    <a:pt x="8876411" y="1997726"/>
                    <a:pt x="8860404" y="1966478"/>
                  </a:cubicBezTo>
                  <a:cubicBezTo>
                    <a:pt x="8828243" y="1903931"/>
                    <a:pt x="8795336" y="1841670"/>
                    <a:pt x="8760788" y="1780274"/>
                  </a:cubicBezTo>
                  <a:lnTo>
                    <a:pt x="8734740" y="1734311"/>
                  </a:lnTo>
                  <a:lnTo>
                    <a:pt x="8708046" y="1687963"/>
                  </a:lnTo>
                  <a:cubicBezTo>
                    <a:pt x="8690300" y="1657337"/>
                    <a:pt x="8672455" y="1627334"/>
                    <a:pt x="8654062" y="1597234"/>
                  </a:cubicBezTo>
                  <a:cubicBezTo>
                    <a:pt x="8617575" y="1536988"/>
                    <a:pt x="8579398" y="1477365"/>
                    <a:pt x="8540278" y="1418077"/>
                  </a:cubicBezTo>
                  <a:lnTo>
                    <a:pt x="8510701" y="1373695"/>
                  </a:lnTo>
                  <a:lnTo>
                    <a:pt x="8480676" y="1329457"/>
                  </a:lnTo>
                  <a:cubicBezTo>
                    <a:pt x="8460643" y="1300269"/>
                    <a:pt x="8440411" y="1271224"/>
                    <a:pt x="8419782" y="1242275"/>
                  </a:cubicBezTo>
                  <a:cubicBezTo>
                    <a:pt x="8378476" y="1184425"/>
                    <a:pt x="8335923" y="1127006"/>
                    <a:pt x="8292478" y="1069875"/>
                  </a:cubicBezTo>
                  <a:lnTo>
                    <a:pt x="8259620" y="1027123"/>
                  </a:lnTo>
                  <a:lnTo>
                    <a:pt x="8243416" y="1006130"/>
                  </a:lnTo>
                  <a:lnTo>
                    <a:pt x="8227110" y="985473"/>
                  </a:lnTo>
                  <a:cubicBezTo>
                    <a:pt x="8204890" y="957483"/>
                    <a:pt x="8182422" y="929684"/>
                    <a:pt x="8159604" y="902029"/>
                  </a:cubicBezTo>
                  <a:cubicBezTo>
                    <a:pt x="8114170" y="846671"/>
                    <a:pt x="8067494" y="792177"/>
                    <a:pt x="8020022" y="738209"/>
                  </a:cubicBezTo>
                  <a:lnTo>
                    <a:pt x="7984182" y="697901"/>
                  </a:lnTo>
                  <a:lnTo>
                    <a:pt x="7948043" y="657976"/>
                  </a:lnTo>
                  <a:cubicBezTo>
                    <a:pt x="7923636" y="631328"/>
                    <a:pt x="7899079" y="604823"/>
                    <a:pt x="7874324" y="578607"/>
                  </a:cubicBezTo>
                  <a:cubicBezTo>
                    <a:pt x="7824714" y="526221"/>
                    <a:pt x="7774608" y="474458"/>
                    <a:pt x="7723308" y="424085"/>
                  </a:cubicBezTo>
                  <a:cubicBezTo>
                    <a:pt x="7672157" y="373808"/>
                    <a:pt x="7619168" y="324153"/>
                    <a:pt x="7565532" y="275602"/>
                  </a:cubicBezTo>
                  <a:close/>
                  <a:moveTo>
                    <a:pt x="1832515" y="0"/>
                  </a:moveTo>
                  <a:lnTo>
                    <a:pt x="2158449" y="0"/>
                  </a:lnTo>
                  <a:lnTo>
                    <a:pt x="2108797" y="37845"/>
                  </a:lnTo>
                  <a:cubicBezTo>
                    <a:pt x="2052253" y="83168"/>
                    <a:pt x="1996914" y="129778"/>
                    <a:pt x="1942830" y="177587"/>
                  </a:cubicBezTo>
                  <a:cubicBezTo>
                    <a:pt x="1834563" y="273109"/>
                    <a:pt x="1731317" y="373472"/>
                    <a:pt x="1633191" y="477909"/>
                  </a:cubicBezTo>
                  <a:cubicBezTo>
                    <a:pt x="1240290" y="896038"/>
                    <a:pt x="927123" y="1375900"/>
                    <a:pt x="702686" y="1889935"/>
                  </a:cubicBezTo>
                  <a:cubicBezTo>
                    <a:pt x="646565" y="2018192"/>
                    <a:pt x="596210" y="2149182"/>
                    <a:pt x="551769" y="2281416"/>
                  </a:cubicBezTo>
                  <a:cubicBezTo>
                    <a:pt x="507429" y="2413700"/>
                    <a:pt x="469451" y="2547613"/>
                    <a:pt x="438383" y="2682772"/>
                  </a:cubicBezTo>
                  <a:cubicBezTo>
                    <a:pt x="423122" y="2750111"/>
                    <a:pt x="409203" y="2818553"/>
                    <a:pt x="397124" y="2887044"/>
                  </a:cubicBezTo>
                  <a:cubicBezTo>
                    <a:pt x="385144" y="2955581"/>
                    <a:pt x="374357" y="3024359"/>
                    <a:pt x="365658" y="3093424"/>
                  </a:cubicBezTo>
                  <a:cubicBezTo>
                    <a:pt x="347813" y="3231506"/>
                    <a:pt x="336727" y="3370260"/>
                    <a:pt x="332105" y="3509828"/>
                  </a:cubicBezTo>
                  <a:cubicBezTo>
                    <a:pt x="322311" y="3788822"/>
                    <a:pt x="339660" y="4068628"/>
                    <a:pt x="383653" y="4346327"/>
                  </a:cubicBezTo>
                  <a:cubicBezTo>
                    <a:pt x="394539" y="4415489"/>
                    <a:pt x="407464" y="4484267"/>
                    <a:pt x="422327" y="4552900"/>
                  </a:cubicBezTo>
                  <a:cubicBezTo>
                    <a:pt x="437041" y="4621534"/>
                    <a:pt x="453693" y="4689881"/>
                    <a:pt x="472184" y="4757939"/>
                  </a:cubicBezTo>
                  <a:cubicBezTo>
                    <a:pt x="490677" y="4825949"/>
                    <a:pt x="511007" y="4893673"/>
                    <a:pt x="533078" y="4960916"/>
                  </a:cubicBezTo>
                  <a:cubicBezTo>
                    <a:pt x="555249" y="5028208"/>
                    <a:pt x="578662" y="5095022"/>
                    <a:pt x="604710" y="5160875"/>
                  </a:cubicBezTo>
                  <a:cubicBezTo>
                    <a:pt x="707358" y="5425298"/>
                    <a:pt x="838443" y="5680902"/>
                    <a:pt x="996766" y="5920640"/>
                  </a:cubicBezTo>
                  <a:cubicBezTo>
                    <a:pt x="1154790" y="6160571"/>
                    <a:pt x="1340404" y="6384350"/>
                    <a:pt x="1549183" y="6586417"/>
                  </a:cubicBezTo>
                  <a:cubicBezTo>
                    <a:pt x="1601365" y="6636982"/>
                    <a:pt x="1654970" y="6686208"/>
                    <a:pt x="1709890" y="6734063"/>
                  </a:cubicBezTo>
                  <a:lnTo>
                    <a:pt x="1859761" y="6858000"/>
                  </a:lnTo>
                  <a:lnTo>
                    <a:pt x="1671798" y="6858000"/>
                  </a:lnTo>
                  <a:lnTo>
                    <a:pt x="1628044" y="6822717"/>
                  </a:lnTo>
                  <a:cubicBezTo>
                    <a:pt x="1570828" y="6774460"/>
                    <a:pt x="1514710" y="6724955"/>
                    <a:pt x="1459756" y="6674223"/>
                  </a:cubicBezTo>
                  <a:cubicBezTo>
                    <a:pt x="1019931" y="6268363"/>
                    <a:pt x="658296" y="5781216"/>
                    <a:pt x="402543" y="5241588"/>
                  </a:cubicBezTo>
                  <a:cubicBezTo>
                    <a:pt x="370231" y="5174103"/>
                    <a:pt x="340306" y="5105661"/>
                    <a:pt x="311923" y="5036741"/>
                  </a:cubicBezTo>
                  <a:cubicBezTo>
                    <a:pt x="283539" y="4967771"/>
                    <a:pt x="256895" y="4897986"/>
                    <a:pt x="232140" y="4827483"/>
                  </a:cubicBezTo>
                  <a:cubicBezTo>
                    <a:pt x="207334" y="4756981"/>
                    <a:pt x="184368" y="4685758"/>
                    <a:pt x="163392" y="4613913"/>
                  </a:cubicBezTo>
                  <a:cubicBezTo>
                    <a:pt x="142514" y="4542020"/>
                    <a:pt x="123624" y="4469360"/>
                    <a:pt x="106823" y="4396365"/>
                  </a:cubicBezTo>
                  <a:cubicBezTo>
                    <a:pt x="73120" y="4250902"/>
                    <a:pt x="47371" y="4103281"/>
                    <a:pt x="29326" y="3954702"/>
                  </a:cubicBezTo>
                  <a:cubicBezTo>
                    <a:pt x="20478" y="3880365"/>
                    <a:pt x="13320" y="3805789"/>
                    <a:pt x="8647" y="3730971"/>
                  </a:cubicBezTo>
                  <a:cubicBezTo>
                    <a:pt x="6311" y="3693587"/>
                    <a:pt x="4322" y="3656106"/>
                    <a:pt x="2880" y="3618674"/>
                  </a:cubicBezTo>
                  <a:cubicBezTo>
                    <a:pt x="1539" y="3581146"/>
                    <a:pt x="694" y="3543809"/>
                    <a:pt x="296" y="3506425"/>
                  </a:cubicBezTo>
                  <a:cubicBezTo>
                    <a:pt x="-1543" y="3356649"/>
                    <a:pt x="5217" y="3206200"/>
                    <a:pt x="20030" y="3056711"/>
                  </a:cubicBezTo>
                  <a:cubicBezTo>
                    <a:pt x="27686" y="2981942"/>
                    <a:pt x="36931" y="2907317"/>
                    <a:pt x="48664" y="2832980"/>
                  </a:cubicBezTo>
                  <a:cubicBezTo>
                    <a:pt x="60395" y="2758642"/>
                    <a:pt x="73716" y="2684784"/>
                    <a:pt x="89922" y="2610639"/>
                  </a:cubicBezTo>
                  <a:cubicBezTo>
                    <a:pt x="121736" y="2462826"/>
                    <a:pt x="162645" y="2317220"/>
                    <a:pt x="211163" y="2174343"/>
                  </a:cubicBezTo>
                  <a:cubicBezTo>
                    <a:pt x="259778" y="2031468"/>
                    <a:pt x="315601" y="1891517"/>
                    <a:pt x="379129" y="1754393"/>
                  </a:cubicBezTo>
                  <a:cubicBezTo>
                    <a:pt x="505540" y="1480433"/>
                    <a:pt x="660930" y="1219318"/>
                    <a:pt x="841424" y="976270"/>
                  </a:cubicBezTo>
                  <a:cubicBezTo>
                    <a:pt x="931498" y="854627"/>
                    <a:pt x="1028182" y="737777"/>
                    <a:pt x="1130234" y="625768"/>
                  </a:cubicBezTo>
                  <a:cubicBezTo>
                    <a:pt x="1232486" y="513855"/>
                    <a:pt x="1340157" y="407117"/>
                    <a:pt x="1452897" y="305748"/>
                  </a:cubicBezTo>
                  <a:cubicBezTo>
                    <a:pt x="1565736" y="204380"/>
                    <a:pt x="1683596" y="108665"/>
                    <a:pt x="1805682" y="1875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2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3096" name="Freeform: Shape 3095">
              <a:extLst>
                <a:ext uri="{FF2B5EF4-FFF2-40B4-BE49-F238E27FC236}">
                  <a16:creationId xmlns:a16="http://schemas.microsoft.com/office/drawing/2014/main" id="{5A7FF51F-3820-41BE-8690-7E758ECFA7C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308320" y="36937"/>
              <a:ext cx="9767847" cy="6858000"/>
            </a:xfrm>
            <a:custGeom>
              <a:avLst/>
              <a:gdLst>
                <a:gd name="connsiteX0" fmla="*/ 7151367 w 9767847"/>
                <a:gd name="connsiteY0" fmla="*/ 0 h 6858000"/>
                <a:gd name="connsiteX1" fmla="*/ 7881247 w 9767847"/>
                <a:gd name="connsiteY1" fmla="*/ 0 h 6858000"/>
                <a:gd name="connsiteX2" fmla="*/ 7990553 w 9767847"/>
                <a:gd name="connsiteY2" fmla="*/ 81317 h 6858000"/>
                <a:gd name="connsiteX3" fmla="*/ 9767847 w 9767847"/>
                <a:gd name="connsiteY3" fmla="*/ 3649031 h 6858000"/>
                <a:gd name="connsiteX4" fmla="*/ 8652597 w 9767847"/>
                <a:gd name="connsiteY4" fmla="*/ 6590005 h 6858000"/>
                <a:gd name="connsiteX5" fmla="*/ 8395306 w 9767847"/>
                <a:gd name="connsiteY5" fmla="*/ 6858000 h 6858000"/>
                <a:gd name="connsiteX6" fmla="*/ 6762603 w 9767847"/>
                <a:gd name="connsiteY6" fmla="*/ 6858000 h 6858000"/>
                <a:gd name="connsiteX7" fmla="*/ 6765962 w 9767847"/>
                <a:gd name="connsiteY7" fmla="*/ 6854844 h 6858000"/>
                <a:gd name="connsiteX8" fmla="*/ 6804586 w 9767847"/>
                <a:gd name="connsiteY8" fmla="*/ 6817103 h 6858000"/>
                <a:gd name="connsiteX9" fmla="*/ 6881735 w 9767847"/>
                <a:gd name="connsiteY9" fmla="*/ 6741197 h 6858000"/>
                <a:gd name="connsiteX10" fmla="*/ 6958883 w 9767847"/>
                <a:gd name="connsiteY10" fmla="*/ 6664822 h 6858000"/>
                <a:gd name="connsiteX11" fmla="*/ 7267925 w 9767847"/>
                <a:gd name="connsiteY11" fmla="*/ 6355694 h 6858000"/>
                <a:gd name="connsiteX12" fmla="*/ 7424360 w 9767847"/>
                <a:gd name="connsiteY12" fmla="*/ 6200685 h 6858000"/>
                <a:gd name="connsiteX13" fmla="*/ 7504938 w 9767847"/>
                <a:gd name="connsiteY13" fmla="*/ 6122708 h 6858000"/>
                <a:gd name="connsiteX14" fmla="*/ 7546396 w 9767847"/>
                <a:gd name="connsiteY14" fmla="*/ 6083697 h 6858000"/>
                <a:gd name="connsiteX15" fmla="*/ 7588002 w 9767847"/>
                <a:gd name="connsiteY15" fmla="*/ 6045532 h 6858000"/>
                <a:gd name="connsiteX16" fmla="*/ 7631000 w 9767847"/>
                <a:gd name="connsiteY16" fmla="*/ 6006709 h 6858000"/>
                <a:gd name="connsiteX17" fmla="*/ 7675440 w 9767847"/>
                <a:gd name="connsiteY17" fmla="*/ 5968309 h 6858000"/>
                <a:gd name="connsiteX18" fmla="*/ 7720626 w 9767847"/>
                <a:gd name="connsiteY18" fmla="*/ 5930851 h 6858000"/>
                <a:gd name="connsiteX19" fmla="*/ 7766458 w 9767847"/>
                <a:gd name="connsiteY19" fmla="*/ 5894334 h 6858000"/>
                <a:gd name="connsiteX20" fmla="*/ 7955254 w 9767847"/>
                <a:gd name="connsiteY20" fmla="*/ 5756828 h 6858000"/>
                <a:gd name="connsiteX21" fmla="*/ 8352678 w 9767847"/>
                <a:gd name="connsiteY21" fmla="*/ 5517630 h 6858000"/>
                <a:gd name="connsiteX22" fmla="*/ 8451350 w 9767847"/>
                <a:gd name="connsiteY22" fmla="*/ 5465254 h 6858000"/>
                <a:gd name="connsiteX23" fmla="*/ 8548532 w 9767847"/>
                <a:gd name="connsiteY23" fmla="*/ 5413395 h 6858000"/>
                <a:gd name="connsiteX24" fmla="*/ 8729473 w 9767847"/>
                <a:gd name="connsiteY24" fmla="*/ 5309961 h 6858000"/>
                <a:gd name="connsiteX25" fmla="*/ 8770781 w 9767847"/>
                <a:gd name="connsiteY25" fmla="*/ 5283232 h 6858000"/>
                <a:gd name="connsiteX26" fmla="*/ 8790964 w 9767847"/>
                <a:gd name="connsiteY26" fmla="*/ 5269492 h 6858000"/>
                <a:gd name="connsiteX27" fmla="*/ 8810499 w 9767847"/>
                <a:gd name="connsiteY27" fmla="*/ 5255703 h 6858000"/>
                <a:gd name="connsiteX28" fmla="*/ 8883571 w 9767847"/>
                <a:gd name="connsiteY28" fmla="*/ 5198479 h 6858000"/>
                <a:gd name="connsiteX29" fmla="*/ 9006651 w 9767847"/>
                <a:gd name="connsiteY29" fmla="*/ 5070527 h 6858000"/>
                <a:gd name="connsiteX30" fmla="*/ 9033494 w 9767847"/>
                <a:gd name="connsiteY30" fmla="*/ 5034105 h 6858000"/>
                <a:gd name="connsiteX31" fmla="*/ 9040305 w 9767847"/>
                <a:gd name="connsiteY31" fmla="*/ 5024551 h 6858000"/>
                <a:gd name="connsiteX32" fmla="*/ 9046568 w 9767847"/>
                <a:gd name="connsiteY32" fmla="*/ 5015281 h 6858000"/>
                <a:gd name="connsiteX33" fmla="*/ 9058846 w 9767847"/>
                <a:gd name="connsiteY33" fmla="*/ 4996645 h 6858000"/>
                <a:gd name="connsiteX34" fmla="*/ 9104529 w 9767847"/>
                <a:gd name="connsiteY34" fmla="*/ 4918105 h 6858000"/>
                <a:gd name="connsiteX35" fmla="*/ 9181081 w 9767847"/>
                <a:gd name="connsiteY35" fmla="*/ 4744694 h 6858000"/>
                <a:gd name="connsiteX36" fmla="*/ 9240731 w 9767847"/>
                <a:gd name="connsiteY36" fmla="*/ 4557872 h 6858000"/>
                <a:gd name="connsiteX37" fmla="*/ 9265388 w 9767847"/>
                <a:gd name="connsiteY37" fmla="*/ 4461073 h 6858000"/>
                <a:gd name="connsiteX38" fmla="*/ 9276571 w 9767847"/>
                <a:gd name="connsiteY38" fmla="*/ 4411943 h 6858000"/>
                <a:gd name="connsiteX39" fmla="*/ 9281841 w 9767847"/>
                <a:gd name="connsiteY39" fmla="*/ 4387379 h 6858000"/>
                <a:gd name="connsiteX40" fmla="*/ 9286513 w 9767847"/>
                <a:gd name="connsiteY40" fmla="*/ 4364838 h 6858000"/>
                <a:gd name="connsiteX41" fmla="*/ 9296754 w 9767847"/>
                <a:gd name="connsiteY41" fmla="*/ 4312038 h 6858000"/>
                <a:gd name="connsiteX42" fmla="*/ 9301029 w 9767847"/>
                <a:gd name="connsiteY42" fmla="*/ 4289074 h 6858000"/>
                <a:gd name="connsiteX43" fmla="*/ 9302818 w 9767847"/>
                <a:gd name="connsiteY43" fmla="*/ 4278581 h 6858000"/>
                <a:gd name="connsiteX44" fmla="*/ 9304658 w 9767847"/>
                <a:gd name="connsiteY44" fmla="*/ 4266816 h 6858000"/>
                <a:gd name="connsiteX45" fmla="*/ 9312810 w 9767847"/>
                <a:gd name="connsiteY45" fmla="*/ 4215945 h 6858000"/>
                <a:gd name="connsiteX46" fmla="*/ 9316887 w 9767847"/>
                <a:gd name="connsiteY46" fmla="*/ 4190486 h 6858000"/>
                <a:gd name="connsiteX47" fmla="*/ 9318923 w 9767847"/>
                <a:gd name="connsiteY47" fmla="*/ 4177780 h 6858000"/>
                <a:gd name="connsiteX48" fmla="*/ 9320515 w 9767847"/>
                <a:gd name="connsiteY48" fmla="*/ 4164886 h 6858000"/>
                <a:gd name="connsiteX49" fmla="*/ 9332445 w 9767847"/>
                <a:gd name="connsiteY49" fmla="*/ 4064981 h 6858000"/>
                <a:gd name="connsiteX50" fmla="*/ 9336173 w 9767847"/>
                <a:gd name="connsiteY50" fmla="*/ 4018676 h 6858000"/>
                <a:gd name="connsiteX51" fmla="*/ 9340199 w 9767847"/>
                <a:gd name="connsiteY51" fmla="*/ 3965171 h 6858000"/>
                <a:gd name="connsiteX52" fmla="*/ 9347557 w 9767847"/>
                <a:gd name="connsiteY52" fmla="*/ 3765972 h 6858000"/>
                <a:gd name="connsiteX53" fmla="*/ 9346364 w 9767847"/>
                <a:gd name="connsiteY53" fmla="*/ 3664938 h 6858000"/>
                <a:gd name="connsiteX54" fmla="*/ 9344921 w 9767847"/>
                <a:gd name="connsiteY54" fmla="*/ 3615243 h 6858000"/>
                <a:gd name="connsiteX55" fmla="*/ 9344524 w 9767847"/>
                <a:gd name="connsiteY55" fmla="*/ 3603526 h 6858000"/>
                <a:gd name="connsiteX56" fmla="*/ 9343728 w 9767847"/>
                <a:gd name="connsiteY56" fmla="*/ 3590774 h 6858000"/>
                <a:gd name="connsiteX57" fmla="*/ 9342188 w 9767847"/>
                <a:gd name="connsiteY57" fmla="*/ 3565268 h 6858000"/>
                <a:gd name="connsiteX58" fmla="*/ 9339056 w 9767847"/>
                <a:gd name="connsiteY58" fmla="*/ 3514256 h 6858000"/>
                <a:gd name="connsiteX59" fmla="*/ 9334334 w 9767847"/>
                <a:gd name="connsiteY59" fmla="*/ 3463057 h 6858000"/>
                <a:gd name="connsiteX60" fmla="*/ 9329363 w 9767847"/>
                <a:gd name="connsiteY60" fmla="*/ 3411810 h 6858000"/>
                <a:gd name="connsiteX61" fmla="*/ 9328319 w 9767847"/>
                <a:gd name="connsiteY61" fmla="*/ 3400657 h 6858000"/>
                <a:gd name="connsiteX62" fmla="*/ 9327177 w 9767847"/>
                <a:gd name="connsiteY62" fmla="*/ 3390116 h 6858000"/>
                <a:gd name="connsiteX63" fmla="*/ 9324293 w 9767847"/>
                <a:gd name="connsiteY63" fmla="*/ 3366774 h 6858000"/>
                <a:gd name="connsiteX64" fmla="*/ 9320763 w 9767847"/>
                <a:gd name="connsiteY64" fmla="*/ 3340329 h 6858000"/>
                <a:gd name="connsiteX65" fmla="*/ 9317184 w 9767847"/>
                <a:gd name="connsiteY65" fmla="*/ 3311245 h 6858000"/>
                <a:gd name="connsiteX66" fmla="*/ 9311021 w 9767847"/>
                <a:gd name="connsiteY66" fmla="*/ 3266211 h 6858000"/>
                <a:gd name="connsiteX67" fmla="*/ 9302719 w 9767847"/>
                <a:gd name="connsiteY67" fmla="*/ 3215717 h 6858000"/>
                <a:gd name="connsiteX68" fmla="*/ 9293970 w 9767847"/>
                <a:gd name="connsiteY68" fmla="*/ 3165789 h 6858000"/>
                <a:gd name="connsiteX69" fmla="*/ 9252065 w 9767847"/>
                <a:gd name="connsiteY69" fmla="*/ 2967107 h 6858000"/>
                <a:gd name="connsiteX70" fmla="*/ 9227211 w 9767847"/>
                <a:gd name="connsiteY70" fmla="*/ 2868473 h 6858000"/>
                <a:gd name="connsiteX71" fmla="*/ 9220699 w 9767847"/>
                <a:gd name="connsiteY71" fmla="*/ 2844426 h 6858000"/>
                <a:gd name="connsiteX72" fmla="*/ 9213740 w 9767847"/>
                <a:gd name="connsiteY72" fmla="*/ 2820191 h 6858000"/>
                <a:gd name="connsiteX73" fmla="*/ 9199374 w 9767847"/>
                <a:gd name="connsiteY73" fmla="*/ 2771438 h 6858000"/>
                <a:gd name="connsiteX74" fmla="*/ 9061829 w 9767847"/>
                <a:gd name="connsiteY74" fmla="*/ 2385418 h 6858000"/>
                <a:gd name="connsiteX75" fmla="*/ 8978865 w 9767847"/>
                <a:gd name="connsiteY75" fmla="*/ 2196855 h 6858000"/>
                <a:gd name="connsiteX76" fmla="*/ 8956694 w 9767847"/>
                <a:gd name="connsiteY76" fmla="*/ 2150219 h 6858000"/>
                <a:gd name="connsiteX77" fmla="*/ 8934176 w 9767847"/>
                <a:gd name="connsiteY77" fmla="*/ 2103914 h 6858000"/>
                <a:gd name="connsiteX78" fmla="*/ 8887151 w 9767847"/>
                <a:gd name="connsiteY78" fmla="*/ 2011350 h 6858000"/>
                <a:gd name="connsiteX79" fmla="*/ 8787533 w 9767847"/>
                <a:gd name="connsiteY79" fmla="*/ 1828527 h 6858000"/>
                <a:gd name="connsiteX80" fmla="*/ 8761485 w 9767847"/>
                <a:gd name="connsiteY80" fmla="*/ 1783398 h 6858000"/>
                <a:gd name="connsiteX81" fmla="*/ 8734791 w 9767847"/>
                <a:gd name="connsiteY81" fmla="*/ 1737893 h 6858000"/>
                <a:gd name="connsiteX82" fmla="*/ 8680808 w 9767847"/>
                <a:gd name="connsiteY82" fmla="*/ 1648812 h 6858000"/>
                <a:gd name="connsiteX83" fmla="*/ 8567024 w 9767847"/>
                <a:gd name="connsiteY83" fmla="*/ 1472906 h 6858000"/>
                <a:gd name="connsiteX84" fmla="*/ 8537446 w 9767847"/>
                <a:gd name="connsiteY84" fmla="*/ 1429330 h 6858000"/>
                <a:gd name="connsiteX85" fmla="*/ 8507423 w 9767847"/>
                <a:gd name="connsiteY85" fmla="*/ 1385896 h 6858000"/>
                <a:gd name="connsiteX86" fmla="*/ 8446529 w 9767847"/>
                <a:gd name="connsiteY86" fmla="*/ 1300295 h 6858000"/>
                <a:gd name="connsiteX87" fmla="*/ 8319224 w 9767847"/>
                <a:gd name="connsiteY87" fmla="*/ 1131026 h 6858000"/>
                <a:gd name="connsiteX88" fmla="*/ 8286366 w 9767847"/>
                <a:gd name="connsiteY88" fmla="*/ 1089050 h 6858000"/>
                <a:gd name="connsiteX89" fmla="*/ 8270161 w 9767847"/>
                <a:gd name="connsiteY89" fmla="*/ 1068439 h 6858000"/>
                <a:gd name="connsiteX90" fmla="*/ 8253856 w 9767847"/>
                <a:gd name="connsiteY90" fmla="*/ 1048156 h 6858000"/>
                <a:gd name="connsiteX91" fmla="*/ 8186352 w 9767847"/>
                <a:gd name="connsiteY91" fmla="*/ 966275 h 6858000"/>
                <a:gd name="connsiteX92" fmla="*/ 8046768 w 9767847"/>
                <a:gd name="connsiteY92" fmla="*/ 805429 h 6858000"/>
                <a:gd name="connsiteX93" fmla="*/ 8010927 w 9767847"/>
                <a:gd name="connsiteY93" fmla="*/ 765853 h 6858000"/>
                <a:gd name="connsiteX94" fmla="*/ 7974788 w 9767847"/>
                <a:gd name="connsiteY94" fmla="*/ 726653 h 6858000"/>
                <a:gd name="connsiteX95" fmla="*/ 7901070 w 9767847"/>
                <a:gd name="connsiteY95" fmla="*/ 648724 h 6858000"/>
                <a:gd name="connsiteX96" fmla="*/ 7750054 w 9767847"/>
                <a:gd name="connsiteY96" fmla="*/ 497008 h 6858000"/>
                <a:gd name="connsiteX97" fmla="*/ 7592277 w 9767847"/>
                <a:gd name="connsiteY97" fmla="*/ 351221 h 6858000"/>
                <a:gd name="connsiteX98" fmla="*/ 7257734 w 9767847"/>
                <a:gd name="connsiteY98" fmla="*/ 76964 h 6858000"/>
                <a:gd name="connsiteX99" fmla="*/ 1886601 w 9767847"/>
                <a:gd name="connsiteY99" fmla="*/ 0 h 6858000"/>
                <a:gd name="connsiteX100" fmla="*/ 2292926 w 9767847"/>
                <a:gd name="connsiteY100" fmla="*/ 0 h 6858000"/>
                <a:gd name="connsiteX101" fmla="*/ 2135542 w 9767847"/>
                <a:gd name="connsiteY101" fmla="*/ 117781 h 6858000"/>
                <a:gd name="connsiteX102" fmla="*/ 1969576 w 9767847"/>
                <a:gd name="connsiteY102" fmla="*/ 254986 h 6858000"/>
                <a:gd name="connsiteX103" fmla="*/ 1659938 w 9767847"/>
                <a:gd name="connsiteY103" fmla="*/ 549855 h 6858000"/>
                <a:gd name="connsiteX104" fmla="*/ 729383 w 9767847"/>
                <a:gd name="connsiteY104" fmla="*/ 1936480 h 6858000"/>
                <a:gd name="connsiteX105" fmla="*/ 578465 w 9767847"/>
                <a:gd name="connsiteY105" fmla="*/ 2320807 h 6858000"/>
                <a:gd name="connsiteX106" fmla="*/ 465080 w 9767847"/>
                <a:gd name="connsiteY106" fmla="*/ 2714875 h 6858000"/>
                <a:gd name="connsiteX107" fmla="*/ 423820 w 9767847"/>
                <a:gd name="connsiteY107" fmla="*/ 2915436 h 6858000"/>
                <a:gd name="connsiteX108" fmla="*/ 392355 w 9767847"/>
                <a:gd name="connsiteY108" fmla="*/ 3118071 h 6858000"/>
                <a:gd name="connsiteX109" fmla="*/ 358801 w 9767847"/>
                <a:gd name="connsiteY109" fmla="*/ 3526915 h 6858000"/>
                <a:gd name="connsiteX110" fmla="*/ 410350 w 9767847"/>
                <a:gd name="connsiteY110" fmla="*/ 4348226 h 6858000"/>
                <a:gd name="connsiteX111" fmla="*/ 449022 w 9767847"/>
                <a:gd name="connsiteY111" fmla="*/ 4551049 h 6858000"/>
                <a:gd name="connsiteX112" fmla="*/ 498882 w 9767847"/>
                <a:gd name="connsiteY112" fmla="*/ 4752365 h 6858000"/>
                <a:gd name="connsiteX113" fmla="*/ 559775 w 9767847"/>
                <a:gd name="connsiteY113" fmla="*/ 4951657 h 6858000"/>
                <a:gd name="connsiteX114" fmla="*/ 631406 w 9767847"/>
                <a:gd name="connsiteY114" fmla="*/ 5147986 h 6858000"/>
                <a:gd name="connsiteX115" fmla="*/ 1023461 w 9767847"/>
                <a:gd name="connsiteY115" fmla="*/ 5893957 h 6858000"/>
                <a:gd name="connsiteX116" fmla="*/ 1575880 w 9767847"/>
                <a:gd name="connsiteY116" fmla="*/ 6547646 h 6858000"/>
                <a:gd name="connsiteX117" fmla="*/ 1905228 w 9767847"/>
                <a:gd name="connsiteY117" fmla="*/ 6829468 h 6858000"/>
                <a:gd name="connsiteX118" fmla="*/ 1944230 w 9767847"/>
                <a:gd name="connsiteY118" fmla="*/ 6858000 h 6858000"/>
                <a:gd name="connsiteX119" fmla="*/ 1372541 w 9767847"/>
                <a:gd name="connsiteY119" fmla="*/ 6858000 h 6858000"/>
                <a:gd name="connsiteX120" fmla="*/ 1115251 w 9767847"/>
                <a:gd name="connsiteY120" fmla="*/ 6590005 h 6858000"/>
                <a:gd name="connsiteX121" fmla="*/ 0 w 9767847"/>
                <a:gd name="connsiteY121" fmla="*/ 3649031 h 6858000"/>
                <a:gd name="connsiteX122" fmla="*/ 1777294 w 9767847"/>
                <a:gd name="connsiteY122" fmla="*/ 81317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</a:cxnLst>
              <a:rect l="l" t="t" r="r" b="b"/>
              <a:pathLst>
                <a:path w="9767847" h="6858000">
                  <a:moveTo>
                    <a:pt x="7151367" y="0"/>
                  </a:moveTo>
                  <a:lnTo>
                    <a:pt x="7881247" y="0"/>
                  </a:lnTo>
                  <a:lnTo>
                    <a:pt x="7990553" y="81317"/>
                  </a:lnTo>
                  <a:cubicBezTo>
                    <a:pt x="9075991" y="929334"/>
                    <a:pt x="9767847" y="2212695"/>
                    <a:pt x="9767847" y="3649031"/>
                  </a:cubicBezTo>
                  <a:cubicBezTo>
                    <a:pt x="9767847" y="4766182"/>
                    <a:pt x="9349317" y="5790792"/>
                    <a:pt x="8652597" y="6590005"/>
                  </a:cubicBezTo>
                  <a:lnTo>
                    <a:pt x="8395306" y="6858000"/>
                  </a:lnTo>
                  <a:lnTo>
                    <a:pt x="6762603" y="6858000"/>
                  </a:lnTo>
                  <a:lnTo>
                    <a:pt x="6765962" y="6854844"/>
                  </a:lnTo>
                  <a:cubicBezTo>
                    <a:pt x="6779036" y="6842703"/>
                    <a:pt x="6791663" y="6829621"/>
                    <a:pt x="6804586" y="6817103"/>
                  </a:cubicBezTo>
                  <a:lnTo>
                    <a:pt x="6881735" y="6741197"/>
                  </a:lnTo>
                  <a:cubicBezTo>
                    <a:pt x="6907435" y="6715881"/>
                    <a:pt x="6933134" y="6690798"/>
                    <a:pt x="6958883" y="6664822"/>
                  </a:cubicBezTo>
                  <a:lnTo>
                    <a:pt x="7267925" y="6355694"/>
                  </a:lnTo>
                  <a:lnTo>
                    <a:pt x="7424360" y="6200685"/>
                  </a:lnTo>
                  <a:cubicBezTo>
                    <a:pt x="7450754" y="6174802"/>
                    <a:pt x="7477598" y="6148731"/>
                    <a:pt x="7504938" y="6122708"/>
                  </a:cubicBezTo>
                  <a:lnTo>
                    <a:pt x="7546396" y="6083697"/>
                  </a:lnTo>
                  <a:cubicBezTo>
                    <a:pt x="7560264" y="6070803"/>
                    <a:pt x="7574780" y="6057532"/>
                    <a:pt x="7588002" y="6045532"/>
                  </a:cubicBezTo>
                  <a:lnTo>
                    <a:pt x="7631000" y="6006709"/>
                  </a:lnTo>
                  <a:lnTo>
                    <a:pt x="7675440" y="5968309"/>
                  </a:lnTo>
                  <a:cubicBezTo>
                    <a:pt x="7690404" y="5955698"/>
                    <a:pt x="7705564" y="5943321"/>
                    <a:pt x="7720626" y="5930851"/>
                  </a:cubicBezTo>
                  <a:cubicBezTo>
                    <a:pt x="7735738" y="5918427"/>
                    <a:pt x="7751197" y="5906521"/>
                    <a:pt x="7766458" y="5894334"/>
                  </a:cubicBezTo>
                  <a:cubicBezTo>
                    <a:pt x="7827949" y="5846192"/>
                    <a:pt x="7890979" y="5800499"/>
                    <a:pt x="7955254" y="5756828"/>
                  </a:cubicBezTo>
                  <a:cubicBezTo>
                    <a:pt x="8083800" y="5669534"/>
                    <a:pt x="8216872" y="5590336"/>
                    <a:pt x="8352678" y="5517630"/>
                  </a:cubicBezTo>
                  <a:lnTo>
                    <a:pt x="8451350" y="5465254"/>
                  </a:lnTo>
                  <a:lnTo>
                    <a:pt x="8548532" y="5413395"/>
                  </a:lnTo>
                  <a:cubicBezTo>
                    <a:pt x="8612110" y="5379090"/>
                    <a:pt x="8673251" y="5345208"/>
                    <a:pt x="8729473" y="5309961"/>
                  </a:cubicBezTo>
                  <a:cubicBezTo>
                    <a:pt x="8743591" y="5301115"/>
                    <a:pt x="8757161" y="5292361"/>
                    <a:pt x="8770781" y="5283232"/>
                  </a:cubicBezTo>
                  <a:cubicBezTo>
                    <a:pt x="8777591" y="5278667"/>
                    <a:pt x="8784451" y="5274103"/>
                    <a:pt x="8790964" y="5269492"/>
                  </a:cubicBezTo>
                  <a:cubicBezTo>
                    <a:pt x="8797574" y="5264879"/>
                    <a:pt x="8804235" y="5260314"/>
                    <a:pt x="8810499" y="5255703"/>
                  </a:cubicBezTo>
                  <a:cubicBezTo>
                    <a:pt x="8835999" y="5237303"/>
                    <a:pt x="8860407" y="5218291"/>
                    <a:pt x="8883571" y="5198479"/>
                  </a:cubicBezTo>
                  <a:cubicBezTo>
                    <a:pt x="8929900" y="5158856"/>
                    <a:pt x="8971258" y="5116315"/>
                    <a:pt x="9006651" y="5070527"/>
                  </a:cubicBezTo>
                  <a:cubicBezTo>
                    <a:pt x="9015351" y="5059328"/>
                    <a:pt x="9024398" y="5046857"/>
                    <a:pt x="9033494" y="5034105"/>
                  </a:cubicBezTo>
                  <a:lnTo>
                    <a:pt x="9040305" y="5024551"/>
                  </a:lnTo>
                  <a:lnTo>
                    <a:pt x="9046568" y="5015281"/>
                  </a:lnTo>
                  <a:cubicBezTo>
                    <a:pt x="9050743" y="5009163"/>
                    <a:pt x="9054819" y="5002952"/>
                    <a:pt x="9058846" y="4996645"/>
                  </a:cubicBezTo>
                  <a:cubicBezTo>
                    <a:pt x="9075002" y="4971517"/>
                    <a:pt x="9090212" y="4945305"/>
                    <a:pt x="9104529" y="4918105"/>
                  </a:cubicBezTo>
                  <a:cubicBezTo>
                    <a:pt x="9133211" y="4863752"/>
                    <a:pt x="9158313" y="4805447"/>
                    <a:pt x="9181081" y="4744694"/>
                  </a:cubicBezTo>
                  <a:cubicBezTo>
                    <a:pt x="9203748" y="4684178"/>
                    <a:pt x="9223383" y="4621778"/>
                    <a:pt x="9240731" y="4557872"/>
                  </a:cubicBezTo>
                  <a:cubicBezTo>
                    <a:pt x="9249481" y="4525966"/>
                    <a:pt x="9257682" y="4493684"/>
                    <a:pt x="9265388" y="4461073"/>
                  </a:cubicBezTo>
                  <a:cubicBezTo>
                    <a:pt x="9269215" y="4444744"/>
                    <a:pt x="9272943" y="4428367"/>
                    <a:pt x="9276571" y="4411943"/>
                  </a:cubicBezTo>
                  <a:lnTo>
                    <a:pt x="9281841" y="4387379"/>
                  </a:lnTo>
                  <a:lnTo>
                    <a:pt x="9286513" y="4364838"/>
                  </a:lnTo>
                  <a:lnTo>
                    <a:pt x="9296754" y="4312038"/>
                  </a:lnTo>
                  <a:lnTo>
                    <a:pt x="9301029" y="4289074"/>
                  </a:lnTo>
                  <a:lnTo>
                    <a:pt x="9302818" y="4278581"/>
                  </a:lnTo>
                  <a:lnTo>
                    <a:pt x="9304658" y="4266816"/>
                  </a:lnTo>
                  <a:lnTo>
                    <a:pt x="9312810" y="4215945"/>
                  </a:lnTo>
                  <a:lnTo>
                    <a:pt x="9316887" y="4190486"/>
                  </a:lnTo>
                  <a:lnTo>
                    <a:pt x="9318923" y="4177780"/>
                  </a:lnTo>
                  <a:cubicBezTo>
                    <a:pt x="9319570" y="4173546"/>
                    <a:pt x="9319969" y="4169169"/>
                    <a:pt x="9320515" y="4164886"/>
                  </a:cubicBezTo>
                  <a:lnTo>
                    <a:pt x="9332445" y="4064981"/>
                  </a:lnTo>
                  <a:cubicBezTo>
                    <a:pt x="9333836" y="4052370"/>
                    <a:pt x="9334880" y="4036888"/>
                    <a:pt x="9336173" y="4018676"/>
                  </a:cubicBezTo>
                  <a:lnTo>
                    <a:pt x="9340199" y="3965171"/>
                  </a:lnTo>
                  <a:cubicBezTo>
                    <a:pt x="9345071" y="3899806"/>
                    <a:pt x="9347358" y="3832983"/>
                    <a:pt x="9347557" y="3765972"/>
                  </a:cubicBezTo>
                  <a:cubicBezTo>
                    <a:pt x="9347656" y="3732420"/>
                    <a:pt x="9347209" y="3698773"/>
                    <a:pt x="9346364" y="3664938"/>
                  </a:cubicBezTo>
                  <a:lnTo>
                    <a:pt x="9344921" y="3615243"/>
                  </a:lnTo>
                  <a:lnTo>
                    <a:pt x="9344524" y="3603526"/>
                  </a:lnTo>
                  <a:lnTo>
                    <a:pt x="9343728" y="3590774"/>
                  </a:lnTo>
                  <a:lnTo>
                    <a:pt x="9342188" y="3565268"/>
                  </a:lnTo>
                  <a:lnTo>
                    <a:pt x="9339056" y="3514256"/>
                  </a:lnTo>
                  <a:cubicBezTo>
                    <a:pt x="9337914" y="3497221"/>
                    <a:pt x="9335874" y="3480138"/>
                    <a:pt x="9334334" y="3463057"/>
                  </a:cubicBezTo>
                  <a:lnTo>
                    <a:pt x="9329363" y="3411810"/>
                  </a:lnTo>
                  <a:lnTo>
                    <a:pt x="9328319" y="3400657"/>
                  </a:lnTo>
                  <a:lnTo>
                    <a:pt x="9327177" y="3390116"/>
                  </a:lnTo>
                  <a:lnTo>
                    <a:pt x="9324293" y="3366774"/>
                  </a:lnTo>
                  <a:lnTo>
                    <a:pt x="9320763" y="3340329"/>
                  </a:lnTo>
                  <a:lnTo>
                    <a:pt x="9317184" y="3311245"/>
                  </a:lnTo>
                  <a:cubicBezTo>
                    <a:pt x="9315594" y="3296893"/>
                    <a:pt x="9313506" y="3282306"/>
                    <a:pt x="9311021" y="3266211"/>
                  </a:cubicBezTo>
                  <a:lnTo>
                    <a:pt x="9302719" y="3215717"/>
                  </a:lnTo>
                  <a:cubicBezTo>
                    <a:pt x="9299936" y="3199059"/>
                    <a:pt x="9297003" y="3182400"/>
                    <a:pt x="9293970" y="3165789"/>
                  </a:cubicBezTo>
                  <a:cubicBezTo>
                    <a:pt x="9281891" y="3099295"/>
                    <a:pt x="9267674" y="3033084"/>
                    <a:pt x="9252065" y="2967107"/>
                  </a:cubicBezTo>
                  <a:cubicBezTo>
                    <a:pt x="9244261" y="2934167"/>
                    <a:pt x="9235959" y="2901273"/>
                    <a:pt x="9227211" y="2868473"/>
                  </a:cubicBezTo>
                  <a:lnTo>
                    <a:pt x="9220699" y="2844426"/>
                  </a:lnTo>
                  <a:lnTo>
                    <a:pt x="9213740" y="2820191"/>
                  </a:lnTo>
                  <a:cubicBezTo>
                    <a:pt x="9209216" y="2804049"/>
                    <a:pt x="9204345" y="2787768"/>
                    <a:pt x="9199374" y="2771438"/>
                  </a:cubicBezTo>
                  <a:cubicBezTo>
                    <a:pt x="9159855" y="2641086"/>
                    <a:pt x="9114272" y="2512099"/>
                    <a:pt x="9061829" y="2385418"/>
                  </a:cubicBezTo>
                  <a:cubicBezTo>
                    <a:pt x="9035582" y="2322077"/>
                    <a:pt x="9008043" y="2259160"/>
                    <a:pt x="8978865" y="2196855"/>
                  </a:cubicBezTo>
                  <a:lnTo>
                    <a:pt x="8956694" y="2150219"/>
                  </a:lnTo>
                  <a:lnTo>
                    <a:pt x="8934176" y="2103914"/>
                  </a:lnTo>
                  <a:cubicBezTo>
                    <a:pt x="8918915" y="2073091"/>
                    <a:pt x="8903157" y="2042032"/>
                    <a:pt x="8887151" y="2011350"/>
                  </a:cubicBezTo>
                  <a:cubicBezTo>
                    <a:pt x="8854988" y="1949891"/>
                    <a:pt x="8822082" y="1888810"/>
                    <a:pt x="8787533" y="1828527"/>
                  </a:cubicBezTo>
                  <a:lnTo>
                    <a:pt x="8761485" y="1783398"/>
                  </a:lnTo>
                  <a:lnTo>
                    <a:pt x="8734791" y="1737893"/>
                  </a:lnTo>
                  <a:cubicBezTo>
                    <a:pt x="8717047" y="1707823"/>
                    <a:pt x="8699200" y="1678363"/>
                    <a:pt x="8680808" y="1648812"/>
                  </a:cubicBezTo>
                  <a:cubicBezTo>
                    <a:pt x="8644322" y="1589658"/>
                    <a:pt x="8606194" y="1531118"/>
                    <a:pt x="8567024" y="1472906"/>
                  </a:cubicBezTo>
                  <a:lnTo>
                    <a:pt x="8537446" y="1429330"/>
                  </a:lnTo>
                  <a:lnTo>
                    <a:pt x="8507423" y="1385896"/>
                  </a:lnTo>
                  <a:cubicBezTo>
                    <a:pt x="8487390" y="1357284"/>
                    <a:pt x="8467158" y="1328719"/>
                    <a:pt x="8446529" y="1300295"/>
                  </a:cubicBezTo>
                  <a:cubicBezTo>
                    <a:pt x="8405271" y="1243496"/>
                    <a:pt x="8362718" y="1187120"/>
                    <a:pt x="8319224" y="1131026"/>
                  </a:cubicBezTo>
                  <a:lnTo>
                    <a:pt x="8286366" y="1089050"/>
                  </a:lnTo>
                  <a:lnTo>
                    <a:pt x="8270161" y="1068439"/>
                  </a:lnTo>
                  <a:lnTo>
                    <a:pt x="8253856" y="1048156"/>
                  </a:lnTo>
                  <a:cubicBezTo>
                    <a:pt x="8231636" y="1020675"/>
                    <a:pt x="8209117" y="993381"/>
                    <a:pt x="8186352" y="966275"/>
                  </a:cubicBezTo>
                  <a:cubicBezTo>
                    <a:pt x="8140917" y="911922"/>
                    <a:pt x="8094240" y="858417"/>
                    <a:pt x="8046768" y="805429"/>
                  </a:cubicBezTo>
                  <a:lnTo>
                    <a:pt x="8010927" y="765853"/>
                  </a:lnTo>
                  <a:lnTo>
                    <a:pt x="7974788" y="726653"/>
                  </a:lnTo>
                  <a:cubicBezTo>
                    <a:pt x="7950382" y="700489"/>
                    <a:pt x="7925824" y="674465"/>
                    <a:pt x="7901070" y="648724"/>
                  </a:cubicBezTo>
                  <a:cubicBezTo>
                    <a:pt x="7851510" y="597289"/>
                    <a:pt x="7801404" y="546514"/>
                    <a:pt x="7750054" y="497008"/>
                  </a:cubicBezTo>
                  <a:cubicBezTo>
                    <a:pt x="7698902" y="447644"/>
                    <a:pt x="7645913" y="398938"/>
                    <a:pt x="7592277" y="351221"/>
                  </a:cubicBezTo>
                  <a:cubicBezTo>
                    <a:pt x="7484856" y="255786"/>
                    <a:pt x="7373308" y="164304"/>
                    <a:pt x="7257734" y="76964"/>
                  </a:cubicBezTo>
                  <a:close/>
                  <a:moveTo>
                    <a:pt x="1886601" y="0"/>
                  </a:moveTo>
                  <a:lnTo>
                    <a:pt x="2292926" y="0"/>
                  </a:lnTo>
                  <a:lnTo>
                    <a:pt x="2135542" y="117781"/>
                  </a:lnTo>
                  <a:cubicBezTo>
                    <a:pt x="2078998" y="162280"/>
                    <a:pt x="2023659" y="208045"/>
                    <a:pt x="1969576" y="254986"/>
                  </a:cubicBezTo>
                  <a:cubicBezTo>
                    <a:pt x="1861309" y="348820"/>
                    <a:pt x="1758064" y="447314"/>
                    <a:pt x="1659938" y="549855"/>
                  </a:cubicBezTo>
                  <a:cubicBezTo>
                    <a:pt x="1266987" y="960346"/>
                    <a:pt x="953820" y="1431495"/>
                    <a:pt x="729383" y="1936480"/>
                  </a:cubicBezTo>
                  <a:cubicBezTo>
                    <a:pt x="673260" y="2062362"/>
                    <a:pt x="622855" y="2190972"/>
                    <a:pt x="578465" y="2320807"/>
                  </a:cubicBezTo>
                  <a:cubicBezTo>
                    <a:pt x="534125" y="2450687"/>
                    <a:pt x="496147" y="2582216"/>
                    <a:pt x="465080" y="2714875"/>
                  </a:cubicBezTo>
                  <a:cubicBezTo>
                    <a:pt x="449769" y="2780991"/>
                    <a:pt x="435850" y="2848191"/>
                    <a:pt x="423820" y="2915436"/>
                  </a:cubicBezTo>
                  <a:cubicBezTo>
                    <a:pt x="411840" y="2982731"/>
                    <a:pt x="401054" y="3050260"/>
                    <a:pt x="392355" y="3118071"/>
                  </a:cubicBezTo>
                  <a:cubicBezTo>
                    <a:pt x="374509" y="3253646"/>
                    <a:pt x="363424" y="3389880"/>
                    <a:pt x="358801" y="3526915"/>
                  </a:cubicBezTo>
                  <a:cubicBezTo>
                    <a:pt x="349009" y="3800843"/>
                    <a:pt x="366357" y="4075570"/>
                    <a:pt x="410350" y="4348226"/>
                  </a:cubicBezTo>
                  <a:cubicBezTo>
                    <a:pt x="421286" y="4416132"/>
                    <a:pt x="434209" y="4483660"/>
                    <a:pt x="449022" y="4551049"/>
                  </a:cubicBezTo>
                  <a:cubicBezTo>
                    <a:pt x="463737" y="4618436"/>
                    <a:pt x="480389" y="4685588"/>
                    <a:pt x="498882" y="4752365"/>
                  </a:cubicBezTo>
                  <a:cubicBezTo>
                    <a:pt x="517373" y="4819141"/>
                    <a:pt x="537704" y="4885635"/>
                    <a:pt x="559775" y="4951657"/>
                  </a:cubicBezTo>
                  <a:cubicBezTo>
                    <a:pt x="581946" y="5017775"/>
                    <a:pt x="605358" y="5083375"/>
                    <a:pt x="631406" y="5147986"/>
                  </a:cubicBezTo>
                  <a:cubicBezTo>
                    <a:pt x="734055" y="5407608"/>
                    <a:pt x="865188" y="5658570"/>
                    <a:pt x="1023461" y="5893957"/>
                  </a:cubicBezTo>
                  <a:cubicBezTo>
                    <a:pt x="1181487" y="6129578"/>
                    <a:pt x="1367051" y="6349247"/>
                    <a:pt x="1575880" y="6547646"/>
                  </a:cubicBezTo>
                  <a:cubicBezTo>
                    <a:pt x="1680269" y="6646916"/>
                    <a:pt x="1790338" y="6740939"/>
                    <a:pt x="1905228" y="6829468"/>
                  </a:cubicBezTo>
                  <a:lnTo>
                    <a:pt x="1944230" y="6858000"/>
                  </a:lnTo>
                  <a:lnTo>
                    <a:pt x="1372541" y="6858000"/>
                  </a:lnTo>
                  <a:lnTo>
                    <a:pt x="1115251" y="6590005"/>
                  </a:lnTo>
                  <a:cubicBezTo>
                    <a:pt x="418530" y="5790792"/>
                    <a:pt x="0" y="4766182"/>
                    <a:pt x="0" y="3649031"/>
                  </a:cubicBezTo>
                  <a:cubicBezTo>
                    <a:pt x="0" y="2212695"/>
                    <a:pt x="691856" y="929334"/>
                    <a:pt x="1777294" y="81317"/>
                  </a:cubicBezTo>
                  <a:close/>
                </a:path>
              </a:pathLst>
            </a:custGeom>
            <a:gradFill>
              <a:gsLst>
                <a:gs pos="813">
                  <a:schemeClr val="bg1">
                    <a:alpha val="41000"/>
                  </a:schemeClr>
                </a:gs>
                <a:gs pos="20000">
                  <a:schemeClr val="accent5">
                    <a:lumMod val="85000"/>
                    <a:alpha val="56000"/>
                  </a:schemeClr>
                </a:gs>
                <a:gs pos="44000">
                  <a:schemeClr val="accent6">
                    <a:lumMod val="40000"/>
                    <a:lumOff val="60000"/>
                    <a:alpha val="57000"/>
                  </a:schemeClr>
                </a:gs>
                <a:gs pos="100000">
                  <a:schemeClr val="bg1">
                    <a:alpha val="59000"/>
                  </a:schemeClr>
                </a:gs>
                <a:gs pos="74000">
                  <a:schemeClr val="accent1">
                    <a:lumMod val="91000"/>
                    <a:lumOff val="9000"/>
                    <a:alpha val="34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3097" name="Freeform: Shape 3096">
              <a:extLst>
                <a:ext uri="{FF2B5EF4-FFF2-40B4-BE49-F238E27FC236}">
                  <a16:creationId xmlns:a16="http://schemas.microsoft.com/office/drawing/2014/main" id="{85EAD889-EA4D-485F-BA9C-F6473A43299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303402" y="36937"/>
              <a:ext cx="9767847" cy="6858000"/>
            </a:xfrm>
            <a:custGeom>
              <a:avLst/>
              <a:gdLst>
                <a:gd name="connsiteX0" fmla="*/ 7145704 w 9767847"/>
                <a:gd name="connsiteY0" fmla="*/ 0 h 6858000"/>
                <a:gd name="connsiteX1" fmla="*/ 7875738 w 9767847"/>
                <a:gd name="connsiteY1" fmla="*/ 0 h 6858000"/>
                <a:gd name="connsiteX2" fmla="*/ 7990553 w 9767847"/>
                <a:gd name="connsiteY2" fmla="*/ 85415 h 6858000"/>
                <a:gd name="connsiteX3" fmla="*/ 9767847 w 9767847"/>
                <a:gd name="connsiteY3" fmla="*/ 3653129 h 6858000"/>
                <a:gd name="connsiteX4" fmla="*/ 8652597 w 9767847"/>
                <a:gd name="connsiteY4" fmla="*/ 6594103 h 6858000"/>
                <a:gd name="connsiteX5" fmla="*/ 8399240 w 9767847"/>
                <a:gd name="connsiteY5" fmla="*/ 6858000 h 6858000"/>
                <a:gd name="connsiteX6" fmla="*/ 6766926 w 9767847"/>
                <a:gd name="connsiteY6" fmla="*/ 6858000 h 6858000"/>
                <a:gd name="connsiteX7" fmla="*/ 6804586 w 9767847"/>
                <a:gd name="connsiteY7" fmla="*/ 6821201 h 6858000"/>
                <a:gd name="connsiteX8" fmla="*/ 6881735 w 9767847"/>
                <a:gd name="connsiteY8" fmla="*/ 6745295 h 6858000"/>
                <a:gd name="connsiteX9" fmla="*/ 6958883 w 9767847"/>
                <a:gd name="connsiteY9" fmla="*/ 6668920 h 6858000"/>
                <a:gd name="connsiteX10" fmla="*/ 7267925 w 9767847"/>
                <a:gd name="connsiteY10" fmla="*/ 6359792 h 6858000"/>
                <a:gd name="connsiteX11" fmla="*/ 7424360 w 9767847"/>
                <a:gd name="connsiteY11" fmla="*/ 6204783 h 6858000"/>
                <a:gd name="connsiteX12" fmla="*/ 7504938 w 9767847"/>
                <a:gd name="connsiteY12" fmla="*/ 6126806 h 6858000"/>
                <a:gd name="connsiteX13" fmla="*/ 7546396 w 9767847"/>
                <a:gd name="connsiteY13" fmla="*/ 6087795 h 6858000"/>
                <a:gd name="connsiteX14" fmla="*/ 7588002 w 9767847"/>
                <a:gd name="connsiteY14" fmla="*/ 6049630 h 6858000"/>
                <a:gd name="connsiteX15" fmla="*/ 7631000 w 9767847"/>
                <a:gd name="connsiteY15" fmla="*/ 6010807 h 6858000"/>
                <a:gd name="connsiteX16" fmla="*/ 7675440 w 9767847"/>
                <a:gd name="connsiteY16" fmla="*/ 5972407 h 6858000"/>
                <a:gd name="connsiteX17" fmla="*/ 7720626 w 9767847"/>
                <a:gd name="connsiteY17" fmla="*/ 5934949 h 6858000"/>
                <a:gd name="connsiteX18" fmla="*/ 7766458 w 9767847"/>
                <a:gd name="connsiteY18" fmla="*/ 5898432 h 6858000"/>
                <a:gd name="connsiteX19" fmla="*/ 7955254 w 9767847"/>
                <a:gd name="connsiteY19" fmla="*/ 5760926 h 6858000"/>
                <a:gd name="connsiteX20" fmla="*/ 8352678 w 9767847"/>
                <a:gd name="connsiteY20" fmla="*/ 5521728 h 6858000"/>
                <a:gd name="connsiteX21" fmla="*/ 8451350 w 9767847"/>
                <a:gd name="connsiteY21" fmla="*/ 5469352 h 6858000"/>
                <a:gd name="connsiteX22" fmla="*/ 8548532 w 9767847"/>
                <a:gd name="connsiteY22" fmla="*/ 5417493 h 6858000"/>
                <a:gd name="connsiteX23" fmla="*/ 8729473 w 9767847"/>
                <a:gd name="connsiteY23" fmla="*/ 5314059 h 6858000"/>
                <a:gd name="connsiteX24" fmla="*/ 8770781 w 9767847"/>
                <a:gd name="connsiteY24" fmla="*/ 5287330 h 6858000"/>
                <a:gd name="connsiteX25" fmla="*/ 8790964 w 9767847"/>
                <a:gd name="connsiteY25" fmla="*/ 5273590 h 6858000"/>
                <a:gd name="connsiteX26" fmla="*/ 8810499 w 9767847"/>
                <a:gd name="connsiteY26" fmla="*/ 5259801 h 6858000"/>
                <a:gd name="connsiteX27" fmla="*/ 8883571 w 9767847"/>
                <a:gd name="connsiteY27" fmla="*/ 5202577 h 6858000"/>
                <a:gd name="connsiteX28" fmla="*/ 9006651 w 9767847"/>
                <a:gd name="connsiteY28" fmla="*/ 5074625 h 6858000"/>
                <a:gd name="connsiteX29" fmla="*/ 9033494 w 9767847"/>
                <a:gd name="connsiteY29" fmla="*/ 5038203 h 6858000"/>
                <a:gd name="connsiteX30" fmla="*/ 9040305 w 9767847"/>
                <a:gd name="connsiteY30" fmla="*/ 5028649 h 6858000"/>
                <a:gd name="connsiteX31" fmla="*/ 9046568 w 9767847"/>
                <a:gd name="connsiteY31" fmla="*/ 5019379 h 6858000"/>
                <a:gd name="connsiteX32" fmla="*/ 9058846 w 9767847"/>
                <a:gd name="connsiteY32" fmla="*/ 5000743 h 6858000"/>
                <a:gd name="connsiteX33" fmla="*/ 9104529 w 9767847"/>
                <a:gd name="connsiteY33" fmla="*/ 4922203 h 6858000"/>
                <a:gd name="connsiteX34" fmla="*/ 9181081 w 9767847"/>
                <a:gd name="connsiteY34" fmla="*/ 4748792 h 6858000"/>
                <a:gd name="connsiteX35" fmla="*/ 9240731 w 9767847"/>
                <a:gd name="connsiteY35" fmla="*/ 4561970 h 6858000"/>
                <a:gd name="connsiteX36" fmla="*/ 9265388 w 9767847"/>
                <a:gd name="connsiteY36" fmla="*/ 4465171 h 6858000"/>
                <a:gd name="connsiteX37" fmla="*/ 9276571 w 9767847"/>
                <a:gd name="connsiteY37" fmla="*/ 4416041 h 6858000"/>
                <a:gd name="connsiteX38" fmla="*/ 9281841 w 9767847"/>
                <a:gd name="connsiteY38" fmla="*/ 4391477 h 6858000"/>
                <a:gd name="connsiteX39" fmla="*/ 9286513 w 9767847"/>
                <a:gd name="connsiteY39" fmla="*/ 4368936 h 6858000"/>
                <a:gd name="connsiteX40" fmla="*/ 9296754 w 9767847"/>
                <a:gd name="connsiteY40" fmla="*/ 4316136 h 6858000"/>
                <a:gd name="connsiteX41" fmla="*/ 9301029 w 9767847"/>
                <a:gd name="connsiteY41" fmla="*/ 4293172 h 6858000"/>
                <a:gd name="connsiteX42" fmla="*/ 9302818 w 9767847"/>
                <a:gd name="connsiteY42" fmla="*/ 4282679 h 6858000"/>
                <a:gd name="connsiteX43" fmla="*/ 9304658 w 9767847"/>
                <a:gd name="connsiteY43" fmla="*/ 4270914 h 6858000"/>
                <a:gd name="connsiteX44" fmla="*/ 9312810 w 9767847"/>
                <a:gd name="connsiteY44" fmla="*/ 4220043 h 6858000"/>
                <a:gd name="connsiteX45" fmla="*/ 9316887 w 9767847"/>
                <a:gd name="connsiteY45" fmla="*/ 4194584 h 6858000"/>
                <a:gd name="connsiteX46" fmla="*/ 9318923 w 9767847"/>
                <a:gd name="connsiteY46" fmla="*/ 4181878 h 6858000"/>
                <a:gd name="connsiteX47" fmla="*/ 9320515 w 9767847"/>
                <a:gd name="connsiteY47" fmla="*/ 4168984 h 6858000"/>
                <a:gd name="connsiteX48" fmla="*/ 9332445 w 9767847"/>
                <a:gd name="connsiteY48" fmla="*/ 4069079 h 6858000"/>
                <a:gd name="connsiteX49" fmla="*/ 9336173 w 9767847"/>
                <a:gd name="connsiteY49" fmla="*/ 4022774 h 6858000"/>
                <a:gd name="connsiteX50" fmla="*/ 9340199 w 9767847"/>
                <a:gd name="connsiteY50" fmla="*/ 3969269 h 6858000"/>
                <a:gd name="connsiteX51" fmla="*/ 9347557 w 9767847"/>
                <a:gd name="connsiteY51" fmla="*/ 3770070 h 6858000"/>
                <a:gd name="connsiteX52" fmla="*/ 9346364 w 9767847"/>
                <a:gd name="connsiteY52" fmla="*/ 3669036 h 6858000"/>
                <a:gd name="connsiteX53" fmla="*/ 9344921 w 9767847"/>
                <a:gd name="connsiteY53" fmla="*/ 3619341 h 6858000"/>
                <a:gd name="connsiteX54" fmla="*/ 9344524 w 9767847"/>
                <a:gd name="connsiteY54" fmla="*/ 3607624 h 6858000"/>
                <a:gd name="connsiteX55" fmla="*/ 9343728 w 9767847"/>
                <a:gd name="connsiteY55" fmla="*/ 3594872 h 6858000"/>
                <a:gd name="connsiteX56" fmla="*/ 9342188 w 9767847"/>
                <a:gd name="connsiteY56" fmla="*/ 3569366 h 6858000"/>
                <a:gd name="connsiteX57" fmla="*/ 9339056 w 9767847"/>
                <a:gd name="connsiteY57" fmla="*/ 3518354 h 6858000"/>
                <a:gd name="connsiteX58" fmla="*/ 9334334 w 9767847"/>
                <a:gd name="connsiteY58" fmla="*/ 3467155 h 6858000"/>
                <a:gd name="connsiteX59" fmla="*/ 9329363 w 9767847"/>
                <a:gd name="connsiteY59" fmla="*/ 3415908 h 6858000"/>
                <a:gd name="connsiteX60" fmla="*/ 9328319 w 9767847"/>
                <a:gd name="connsiteY60" fmla="*/ 3404755 h 6858000"/>
                <a:gd name="connsiteX61" fmla="*/ 9327177 w 9767847"/>
                <a:gd name="connsiteY61" fmla="*/ 3394214 h 6858000"/>
                <a:gd name="connsiteX62" fmla="*/ 9324293 w 9767847"/>
                <a:gd name="connsiteY62" fmla="*/ 3370872 h 6858000"/>
                <a:gd name="connsiteX63" fmla="*/ 9320763 w 9767847"/>
                <a:gd name="connsiteY63" fmla="*/ 3344427 h 6858000"/>
                <a:gd name="connsiteX64" fmla="*/ 9317184 w 9767847"/>
                <a:gd name="connsiteY64" fmla="*/ 3315343 h 6858000"/>
                <a:gd name="connsiteX65" fmla="*/ 9311021 w 9767847"/>
                <a:gd name="connsiteY65" fmla="*/ 3270309 h 6858000"/>
                <a:gd name="connsiteX66" fmla="*/ 9302719 w 9767847"/>
                <a:gd name="connsiteY66" fmla="*/ 3219815 h 6858000"/>
                <a:gd name="connsiteX67" fmla="*/ 9293970 w 9767847"/>
                <a:gd name="connsiteY67" fmla="*/ 3169887 h 6858000"/>
                <a:gd name="connsiteX68" fmla="*/ 9252065 w 9767847"/>
                <a:gd name="connsiteY68" fmla="*/ 2971205 h 6858000"/>
                <a:gd name="connsiteX69" fmla="*/ 9227211 w 9767847"/>
                <a:gd name="connsiteY69" fmla="*/ 2872571 h 6858000"/>
                <a:gd name="connsiteX70" fmla="*/ 9220699 w 9767847"/>
                <a:gd name="connsiteY70" fmla="*/ 2848524 h 6858000"/>
                <a:gd name="connsiteX71" fmla="*/ 9213740 w 9767847"/>
                <a:gd name="connsiteY71" fmla="*/ 2824289 h 6858000"/>
                <a:gd name="connsiteX72" fmla="*/ 9199374 w 9767847"/>
                <a:gd name="connsiteY72" fmla="*/ 2775536 h 6858000"/>
                <a:gd name="connsiteX73" fmla="*/ 9061829 w 9767847"/>
                <a:gd name="connsiteY73" fmla="*/ 2389515 h 6858000"/>
                <a:gd name="connsiteX74" fmla="*/ 8978865 w 9767847"/>
                <a:gd name="connsiteY74" fmla="*/ 2200953 h 6858000"/>
                <a:gd name="connsiteX75" fmla="*/ 8956694 w 9767847"/>
                <a:gd name="connsiteY75" fmla="*/ 2154317 h 6858000"/>
                <a:gd name="connsiteX76" fmla="*/ 8934176 w 9767847"/>
                <a:gd name="connsiteY76" fmla="*/ 2108012 h 6858000"/>
                <a:gd name="connsiteX77" fmla="*/ 8887151 w 9767847"/>
                <a:gd name="connsiteY77" fmla="*/ 2015448 h 6858000"/>
                <a:gd name="connsiteX78" fmla="*/ 8787533 w 9767847"/>
                <a:gd name="connsiteY78" fmla="*/ 1832625 h 6858000"/>
                <a:gd name="connsiteX79" fmla="*/ 8761485 w 9767847"/>
                <a:gd name="connsiteY79" fmla="*/ 1787496 h 6858000"/>
                <a:gd name="connsiteX80" fmla="*/ 8734791 w 9767847"/>
                <a:gd name="connsiteY80" fmla="*/ 1741991 h 6858000"/>
                <a:gd name="connsiteX81" fmla="*/ 8680808 w 9767847"/>
                <a:gd name="connsiteY81" fmla="*/ 1652910 h 6858000"/>
                <a:gd name="connsiteX82" fmla="*/ 8567024 w 9767847"/>
                <a:gd name="connsiteY82" fmla="*/ 1477004 h 6858000"/>
                <a:gd name="connsiteX83" fmla="*/ 8537446 w 9767847"/>
                <a:gd name="connsiteY83" fmla="*/ 1433428 h 6858000"/>
                <a:gd name="connsiteX84" fmla="*/ 8507423 w 9767847"/>
                <a:gd name="connsiteY84" fmla="*/ 1389994 h 6858000"/>
                <a:gd name="connsiteX85" fmla="*/ 8446529 w 9767847"/>
                <a:gd name="connsiteY85" fmla="*/ 1304393 h 6858000"/>
                <a:gd name="connsiteX86" fmla="*/ 8319224 w 9767847"/>
                <a:gd name="connsiteY86" fmla="*/ 1135124 h 6858000"/>
                <a:gd name="connsiteX87" fmla="*/ 8286366 w 9767847"/>
                <a:gd name="connsiteY87" fmla="*/ 1093148 h 6858000"/>
                <a:gd name="connsiteX88" fmla="*/ 8270161 w 9767847"/>
                <a:gd name="connsiteY88" fmla="*/ 1072538 h 6858000"/>
                <a:gd name="connsiteX89" fmla="*/ 8253856 w 9767847"/>
                <a:gd name="connsiteY89" fmla="*/ 1052254 h 6858000"/>
                <a:gd name="connsiteX90" fmla="*/ 8186352 w 9767847"/>
                <a:gd name="connsiteY90" fmla="*/ 970373 h 6858000"/>
                <a:gd name="connsiteX91" fmla="*/ 8046768 w 9767847"/>
                <a:gd name="connsiteY91" fmla="*/ 809527 h 6858000"/>
                <a:gd name="connsiteX92" fmla="*/ 8010927 w 9767847"/>
                <a:gd name="connsiteY92" fmla="*/ 769951 h 6858000"/>
                <a:gd name="connsiteX93" fmla="*/ 7974788 w 9767847"/>
                <a:gd name="connsiteY93" fmla="*/ 730751 h 6858000"/>
                <a:gd name="connsiteX94" fmla="*/ 7901070 w 9767847"/>
                <a:gd name="connsiteY94" fmla="*/ 652823 h 6858000"/>
                <a:gd name="connsiteX95" fmla="*/ 7750054 w 9767847"/>
                <a:gd name="connsiteY95" fmla="*/ 501106 h 6858000"/>
                <a:gd name="connsiteX96" fmla="*/ 7592277 w 9767847"/>
                <a:gd name="connsiteY96" fmla="*/ 355319 h 6858000"/>
                <a:gd name="connsiteX97" fmla="*/ 7257734 w 9767847"/>
                <a:gd name="connsiteY97" fmla="*/ 81062 h 6858000"/>
                <a:gd name="connsiteX98" fmla="*/ 1892109 w 9767847"/>
                <a:gd name="connsiteY98" fmla="*/ 0 h 6858000"/>
                <a:gd name="connsiteX99" fmla="*/ 2298402 w 9767847"/>
                <a:gd name="connsiteY99" fmla="*/ 0 h 6858000"/>
                <a:gd name="connsiteX100" fmla="*/ 2135542 w 9767847"/>
                <a:gd name="connsiteY100" fmla="*/ 121879 h 6858000"/>
                <a:gd name="connsiteX101" fmla="*/ 1969576 w 9767847"/>
                <a:gd name="connsiteY101" fmla="*/ 259084 h 6858000"/>
                <a:gd name="connsiteX102" fmla="*/ 1659938 w 9767847"/>
                <a:gd name="connsiteY102" fmla="*/ 553953 h 6858000"/>
                <a:gd name="connsiteX103" fmla="*/ 729383 w 9767847"/>
                <a:gd name="connsiteY103" fmla="*/ 1940578 h 6858000"/>
                <a:gd name="connsiteX104" fmla="*/ 578465 w 9767847"/>
                <a:gd name="connsiteY104" fmla="*/ 2324905 h 6858000"/>
                <a:gd name="connsiteX105" fmla="*/ 465080 w 9767847"/>
                <a:gd name="connsiteY105" fmla="*/ 2718973 h 6858000"/>
                <a:gd name="connsiteX106" fmla="*/ 423820 w 9767847"/>
                <a:gd name="connsiteY106" fmla="*/ 2919535 h 6858000"/>
                <a:gd name="connsiteX107" fmla="*/ 392355 w 9767847"/>
                <a:gd name="connsiteY107" fmla="*/ 3122169 h 6858000"/>
                <a:gd name="connsiteX108" fmla="*/ 358801 w 9767847"/>
                <a:gd name="connsiteY108" fmla="*/ 3531013 h 6858000"/>
                <a:gd name="connsiteX109" fmla="*/ 410350 w 9767847"/>
                <a:gd name="connsiteY109" fmla="*/ 4352324 h 6858000"/>
                <a:gd name="connsiteX110" fmla="*/ 449022 w 9767847"/>
                <a:gd name="connsiteY110" fmla="*/ 4555147 h 6858000"/>
                <a:gd name="connsiteX111" fmla="*/ 498882 w 9767847"/>
                <a:gd name="connsiteY111" fmla="*/ 4756463 h 6858000"/>
                <a:gd name="connsiteX112" fmla="*/ 559775 w 9767847"/>
                <a:gd name="connsiteY112" fmla="*/ 4955755 h 6858000"/>
                <a:gd name="connsiteX113" fmla="*/ 631406 w 9767847"/>
                <a:gd name="connsiteY113" fmla="*/ 5152084 h 6858000"/>
                <a:gd name="connsiteX114" fmla="*/ 1023461 w 9767847"/>
                <a:gd name="connsiteY114" fmla="*/ 5898055 h 6858000"/>
                <a:gd name="connsiteX115" fmla="*/ 1575880 w 9767847"/>
                <a:gd name="connsiteY115" fmla="*/ 6551744 h 6858000"/>
                <a:gd name="connsiteX116" fmla="*/ 1905228 w 9767847"/>
                <a:gd name="connsiteY116" fmla="*/ 6833566 h 6858000"/>
                <a:gd name="connsiteX117" fmla="*/ 1938629 w 9767847"/>
                <a:gd name="connsiteY117" fmla="*/ 6858000 h 6858000"/>
                <a:gd name="connsiteX118" fmla="*/ 1368607 w 9767847"/>
                <a:gd name="connsiteY118" fmla="*/ 6858000 h 6858000"/>
                <a:gd name="connsiteX119" fmla="*/ 1115251 w 9767847"/>
                <a:gd name="connsiteY119" fmla="*/ 6594103 h 6858000"/>
                <a:gd name="connsiteX120" fmla="*/ 0 w 9767847"/>
                <a:gd name="connsiteY120" fmla="*/ 3653129 h 6858000"/>
                <a:gd name="connsiteX121" fmla="*/ 1777294 w 9767847"/>
                <a:gd name="connsiteY121" fmla="*/ 85415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</a:cxnLst>
              <a:rect l="l" t="t" r="r" b="b"/>
              <a:pathLst>
                <a:path w="9767847" h="6858000">
                  <a:moveTo>
                    <a:pt x="7145704" y="0"/>
                  </a:moveTo>
                  <a:lnTo>
                    <a:pt x="7875738" y="0"/>
                  </a:lnTo>
                  <a:lnTo>
                    <a:pt x="7990553" y="85415"/>
                  </a:lnTo>
                  <a:cubicBezTo>
                    <a:pt x="9075991" y="933432"/>
                    <a:pt x="9767847" y="2216793"/>
                    <a:pt x="9767847" y="3653129"/>
                  </a:cubicBezTo>
                  <a:cubicBezTo>
                    <a:pt x="9767847" y="4770280"/>
                    <a:pt x="9349317" y="5794890"/>
                    <a:pt x="8652597" y="6594103"/>
                  </a:cubicBezTo>
                  <a:lnTo>
                    <a:pt x="8399240" y="6858000"/>
                  </a:lnTo>
                  <a:lnTo>
                    <a:pt x="6766926" y="6858000"/>
                  </a:lnTo>
                  <a:lnTo>
                    <a:pt x="6804586" y="6821201"/>
                  </a:lnTo>
                  <a:lnTo>
                    <a:pt x="6881735" y="6745295"/>
                  </a:lnTo>
                  <a:cubicBezTo>
                    <a:pt x="6907435" y="6719979"/>
                    <a:pt x="6933134" y="6694896"/>
                    <a:pt x="6958883" y="6668920"/>
                  </a:cubicBezTo>
                  <a:lnTo>
                    <a:pt x="7267925" y="6359792"/>
                  </a:lnTo>
                  <a:lnTo>
                    <a:pt x="7424360" y="6204783"/>
                  </a:lnTo>
                  <a:cubicBezTo>
                    <a:pt x="7450754" y="6178900"/>
                    <a:pt x="7477598" y="6152829"/>
                    <a:pt x="7504938" y="6126806"/>
                  </a:cubicBezTo>
                  <a:lnTo>
                    <a:pt x="7546396" y="6087795"/>
                  </a:lnTo>
                  <a:cubicBezTo>
                    <a:pt x="7560264" y="6074901"/>
                    <a:pt x="7574780" y="6061630"/>
                    <a:pt x="7588002" y="6049630"/>
                  </a:cubicBezTo>
                  <a:lnTo>
                    <a:pt x="7631000" y="6010807"/>
                  </a:lnTo>
                  <a:lnTo>
                    <a:pt x="7675440" y="5972407"/>
                  </a:lnTo>
                  <a:cubicBezTo>
                    <a:pt x="7690404" y="5959796"/>
                    <a:pt x="7705564" y="5947419"/>
                    <a:pt x="7720626" y="5934949"/>
                  </a:cubicBezTo>
                  <a:cubicBezTo>
                    <a:pt x="7735738" y="5922525"/>
                    <a:pt x="7751197" y="5910619"/>
                    <a:pt x="7766458" y="5898432"/>
                  </a:cubicBezTo>
                  <a:cubicBezTo>
                    <a:pt x="7827949" y="5850290"/>
                    <a:pt x="7890979" y="5804597"/>
                    <a:pt x="7955254" y="5760926"/>
                  </a:cubicBezTo>
                  <a:cubicBezTo>
                    <a:pt x="8083800" y="5673632"/>
                    <a:pt x="8216872" y="5594434"/>
                    <a:pt x="8352678" y="5521728"/>
                  </a:cubicBezTo>
                  <a:lnTo>
                    <a:pt x="8451350" y="5469352"/>
                  </a:lnTo>
                  <a:lnTo>
                    <a:pt x="8548532" y="5417493"/>
                  </a:lnTo>
                  <a:cubicBezTo>
                    <a:pt x="8612110" y="5383188"/>
                    <a:pt x="8673251" y="5349306"/>
                    <a:pt x="8729473" y="5314059"/>
                  </a:cubicBezTo>
                  <a:cubicBezTo>
                    <a:pt x="8743591" y="5305213"/>
                    <a:pt x="8757161" y="5296459"/>
                    <a:pt x="8770781" y="5287330"/>
                  </a:cubicBezTo>
                  <a:cubicBezTo>
                    <a:pt x="8777591" y="5282765"/>
                    <a:pt x="8784451" y="5278201"/>
                    <a:pt x="8790964" y="5273590"/>
                  </a:cubicBezTo>
                  <a:cubicBezTo>
                    <a:pt x="8797574" y="5268977"/>
                    <a:pt x="8804235" y="5264412"/>
                    <a:pt x="8810499" y="5259801"/>
                  </a:cubicBezTo>
                  <a:cubicBezTo>
                    <a:pt x="8835999" y="5241401"/>
                    <a:pt x="8860407" y="5222389"/>
                    <a:pt x="8883571" y="5202577"/>
                  </a:cubicBezTo>
                  <a:cubicBezTo>
                    <a:pt x="8929900" y="5162954"/>
                    <a:pt x="8971258" y="5120413"/>
                    <a:pt x="9006651" y="5074625"/>
                  </a:cubicBezTo>
                  <a:cubicBezTo>
                    <a:pt x="9015351" y="5063426"/>
                    <a:pt x="9024398" y="5050955"/>
                    <a:pt x="9033494" y="5038203"/>
                  </a:cubicBezTo>
                  <a:lnTo>
                    <a:pt x="9040305" y="5028649"/>
                  </a:lnTo>
                  <a:lnTo>
                    <a:pt x="9046568" y="5019379"/>
                  </a:lnTo>
                  <a:cubicBezTo>
                    <a:pt x="9050743" y="5013261"/>
                    <a:pt x="9054819" y="5007050"/>
                    <a:pt x="9058846" y="5000743"/>
                  </a:cubicBezTo>
                  <a:cubicBezTo>
                    <a:pt x="9075002" y="4975615"/>
                    <a:pt x="9090212" y="4949403"/>
                    <a:pt x="9104529" y="4922203"/>
                  </a:cubicBezTo>
                  <a:cubicBezTo>
                    <a:pt x="9133211" y="4867850"/>
                    <a:pt x="9158313" y="4809545"/>
                    <a:pt x="9181081" y="4748792"/>
                  </a:cubicBezTo>
                  <a:cubicBezTo>
                    <a:pt x="9203748" y="4688276"/>
                    <a:pt x="9223383" y="4625876"/>
                    <a:pt x="9240731" y="4561970"/>
                  </a:cubicBezTo>
                  <a:cubicBezTo>
                    <a:pt x="9249481" y="4530064"/>
                    <a:pt x="9257682" y="4497782"/>
                    <a:pt x="9265388" y="4465171"/>
                  </a:cubicBezTo>
                  <a:cubicBezTo>
                    <a:pt x="9269215" y="4448842"/>
                    <a:pt x="9272943" y="4432465"/>
                    <a:pt x="9276571" y="4416041"/>
                  </a:cubicBezTo>
                  <a:lnTo>
                    <a:pt x="9281841" y="4391477"/>
                  </a:lnTo>
                  <a:lnTo>
                    <a:pt x="9286513" y="4368936"/>
                  </a:lnTo>
                  <a:lnTo>
                    <a:pt x="9296754" y="4316136"/>
                  </a:lnTo>
                  <a:lnTo>
                    <a:pt x="9301029" y="4293172"/>
                  </a:lnTo>
                  <a:lnTo>
                    <a:pt x="9302818" y="4282679"/>
                  </a:lnTo>
                  <a:lnTo>
                    <a:pt x="9304658" y="4270914"/>
                  </a:lnTo>
                  <a:lnTo>
                    <a:pt x="9312810" y="4220043"/>
                  </a:lnTo>
                  <a:lnTo>
                    <a:pt x="9316887" y="4194584"/>
                  </a:lnTo>
                  <a:lnTo>
                    <a:pt x="9318923" y="4181878"/>
                  </a:lnTo>
                  <a:cubicBezTo>
                    <a:pt x="9319570" y="4177644"/>
                    <a:pt x="9319969" y="4173267"/>
                    <a:pt x="9320515" y="4168984"/>
                  </a:cubicBezTo>
                  <a:lnTo>
                    <a:pt x="9332445" y="4069079"/>
                  </a:lnTo>
                  <a:cubicBezTo>
                    <a:pt x="9333836" y="4056468"/>
                    <a:pt x="9334880" y="4040986"/>
                    <a:pt x="9336173" y="4022774"/>
                  </a:cubicBezTo>
                  <a:lnTo>
                    <a:pt x="9340199" y="3969269"/>
                  </a:lnTo>
                  <a:cubicBezTo>
                    <a:pt x="9345071" y="3903904"/>
                    <a:pt x="9347358" y="3837081"/>
                    <a:pt x="9347557" y="3770070"/>
                  </a:cubicBezTo>
                  <a:cubicBezTo>
                    <a:pt x="9347656" y="3736518"/>
                    <a:pt x="9347209" y="3702871"/>
                    <a:pt x="9346364" y="3669036"/>
                  </a:cubicBezTo>
                  <a:lnTo>
                    <a:pt x="9344921" y="3619341"/>
                  </a:lnTo>
                  <a:lnTo>
                    <a:pt x="9344524" y="3607624"/>
                  </a:lnTo>
                  <a:lnTo>
                    <a:pt x="9343728" y="3594872"/>
                  </a:lnTo>
                  <a:lnTo>
                    <a:pt x="9342188" y="3569366"/>
                  </a:lnTo>
                  <a:lnTo>
                    <a:pt x="9339056" y="3518354"/>
                  </a:lnTo>
                  <a:cubicBezTo>
                    <a:pt x="9337914" y="3501319"/>
                    <a:pt x="9335874" y="3484236"/>
                    <a:pt x="9334334" y="3467155"/>
                  </a:cubicBezTo>
                  <a:lnTo>
                    <a:pt x="9329363" y="3415908"/>
                  </a:lnTo>
                  <a:lnTo>
                    <a:pt x="9328319" y="3404755"/>
                  </a:lnTo>
                  <a:lnTo>
                    <a:pt x="9327177" y="3394214"/>
                  </a:lnTo>
                  <a:lnTo>
                    <a:pt x="9324293" y="3370872"/>
                  </a:lnTo>
                  <a:lnTo>
                    <a:pt x="9320763" y="3344427"/>
                  </a:lnTo>
                  <a:lnTo>
                    <a:pt x="9317184" y="3315343"/>
                  </a:lnTo>
                  <a:cubicBezTo>
                    <a:pt x="9315594" y="3300991"/>
                    <a:pt x="9313506" y="3286404"/>
                    <a:pt x="9311021" y="3270309"/>
                  </a:cubicBezTo>
                  <a:lnTo>
                    <a:pt x="9302719" y="3219815"/>
                  </a:lnTo>
                  <a:cubicBezTo>
                    <a:pt x="9299936" y="3203157"/>
                    <a:pt x="9297003" y="3186498"/>
                    <a:pt x="9293970" y="3169887"/>
                  </a:cubicBezTo>
                  <a:cubicBezTo>
                    <a:pt x="9281891" y="3103393"/>
                    <a:pt x="9267674" y="3037182"/>
                    <a:pt x="9252065" y="2971205"/>
                  </a:cubicBezTo>
                  <a:cubicBezTo>
                    <a:pt x="9244261" y="2938265"/>
                    <a:pt x="9235959" y="2905371"/>
                    <a:pt x="9227211" y="2872571"/>
                  </a:cubicBezTo>
                  <a:lnTo>
                    <a:pt x="9220699" y="2848524"/>
                  </a:lnTo>
                  <a:lnTo>
                    <a:pt x="9213740" y="2824289"/>
                  </a:lnTo>
                  <a:cubicBezTo>
                    <a:pt x="9209216" y="2808147"/>
                    <a:pt x="9204345" y="2791866"/>
                    <a:pt x="9199374" y="2775536"/>
                  </a:cubicBezTo>
                  <a:cubicBezTo>
                    <a:pt x="9159855" y="2645184"/>
                    <a:pt x="9114272" y="2516197"/>
                    <a:pt x="9061829" y="2389515"/>
                  </a:cubicBezTo>
                  <a:cubicBezTo>
                    <a:pt x="9035582" y="2326175"/>
                    <a:pt x="9008043" y="2263258"/>
                    <a:pt x="8978865" y="2200953"/>
                  </a:cubicBezTo>
                  <a:lnTo>
                    <a:pt x="8956694" y="2154317"/>
                  </a:lnTo>
                  <a:lnTo>
                    <a:pt x="8934176" y="2108012"/>
                  </a:lnTo>
                  <a:cubicBezTo>
                    <a:pt x="8918915" y="2077189"/>
                    <a:pt x="8903157" y="2046130"/>
                    <a:pt x="8887151" y="2015448"/>
                  </a:cubicBezTo>
                  <a:cubicBezTo>
                    <a:pt x="8854988" y="1953989"/>
                    <a:pt x="8822082" y="1892908"/>
                    <a:pt x="8787533" y="1832625"/>
                  </a:cubicBezTo>
                  <a:lnTo>
                    <a:pt x="8761485" y="1787496"/>
                  </a:lnTo>
                  <a:lnTo>
                    <a:pt x="8734791" y="1741991"/>
                  </a:lnTo>
                  <a:cubicBezTo>
                    <a:pt x="8717047" y="1711921"/>
                    <a:pt x="8699200" y="1682461"/>
                    <a:pt x="8680808" y="1652910"/>
                  </a:cubicBezTo>
                  <a:cubicBezTo>
                    <a:pt x="8644322" y="1593756"/>
                    <a:pt x="8606194" y="1535216"/>
                    <a:pt x="8567024" y="1477004"/>
                  </a:cubicBezTo>
                  <a:lnTo>
                    <a:pt x="8537446" y="1433428"/>
                  </a:lnTo>
                  <a:lnTo>
                    <a:pt x="8507423" y="1389994"/>
                  </a:lnTo>
                  <a:cubicBezTo>
                    <a:pt x="8487390" y="1361382"/>
                    <a:pt x="8467158" y="1332817"/>
                    <a:pt x="8446529" y="1304393"/>
                  </a:cubicBezTo>
                  <a:cubicBezTo>
                    <a:pt x="8405271" y="1247595"/>
                    <a:pt x="8362718" y="1191218"/>
                    <a:pt x="8319224" y="1135124"/>
                  </a:cubicBezTo>
                  <a:lnTo>
                    <a:pt x="8286366" y="1093148"/>
                  </a:lnTo>
                  <a:lnTo>
                    <a:pt x="8270161" y="1072538"/>
                  </a:lnTo>
                  <a:lnTo>
                    <a:pt x="8253856" y="1052254"/>
                  </a:lnTo>
                  <a:cubicBezTo>
                    <a:pt x="8231636" y="1024773"/>
                    <a:pt x="8209117" y="997479"/>
                    <a:pt x="8186352" y="970373"/>
                  </a:cubicBezTo>
                  <a:cubicBezTo>
                    <a:pt x="8140917" y="916020"/>
                    <a:pt x="8094240" y="862515"/>
                    <a:pt x="8046768" y="809527"/>
                  </a:cubicBezTo>
                  <a:lnTo>
                    <a:pt x="8010927" y="769951"/>
                  </a:lnTo>
                  <a:lnTo>
                    <a:pt x="7974788" y="730751"/>
                  </a:lnTo>
                  <a:cubicBezTo>
                    <a:pt x="7950382" y="704587"/>
                    <a:pt x="7925824" y="678563"/>
                    <a:pt x="7901070" y="652823"/>
                  </a:cubicBezTo>
                  <a:cubicBezTo>
                    <a:pt x="7851510" y="601387"/>
                    <a:pt x="7801404" y="550612"/>
                    <a:pt x="7750054" y="501106"/>
                  </a:cubicBezTo>
                  <a:cubicBezTo>
                    <a:pt x="7698902" y="451742"/>
                    <a:pt x="7645913" y="403036"/>
                    <a:pt x="7592277" y="355319"/>
                  </a:cubicBezTo>
                  <a:cubicBezTo>
                    <a:pt x="7484856" y="259884"/>
                    <a:pt x="7373308" y="168402"/>
                    <a:pt x="7257734" y="81062"/>
                  </a:cubicBezTo>
                  <a:close/>
                  <a:moveTo>
                    <a:pt x="1892109" y="0"/>
                  </a:moveTo>
                  <a:lnTo>
                    <a:pt x="2298402" y="0"/>
                  </a:lnTo>
                  <a:lnTo>
                    <a:pt x="2135542" y="121879"/>
                  </a:lnTo>
                  <a:cubicBezTo>
                    <a:pt x="2078998" y="166378"/>
                    <a:pt x="2023659" y="212143"/>
                    <a:pt x="1969576" y="259084"/>
                  </a:cubicBezTo>
                  <a:cubicBezTo>
                    <a:pt x="1861309" y="352918"/>
                    <a:pt x="1758064" y="451412"/>
                    <a:pt x="1659938" y="553953"/>
                  </a:cubicBezTo>
                  <a:cubicBezTo>
                    <a:pt x="1266987" y="964444"/>
                    <a:pt x="953820" y="1435593"/>
                    <a:pt x="729383" y="1940578"/>
                  </a:cubicBezTo>
                  <a:cubicBezTo>
                    <a:pt x="673260" y="2066459"/>
                    <a:pt x="622855" y="2195070"/>
                    <a:pt x="578465" y="2324905"/>
                  </a:cubicBezTo>
                  <a:cubicBezTo>
                    <a:pt x="534125" y="2454785"/>
                    <a:pt x="496147" y="2586314"/>
                    <a:pt x="465080" y="2718973"/>
                  </a:cubicBezTo>
                  <a:cubicBezTo>
                    <a:pt x="449769" y="2785089"/>
                    <a:pt x="435850" y="2852289"/>
                    <a:pt x="423820" y="2919535"/>
                  </a:cubicBezTo>
                  <a:cubicBezTo>
                    <a:pt x="411840" y="2986829"/>
                    <a:pt x="401054" y="3054358"/>
                    <a:pt x="392355" y="3122169"/>
                  </a:cubicBezTo>
                  <a:cubicBezTo>
                    <a:pt x="374509" y="3257744"/>
                    <a:pt x="363424" y="3393978"/>
                    <a:pt x="358801" y="3531013"/>
                  </a:cubicBezTo>
                  <a:cubicBezTo>
                    <a:pt x="349009" y="3804941"/>
                    <a:pt x="366357" y="4079668"/>
                    <a:pt x="410350" y="4352324"/>
                  </a:cubicBezTo>
                  <a:cubicBezTo>
                    <a:pt x="421286" y="4420230"/>
                    <a:pt x="434209" y="4487758"/>
                    <a:pt x="449022" y="4555147"/>
                  </a:cubicBezTo>
                  <a:cubicBezTo>
                    <a:pt x="463737" y="4622534"/>
                    <a:pt x="480389" y="4689686"/>
                    <a:pt x="498882" y="4756463"/>
                  </a:cubicBezTo>
                  <a:cubicBezTo>
                    <a:pt x="517373" y="4823239"/>
                    <a:pt x="537704" y="4889733"/>
                    <a:pt x="559775" y="4955755"/>
                  </a:cubicBezTo>
                  <a:cubicBezTo>
                    <a:pt x="581946" y="5021873"/>
                    <a:pt x="605358" y="5087473"/>
                    <a:pt x="631406" y="5152084"/>
                  </a:cubicBezTo>
                  <a:cubicBezTo>
                    <a:pt x="734055" y="5411706"/>
                    <a:pt x="865188" y="5662668"/>
                    <a:pt x="1023461" y="5898055"/>
                  </a:cubicBezTo>
                  <a:cubicBezTo>
                    <a:pt x="1181487" y="6133676"/>
                    <a:pt x="1367051" y="6353345"/>
                    <a:pt x="1575880" y="6551744"/>
                  </a:cubicBezTo>
                  <a:cubicBezTo>
                    <a:pt x="1680269" y="6651014"/>
                    <a:pt x="1790338" y="6745037"/>
                    <a:pt x="1905228" y="6833566"/>
                  </a:cubicBezTo>
                  <a:lnTo>
                    <a:pt x="1938629" y="6858000"/>
                  </a:lnTo>
                  <a:lnTo>
                    <a:pt x="1368607" y="6858000"/>
                  </a:lnTo>
                  <a:lnTo>
                    <a:pt x="1115251" y="6594103"/>
                  </a:lnTo>
                  <a:cubicBezTo>
                    <a:pt x="418530" y="5794890"/>
                    <a:pt x="0" y="4770280"/>
                    <a:pt x="0" y="3653129"/>
                  </a:cubicBezTo>
                  <a:cubicBezTo>
                    <a:pt x="0" y="2216793"/>
                    <a:pt x="691856" y="933432"/>
                    <a:pt x="1777294" y="85415"/>
                  </a:cubicBezTo>
                  <a:close/>
                </a:path>
              </a:pathLst>
            </a:custGeom>
            <a:solidFill>
              <a:schemeClr val="bg1">
                <a:alpha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>
                <a:solidFill>
                  <a:schemeClr val="lt1"/>
                </a:solidFill>
              </a:endParaRPr>
            </a:p>
          </p:txBody>
        </p:sp>
      </p:grpSp>
      <p:sp>
        <p:nvSpPr>
          <p:cNvPr id="2" name="Titel 1">
            <a:extLst>
              <a:ext uri="{FF2B5EF4-FFF2-40B4-BE49-F238E27FC236}">
                <a16:creationId xmlns:a16="http://schemas.microsoft.com/office/drawing/2014/main" id="{105A0E48-E9B6-9DDF-6D45-7F6D9FFF43E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045368" y="1497563"/>
            <a:ext cx="6105194" cy="2031055"/>
          </a:xfrm>
        </p:spPr>
        <p:txBody>
          <a:bodyPr>
            <a:normAutofit/>
          </a:bodyPr>
          <a:lstStyle/>
          <a:p>
            <a:r>
              <a:rPr lang="de-DE" sz="5200" noProof="0" dirty="0">
                <a:solidFill>
                  <a:schemeClr val="tx2"/>
                </a:solidFill>
              </a:rPr>
              <a:t>Projektarbeit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AD522145-8241-AAE1-C02B-445120F1F51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045368" y="3897659"/>
            <a:ext cx="6105194" cy="682079"/>
          </a:xfrm>
        </p:spPr>
        <p:txBody>
          <a:bodyPr>
            <a:normAutofit/>
          </a:bodyPr>
          <a:lstStyle/>
          <a:p>
            <a:r>
              <a:rPr lang="de-DE" dirty="0">
                <a:solidFill>
                  <a:schemeClr val="tx2"/>
                </a:solidFill>
              </a:rPr>
              <a:t>Mit </a:t>
            </a:r>
            <a:r>
              <a:rPr lang="de-DE" b="1" dirty="0">
                <a:solidFill>
                  <a:srgbClr val="C00000"/>
                </a:solidFill>
              </a:rPr>
              <a:t>I</a:t>
            </a:r>
            <a:r>
              <a:rPr lang="de-DE" b="1" dirty="0">
                <a:solidFill>
                  <a:schemeClr val="accent2"/>
                </a:solidFill>
              </a:rPr>
              <a:t>P</a:t>
            </a:r>
            <a:r>
              <a:rPr lang="de-DE" b="1" dirty="0">
                <a:solidFill>
                  <a:srgbClr val="FFC000"/>
                </a:solidFill>
              </a:rPr>
              <a:t>E</a:t>
            </a:r>
            <a:r>
              <a:rPr lang="de-DE" b="1" dirty="0">
                <a:solidFill>
                  <a:srgbClr val="00B050"/>
                </a:solidFill>
              </a:rPr>
              <a:t>R</a:t>
            </a:r>
            <a:r>
              <a:rPr lang="de-DE" b="1" dirty="0">
                <a:solidFill>
                  <a:schemeClr val="accent3"/>
                </a:solidFill>
              </a:rPr>
              <a:t>K</a:t>
            </a:r>
            <a:r>
              <a:rPr lang="de-DE" b="1" dirty="0">
                <a:solidFill>
                  <a:srgbClr val="0070C0"/>
                </a:solidFill>
              </a:rPr>
              <a:t>A</a:t>
            </a:r>
            <a:endParaRPr lang="de-DE" b="1" noProof="0" dirty="0">
              <a:solidFill>
                <a:srgbClr val="0070C0"/>
              </a:solidFill>
            </a:endParaRP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2B8B8A39-962A-A775-FD6E-93725B0F7F8D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12192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13047746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18873D23-2DCF-4B31-A009-95721C06E8E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13EF075-D4EF-4929-ADBC-91B27DA199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800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DAA26DFA-AAB2-4973-9C17-16D587C7B19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21863" y="508838"/>
            <a:ext cx="5217958" cy="6239661"/>
            <a:chOff x="-19221" y="251144"/>
            <a:chExt cx="5217958" cy="6239661"/>
          </a:xfrm>
        </p:grpSpPr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3F407F11-7321-4BF6-8536-CCE8E342454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251144"/>
              <a:ext cx="5187198" cy="6239661"/>
            </a:xfrm>
            <a:custGeom>
              <a:avLst/>
              <a:gdLst>
                <a:gd name="connsiteX0" fmla="*/ 2011811 w 5187198"/>
                <a:gd name="connsiteY0" fmla="*/ 4 h 6239661"/>
                <a:gd name="connsiteX1" fmla="*/ 2617011 w 5187198"/>
                <a:gd name="connsiteY1" fmla="*/ 70590 h 6239661"/>
                <a:gd name="connsiteX2" fmla="*/ 2690321 w 5187198"/>
                <a:gd name="connsiteY2" fmla="*/ 88146 h 6239661"/>
                <a:gd name="connsiteX3" fmla="*/ 2726863 w 5187198"/>
                <a:gd name="connsiteY3" fmla="*/ 97127 h 6239661"/>
                <a:gd name="connsiteX4" fmla="*/ 2762951 w 5187198"/>
                <a:gd name="connsiteY4" fmla="*/ 107375 h 6239661"/>
                <a:gd name="connsiteX5" fmla="*/ 2834843 w 5187198"/>
                <a:gd name="connsiteY5" fmla="*/ 128493 h 6239661"/>
                <a:gd name="connsiteX6" fmla="*/ 2906574 w 5187198"/>
                <a:gd name="connsiteY6" fmla="*/ 151076 h 6239661"/>
                <a:gd name="connsiteX7" fmla="*/ 3049504 w 5187198"/>
                <a:gd name="connsiteY7" fmla="*/ 202124 h 6239661"/>
                <a:gd name="connsiteX8" fmla="*/ 3189518 w 5187198"/>
                <a:gd name="connsiteY8" fmla="*/ 260159 h 6239661"/>
                <a:gd name="connsiteX9" fmla="*/ 3326048 w 5187198"/>
                <a:gd name="connsiteY9" fmla="*/ 325143 h 6239661"/>
                <a:gd name="connsiteX10" fmla="*/ 3459166 w 5187198"/>
                <a:gd name="connsiteY10" fmla="*/ 395936 h 6239661"/>
                <a:gd name="connsiteX11" fmla="*/ 3588578 w 5187198"/>
                <a:gd name="connsiteY11" fmla="*/ 472343 h 6239661"/>
                <a:gd name="connsiteX12" fmla="*/ 3651864 w 5187198"/>
                <a:gd name="connsiteY12" fmla="*/ 512600 h 6239661"/>
                <a:gd name="connsiteX13" fmla="*/ 3714514 w 5187198"/>
                <a:gd name="connsiteY13" fmla="*/ 553499 h 6239661"/>
                <a:gd name="connsiteX14" fmla="*/ 4181221 w 5187198"/>
                <a:gd name="connsiteY14" fmla="*/ 922912 h 6239661"/>
                <a:gd name="connsiteX15" fmla="*/ 4582963 w 5187198"/>
                <a:gd name="connsiteY15" fmla="*/ 1358264 h 6239661"/>
                <a:gd name="connsiteX16" fmla="*/ 4670721 w 5187198"/>
                <a:gd name="connsiteY16" fmla="*/ 1477644 h 6239661"/>
                <a:gd name="connsiteX17" fmla="*/ 4752378 w 5187198"/>
                <a:gd name="connsiteY17" fmla="*/ 1601187 h 6239661"/>
                <a:gd name="connsiteX18" fmla="*/ 4772168 w 5187198"/>
                <a:gd name="connsiteY18" fmla="*/ 1632456 h 6239661"/>
                <a:gd name="connsiteX19" fmla="*/ 4782117 w 5187198"/>
                <a:gd name="connsiteY19" fmla="*/ 1648104 h 6239661"/>
                <a:gd name="connsiteX20" fmla="*/ 4791381 w 5187198"/>
                <a:gd name="connsiteY20" fmla="*/ 1664150 h 6239661"/>
                <a:gd name="connsiteX21" fmla="*/ 4828190 w 5187198"/>
                <a:gd name="connsiteY21" fmla="*/ 1728379 h 6239661"/>
                <a:gd name="connsiteX22" fmla="*/ 4864832 w 5187198"/>
                <a:gd name="connsiteY22" fmla="*/ 1792796 h 6239661"/>
                <a:gd name="connsiteX23" fmla="*/ 4899201 w 5187198"/>
                <a:gd name="connsiteY23" fmla="*/ 1858342 h 6239661"/>
                <a:gd name="connsiteX24" fmla="*/ 4933266 w 5187198"/>
                <a:gd name="connsiteY24" fmla="*/ 1924155 h 6239661"/>
                <a:gd name="connsiteX25" fmla="*/ 4964403 w 5187198"/>
                <a:gd name="connsiteY25" fmla="*/ 1991384 h 6239661"/>
                <a:gd name="connsiteX26" fmla="*/ 4995019 w 5187198"/>
                <a:gd name="connsiteY26" fmla="*/ 2058823 h 6239661"/>
                <a:gd name="connsiteX27" fmla="*/ 5021999 w 5187198"/>
                <a:gd name="connsiteY27" fmla="*/ 2127723 h 6239661"/>
                <a:gd name="connsiteX28" fmla="*/ 5048321 w 5187198"/>
                <a:gd name="connsiteY28" fmla="*/ 2196908 h 6239661"/>
                <a:gd name="connsiteX29" fmla="*/ 5070546 w 5187198"/>
                <a:gd name="connsiteY29" fmla="*/ 2267547 h 6239661"/>
                <a:gd name="connsiteX30" fmla="*/ 5092171 w 5187198"/>
                <a:gd name="connsiteY30" fmla="*/ 2338256 h 6239661"/>
                <a:gd name="connsiteX31" fmla="*/ 5110305 w 5187198"/>
                <a:gd name="connsiteY31" fmla="*/ 2409886 h 6239661"/>
                <a:gd name="connsiteX32" fmla="*/ 5186393 w 5187198"/>
                <a:gd name="connsiteY32" fmla="*/ 2992022 h 6239661"/>
                <a:gd name="connsiteX33" fmla="*/ 5149045 w 5187198"/>
                <a:gd name="connsiteY33" fmla="*/ 3571816 h 6239661"/>
                <a:gd name="connsiteX34" fmla="*/ 5126572 w 5187198"/>
                <a:gd name="connsiteY34" fmla="*/ 3714520 h 6239661"/>
                <a:gd name="connsiteX35" fmla="*/ 5099067 w 5187198"/>
                <a:gd name="connsiteY35" fmla="*/ 3856108 h 6239661"/>
                <a:gd name="connsiteX36" fmla="*/ 5095699 w 5187198"/>
                <a:gd name="connsiteY36" fmla="*/ 3873868 h 6239661"/>
                <a:gd name="connsiteX37" fmla="*/ 5091573 w 5187198"/>
                <a:gd name="connsiteY37" fmla="*/ 3891426 h 6239661"/>
                <a:gd name="connsiteX38" fmla="*/ 5083324 w 5187198"/>
                <a:gd name="connsiteY38" fmla="*/ 3926541 h 6239661"/>
                <a:gd name="connsiteX39" fmla="*/ 5067256 w 5187198"/>
                <a:gd name="connsiteY39" fmla="*/ 3996889 h 6239661"/>
                <a:gd name="connsiteX40" fmla="*/ 5059194 w 5187198"/>
                <a:gd name="connsiteY40" fmla="*/ 4032171 h 6239661"/>
                <a:gd name="connsiteX41" fmla="*/ 5049522 w 5187198"/>
                <a:gd name="connsiteY41" fmla="*/ 4067833 h 6239661"/>
                <a:gd name="connsiteX42" fmla="*/ 5040067 w 5187198"/>
                <a:gd name="connsiteY42" fmla="*/ 4103553 h 6239661"/>
                <a:gd name="connsiteX43" fmla="*/ 5028960 w 5187198"/>
                <a:gd name="connsiteY43" fmla="*/ 4138946 h 6239661"/>
                <a:gd name="connsiteX44" fmla="*/ 4917351 w 5187198"/>
                <a:gd name="connsiteY44" fmla="*/ 4417041 h 6239661"/>
                <a:gd name="connsiteX45" fmla="*/ 4756163 w 5187198"/>
                <a:gd name="connsiteY45" fmla="*/ 4676402 h 6239661"/>
                <a:gd name="connsiteX46" fmla="*/ 4322493 w 5187198"/>
                <a:gd name="connsiteY46" fmla="*/ 5105604 h 6239661"/>
                <a:gd name="connsiteX47" fmla="*/ 3840510 w 5187198"/>
                <a:gd name="connsiteY47" fmla="*/ 5429590 h 6239661"/>
                <a:gd name="connsiteX48" fmla="*/ 3606447 w 5187198"/>
                <a:gd name="connsiteY48" fmla="*/ 5572862 h 6239661"/>
                <a:gd name="connsiteX49" fmla="*/ 3488814 w 5187198"/>
                <a:gd name="connsiteY49" fmla="*/ 5647178 h 6239661"/>
                <a:gd name="connsiteX50" fmla="*/ 3365864 w 5187198"/>
                <a:gd name="connsiteY50" fmla="*/ 5722735 h 6239661"/>
                <a:gd name="connsiteX51" fmla="*/ 2839486 w 5187198"/>
                <a:gd name="connsiteY51" fmla="*/ 5999120 h 6239661"/>
                <a:gd name="connsiteX52" fmla="*/ 2242423 w 5187198"/>
                <a:gd name="connsiteY52" fmla="*/ 6192346 h 6239661"/>
                <a:gd name="connsiteX53" fmla="*/ 1589380 w 5187198"/>
                <a:gd name="connsiteY53" fmla="*/ 6230657 h 6239661"/>
                <a:gd name="connsiteX54" fmla="*/ 1548244 w 5187198"/>
                <a:gd name="connsiteY54" fmla="*/ 6226706 h 6239661"/>
                <a:gd name="connsiteX55" fmla="*/ 1507348 w 5187198"/>
                <a:gd name="connsiteY55" fmla="*/ 6221428 h 6239661"/>
                <a:gd name="connsiteX56" fmla="*/ 1466401 w 5187198"/>
                <a:gd name="connsiteY56" fmla="*/ 6215904 h 6239661"/>
                <a:gd name="connsiteX57" fmla="*/ 1425773 w 5187198"/>
                <a:gd name="connsiteY57" fmla="*/ 6209191 h 6239661"/>
                <a:gd name="connsiteX58" fmla="*/ 1344960 w 5187198"/>
                <a:gd name="connsiteY58" fmla="*/ 6193681 h 6239661"/>
                <a:gd name="connsiteX59" fmla="*/ 1265007 w 5187198"/>
                <a:gd name="connsiteY59" fmla="*/ 6175388 h 6239661"/>
                <a:gd name="connsiteX60" fmla="*/ 1225415 w 5187198"/>
                <a:gd name="connsiteY60" fmla="*/ 6165243 h 6239661"/>
                <a:gd name="connsiteX61" fmla="*/ 1186567 w 5187198"/>
                <a:gd name="connsiteY61" fmla="*/ 6154486 h 6239661"/>
                <a:gd name="connsiteX62" fmla="*/ 1111158 w 5187198"/>
                <a:gd name="connsiteY62" fmla="*/ 6130918 h 6239661"/>
                <a:gd name="connsiteX63" fmla="*/ 1035915 w 5187198"/>
                <a:gd name="connsiteY63" fmla="*/ 6107163 h 6239661"/>
                <a:gd name="connsiteX64" fmla="*/ 961579 w 5187198"/>
                <a:gd name="connsiteY64" fmla="*/ 6079594 h 6239661"/>
                <a:gd name="connsiteX65" fmla="*/ 395297 w 5187198"/>
                <a:gd name="connsiteY65" fmla="*/ 5792812 h 6239661"/>
                <a:gd name="connsiteX66" fmla="*/ 265239 w 5187198"/>
                <a:gd name="connsiteY66" fmla="*/ 5701511 h 6239661"/>
                <a:gd name="connsiteX67" fmla="*/ 233756 w 5187198"/>
                <a:gd name="connsiteY67" fmla="*/ 5677542 h 6239661"/>
                <a:gd name="connsiteX68" fmla="*/ 202800 w 5187198"/>
                <a:gd name="connsiteY68" fmla="*/ 5652902 h 6239661"/>
                <a:gd name="connsiteX69" fmla="*/ 140918 w 5187198"/>
                <a:gd name="connsiteY69" fmla="*/ 5603515 h 6239661"/>
                <a:gd name="connsiteX70" fmla="*/ 110625 w 5187198"/>
                <a:gd name="connsiteY70" fmla="*/ 5578127 h 6239661"/>
                <a:gd name="connsiteX71" fmla="*/ 95631 w 5187198"/>
                <a:gd name="connsiteY71" fmla="*/ 5565299 h 6239661"/>
                <a:gd name="connsiteX72" fmla="*/ 81966 w 5187198"/>
                <a:gd name="connsiteY72" fmla="*/ 5550973 h 6239661"/>
                <a:gd name="connsiteX73" fmla="*/ 27991 w 5187198"/>
                <a:gd name="connsiteY73" fmla="*/ 5493272 h 6239661"/>
                <a:gd name="connsiteX74" fmla="*/ 1454 w 5187198"/>
                <a:gd name="connsiteY74" fmla="*/ 5464252 h 6239661"/>
                <a:gd name="connsiteX75" fmla="*/ 0 w 5187198"/>
                <a:gd name="connsiteY75" fmla="*/ 5462518 h 6239661"/>
                <a:gd name="connsiteX76" fmla="*/ 0 w 5187198"/>
                <a:gd name="connsiteY76" fmla="*/ 4720187 h 6239661"/>
                <a:gd name="connsiteX77" fmla="*/ 109684 w 5187198"/>
                <a:gd name="connsiteY77" fmla="*/ 4836724 h 6239661"/>
                <a:gd name="connsiteX78" fmla="*/ 306959 w 5187198"/>
                <a:gd name="connsiteY78" fmla="*/ 5007200 h 6239661"/>
                <a:gd name="connsiteX79" fmla="*/ 358101 w 5187198"/>
                <a:gd name="connsiteY79" fmla="*/ 5046057 h 6239661"/>
                <a:gd name="connsiteX80" fmla="*/ 383328 w 5187198"/>
                <a:gd name="connsiteY80" fmla="*/ 5065684 h 6239661"/>
                <a:gd name="connsiteX81" fmla="*/ 409503 w 5187198"/>
                <a:gd name="connsiteY81" fmla="*/ 5083942 h 6239661"/>
                <a:gd name="connsiteX82" fmla="*/ 461889 w 5187198"/>
                <a:gd name="connsiteY82" fmla="*/ 5119888 h 6239661"/>
                <a:gd name="connsiteX83" fmla="*/ 474883 w 5187198"/>
                <a:gd name="connsiteY83" fmla="*/ 5128933 h 6239661"/>
                <a:gd name="connsiteX84" fmla="*/ 486410 w 5187198"/>
                <a:gd name="connsiteY84" fmla="*/ 5139557 h 6239661"/>
                <a:gd name="connsiteX85" fmla="*/ 510852 w 5187198"/>
                <a:gd name="connsiteY85" fmla="*/ 5159089 h 6239661"/>
                <a:gd name="connsiteX86" fmla="*/ 560653 w 5187198"/>
                <a:gd name="connsiteY86" fmla="*/ 5196893 h 6239661"/>
                <a:gd name="connsiteX87" fmla="*/ 585485 w 5187198"/>
                <a:gd name="connsiteY87" fmla="*/ 5215834 h 6239661"/>
                <a:gd name="connsiteX88" fmla="*/ 610707 w 5187198"/>
                <a:gd name="connsiteY88" fmla="*/ 5234185 h 6239661"/>
                <a:gd name="connsiteX89" fmla="*/ 714768 w 5187198"/>
                <a:gd name="connsiteY89" fmla="*/ 5303103 h 6239661"/>
                <a:gd name="connsiteX90" fmla="*/ 1166634 w 5187198"/>
                <a:gd name="connsiteY90" fmla="*/ 5513322 h 6239661"/>
                <a:gd name="connsiteX91" fmla="*/ 1225991 w 5187198"/>
                <a:gd name="connsiteY91" fmla="*/ 5533632 h 6239661"/>
                <a:gd name="connsiteX92" fmla="*/ 1286680 w 5187198"/>
                <a:gd name="connsiteY92" fmla="*/ 5550705 h 6239661"/>
                <a:gd name="connsiteX93" fmla="*/ 1347310 w 5187198"/>
                <a:gd name="connsiteY93" fmla="*/ 5567995 h 6239661"/>
                <a:gd name="connsiteX94" fmla="*/ 1377002 w 5187198"/>
                <a:gd name="connsiteY94" fmla="*/ 5575719 h 6239661"/>
                <a:gd name="connsiteX95" fmla="*/ 1406328 w 5187198"/>
                <a:gd name="connsiteY95" fmla="*/ 5582649 h 6239661"/>
                <a:gd name="connsiteX96" fmla="*/ 1465060 w 5187198"/>
                <a:gd name="connsiteY96" fmla="*/ 5594909 h 6239661"/>
                <a:gd name="connsiteX97" fmla="*/ 1523881 w 5187198"/>
                <a:gd name="connsiteY97" fmla="*/ 5605105 h 6239661"/>
                <a:gd name="connsiteX98" fmla="*/ 1553325 w 5187198"/>
                <a:gd name="connsiteY98" fmla="*/ 5609865 h 6239661"/>
                <a:gd name="connsiteX99" fmla="*/ 1582813 w 5187198"/>
                <a:gd name="connsiteY99" fmla="*/ 5613593 h 6239661"/>
                <a:gd name="connsiteX100" fmla="*/ 1612301 w 5187198"/>
                <a:gd name="connsiteY100" fmla="*/ 5617321 h 6239661"/>
                <a:gd name="connsiteX101" fmla="*/ 1641863 w 5187198"/>
                <a:gd name="connsiteY101" fmla="*/ 5619910 h 6239661"/>
                <a:gd name="connsiteX102" fmla="*/ 2117508 w 5187198"/>
                <a:gd name="connsiteY102" fmla="*/ 5595156 h 6239661"/>
                <a:gd name="connsiteX103" fmla="*/ 2597368 w 5187198"/>
                <a:gd name="connsiteY103" fmla="*/ 5447381 h 6239661"/>
                <a:gd name="connsiteX104" fmla="*/ 3082968 w 5187198"/>
                <a:gd name="connsiteY104" fmla="*/ 5223245 h 6239661"/>
                <a:gd name="connsiteX105" fmla="*/ 3334855 w 5187198"/>
                <a:gd name="connsiteY105" fmla="*/ 5097383 h 6239661"/>
                <a:gd name="connsiteX106" fmla="*/ 3599509 w 5187198"/>
                <a:gd name="connsiteY106" fmla="*/ 4976217 h 6239661"/>
                <a:gd name="connsiteX107" fmla="*/ 4112002 w 5187198"/>
                <a:gd name="connsiteY107" fmla="*/ 4766359 h 6239661"/>
                <a:gd name="connsiteX108" fmla="*/ 4348983 w 5187198"/>
                <a:gd name="connsiteY108" fmla="*/ 4649833 h 6239661"/>
                <a:gd name="connsiteX109" fmla="*/ 4560505 w 5187198"/>
                <a:gd name="connsiteY109" fmla="*/ 4501564 h 6239661"/>
                <a:gd name="connsiteX110" fmla="*/ 4731963 w 5187198"/>
                <a:gd name="connsiteY110" fmla="*/ 4309870 h 6239661"/>
                <a:gd name="connsiteX111" fmla="*/ 4852344 w 5187198"/>
                <a:gd name="connsiteY111" fmla="*/ 4078640 h 6239661"/>
                <a:gd name="connsiteX112" fmla="*/ 4863972 w 5187198"/>
                <a:gd name="connsiteY112" fmla="*/ 4047790 h 6239661"/>
                <a:gd name="connsiteX113" fmla="*/ 4874144 w 5187198"/>
                <a:gd name="connsiteY113" fmla="*/ 4016320 h 6239661"/>
                <a:gd name="connsiteX114" fmla="*/ 4884127 w 5187198"/>
                <a:gd name="connsiteY114" fmla="*/ 3984682 h 6239661"/>
                <a:gd name="connsiteX115" fmla="*/ 4892800 w 5187198"/>
                <a:gd name="connsiteY115" fmla="*/ 3951883 h 6239661"/>
                <a:gd name="connsiteX116" fmla="*/ 4909526 w 5187198"/>
                <a:gd name="connsiteY116" fmla="*/ 3886001 h 6239661"/>
                <a:gd name="connsiteX117" fmla="*/ 4917687 w 5187198"/>
                <a:gd name="connsiteY117" fmla="*/ 3852948 h 6239661"/>
                <a:gd name="connsiteX118" fmla="*/ 4921768 w 5187198"/>
                <a:gd name="connsiteY118" fmla="*/ 3836422 h 6239661"/>
                <a:gd name="connsiteX119" fmla="*/ 4924845 w 5187198"/>
                <a:gd name="connsiteY119" fmla="*/ 3819742 h 6239661"/>
                <a:gd name="connsiteX120" fmla="*/ 4948230 w 5187198"/>
                <a:gd name="connsiteY120" fmla="*/ 3685744 h 6239661"/>
                <a:gd name="connsiteX121" fmla="*/ 4962782 w 5187198"/>
                <a:gd name="connsiteY121" fmla="*/ 3550540 h 6239661"/>
                <a:gd name="connsiteX122" fmla="*/ 4939468 w 5187198"/>
                <a:gd name="connsiteY122" fmla="*/ 3010249 h 6239661"/>
                <a:gd name="connsiteX123" fmla="*/ 4816901 w 5187198"/>
                <a:gd name="connsiteY123" fmla="*/ 2488224 h 6239661"/>
                <a:gd name="connsiteX124" fmla="*/ 4797005 w 5187198"/>
                <a:gd name="connsiteY124" fmla="*/ 2424470 h 6239661"/>
                <a:gd name="connsiteX125" fmla="*/ 4774433 w 5187198"/>
                <a:gd name="connsiteY125" fmla="*/ 2361620 h 6239661"/>
                <a:gd name="connsiteX126" fmla="*/ 4752459 w 5187198"/>
                <a:gd name="connsiteY126" fmla="*/ 2298700 h 6239661"/>
                <a:gd name="connsiteX127" fmla="*/ 4728083 w 5187198"/>
                <a:gd name="connsiteY127" fmla="*/ 2236526 h 6239661"/>
                <a:gd name="connsiteX128" fmla="*/ 4704471 w 5187198"/>
                <a:gd name="connsiteY128" fmla="*/ 2174095 h 6239661"/>
                <a:gd name="connsiteX129" fmla="*/ 4678399 w 5187198"/>
                <a:gd name="connsiteY129" fmla="*/ 2112626 h 6239661"/>
                <a:gd name="connsiteX130" fmla="*/ 4652601 w 5187198"/>
                <a:gd name="connsiteY130" fmla="*/ 2050999 h 6239661"/>
                <a:gd name="connsiteX131" fmla="*/ 4624205 w 5187198"/>
                <a:gd name="connsiteY131" fmla="*/ 1990415 h 6239661"/>
                <a:gd name="connsiteX132" fmla="*/ 4595398 w 5187198"/>
                <a:gd name="connsiteY132" fmla="*/ 1930069 h 6239661"/>
                <a:gd name="connsiteX133" fmla="*/ 4563827 w 5187198"/>
                <a:gd name="connsiteY133" fmla="*/ 1870952 h 6239661"/>
                <a:gd name="connsiteX134" fmla="*/ 4531433 w 5187198"/>
                <a:gd name="connsiteY134" fmla="*/ 1812311 h 6239661"/>
                <a:gd name="connsiteX135" fmla="*/ 4523315 w 5187198"/>
                <a:gd name="connsiteY135" fmla="*/ 1797616 h 6239661"/>
                <a:gd name="connsiteX136" fmla="*/ 4514482 w 5187198"/>
                <a:gd name="connsiteY136" fmla="*/ 1783425 h 6239661"/>
                <a:gd name="connsiteX137" fmla="*/ 4496845 w 5187198"/>
                <a:gd name="connsiteY137" fmla="*/ 1754936 h 6239661"/>
                <a:gd name="connsiteX138" fmla="*/ 4461463 w 5187198"/>
                <a:gd name="connsiteY138" fmla="*/ 1697929 h 6239661"/>
                <a:gd name="connsiteX139" fmla="*/ 4452660 w 5187198"/>
                <a:gd name="connsiteY139" fmla="*/ 1683629 h 6239661"/>
                <a:gd name="connsiteX140" fmla="*/ 4443141 w 5187198"/>
                <a:gd name="connsiteY140" fmla="*/ 1669834 h 6239661"/>
                <a:gd name="connsiteX141" fmla="*/ 4424241 w 5187198"/>
                <a:gd name="connsiteY141" fmla="*/ 1642166 h 6239661"/>
                <a:gd name="connsiteX142" fmla="*/ 4346886 w 5187198"/>
                <a:gd name="connsiteY142" fmla="*/ 1532412 h 6239661"/>
                <a:gd name="connsiteX143" fmla="*/ 3985497 w 5187198"/>
                <a:gd name="connsiteY143" fmla="*/ 1134649 h 6239661"/>
                <a:gd name="connsiteX144" fmla="*/ 3545665 w 5187198"/>
                <a:gd name="connsiteY144" fmla="*/ 825877 h 6239661"/>
                <a:gd name="connsiteX145" fmla="*/ 3486190 w 5187198"/>
                <a:gd name="connsiteY145" fmla="*/ 794756 h 6239661"/>
                <a:gd name="connsiteX146" fmla="*/ 3426182 w 5187198"/>
                <a:gd name="connsiteY146" fmla="*/ 764765 h 6239661"/>
                <a:gd name="connsiteX147" fmla="*/ 3365044 w 5187198"/>
                <a:gd name="connsiteY147" fmla="*/ 737255 h 6239661"/>
                <a:gd name="connsiteX148" fmla="*/ 3334529 w 5187198"/>
                <a:gd name="connsiteY148" fmla="*/ 723514 h 6239661"/>
                <a:gd name="connsiteX149" fmla="*/ 3303733 w 5187198"/>
                <a:gd name="connsiteY149" fmla="*/ 710395 h 6239661"/>
                <a:gd name="connsiteX150" fmla="*/ 3179033 w 5187198"/>
                <a:gd name="connsiteY150" fmla="*/ 662259 h 6239661"/>
                <a:gd name="connsiteX151" fmla="*/ 3052408 w 5187198"/>
                <a:gd name="connsiteY151" fmla="*/ 620447 h 6239661"/>
                <a:gd name="connsiteX152" fmla="*/ 2924325 w 5187198"/>
                <a:gd name="connsiteY152" fmla="*/ 584505 h 6239661"/>
                <a:gd name="connsiteX153" fmla="*/ 2859667 w 5187198"/>
                <a:gd name="connsiteY153" fmla="*/ 569266 h 6239661"/>
                <a:gd name="connsiteX154" fmla="*/ 2795226 w 5187198"/>
                <a:gd name="connsiteY154" fmla="*/ 554085 h 6239661"/>
                <a:gd name="connsiteX155" fmla="*/ 2729702 w 5187198"/>
                <a:gd name="connsiteY155" fmla="*/ 540354 h 6239661"/>
                <a:gd name="connsiteX156" fmla="*/ 2663758 w 5187198"/>
                <a:gd name="connsiteY156" fmla="*/ 527322 h 6239661"/>
                <a:gd name="connsiteX157" fmla="*/ 2630927 w 5187198"/>
                <a:gd name="connsiteY157" fmla="*/ 520495 h 6239661"/>
                <a:gd name="connsiteX158" fmla="*/ 2597965 w 5187198"/>
                <a:gd name="connsiteY158" fmla="*/ 515024 h 6239661"/>
                <a:gd name="connsiteX159" fmla="*/ 2532205 w 5187198"/>
                <a:gd name="connsiteY159" fmla="*/ 503895 h 6239661"/>
                <a:gd name="connsiteX160" fmla="*/ 2010064 w 5187198"/>
                <a:gd name="connsiteY160" fmla="*/ 452552 h 6239661"/>
                <a:gd name="connsiteX161" fmla="*/ 1494552 w 5187198"/>
                <a:gd name="connsiteY161" fmla="*/ 485055 h 6239661"/>
                <a:gd name="connsiteX162" fmla="*/ 1366896 w 5187198"/>
                <a:gd name="connsiteY162" fmla="*/ 509389 h 6239661"/>
                <a:gd name="connsiteX163" fmla="*/ 1240175 w 5187198"/>
                <a:gd name="connsiteY163" fmla="*/ 541045 h 6239661"/>
                <a:gd name="connsiteX164" fmla="*/ 1177438 w 5187198"/>
                <a:gd name="connsiteY164" fmla="*/ 560170 h 6239661"/>
                <a:gd name="connsiteX165" fmla="*/ 1145987 w 5187198"/>
                <a:gd name="connsiteY165" fmla="*/ 569826 h 6239661"/>
                <a:gd name="connsiteX166" fmla="*/ 1130315 w 5187198"/>
                <a:gd name="connsiteY166" fmla="*/ 574669 h 6239661"/>
                <a:gd name="connsiteX167" fmla="*/ 1114873 w 5187198"/>
                <a:gd name="connsiteY167" fmla="*/ 580384 h 6239661"/>
                <a:gd name="connsiteX168" fmla="*/ 1052839 w 5187198"/>
                <a:gd name="connsiteY168" fmla="*/ 602943 h 6239661"/>
                <a:gd name="connsiteX169" fmla="*/ 991135 w 5187198"/>
                <a:gd name="connsiteY169" fmla="*/ 626866 h 6239661"/>
                <a:gd name="connsiteX170" fmla="*/ 930179 w 5187198"/>
                <a:gd name="connsiteY170" fmla="*/ 653191 h 6239661"/>
                <a:gd name="connsiteX171" fmla="*/ 869768 w 5187198"/>
                <a:gd name="connsiteY171" fmla="*/ 680937 h 6239661"/>
                <a:gd name="connsiteX172" fmla="*/ 810085 w 5187198"/>
                <a:gd name="connsiteY172" fmla="*/ 710734 h 6239661"/>
                <a:gd name="connsiteX173" fmla="*/ 751220 w 5187198"/>
                <a:gd name="connsiteY173" fmla="*/ 741794 h 6239661"/>
                <a:gd name="connsiteX174" fmla="*/ 532669 w 5187198"/>
                <a:gd name="connsiteY174" fmla="*/ 881688 h 6239661"/>
                <a:gd name="connsiteX175" fmla="*/ 354185 w 5187198"/>
                <a:gd name="connsiteY175" fmla="*/ 1050286 h 6239661"/>
                <a:gd name="connsiteX176" fmla="*/ 315980 w 5187198"/>
                <a:gd name="connsiteY176" fmla="*/ 1098125 h 6239661"/>
                <a:gd name="connsiteX177" fmla="*/ 280345 w 5187198"/>
                <a:gd name="connsiteY177" fmla="*/ 1149782 h 6239661"/>
                <a:gd name="connsiteX178" fmla="*/ 245890 w 5187198"/>
                <a:gd name="connsiteY178" fmla="*/ 1203959 h 6239661"/>
                <a:gd name="connsiteX179" fmla="*/ 212162 w 5187198"/>
                <a:gd name="connsiteY179" fmla="*/ 1260184 h 6239661"/>
                <a:gd name="connsiteX180" fmla="*/ 80716 w 5187198"/>
                <a:gd name="connsiteY180" fmla="*/ 1502476 h 6239661"/>
                <a:gd name="connsiteX181" fmla="*/ 0 w 5187198"/>
                <a:gd name="connsiteY181" fmla="*/ 1648841 h 6239661"/>
                <a:gd name="connsiteX182" fmla="*/ 0 w 5187198"/>
                <a:gd name="connsiteY182" fmla="*/ 954863 h 6239661"/>
                <a:gd name="connsiteX183" fmla="*/ 43491 w 5187198"/>
                <a:gd name="connsiteY183" fmla="*/ 895513 h 6239661"/>
                <a:gd name="connsiteX184" fmla="*/ 93923 w 5187198"/>
                <a:gd name="connsiteY184" fmla="*/ 834489 h 6239661"/>
                <a:gd name="connsiteX185" fmla="*/ 323465 w 5187198"/>
                <a:gd name="connsiteY185" fmla="*/ 617671 h 6239661"/>
                <a:gd name="connsiteX186" fmla="*/ 574777 w 5187198"/>
                <a:gd name="connsiteY186" fmla="*/ 446794 h 6239661"/>
                <a:gd name="connsiteX187" fmla="*/ 638943 w 5187198"/>
                <a:gd name="connsiteY187" fmla="*/ 408925 h 6239661"/>
                <a:gd name="connsiteX188" fmla="*/ 703505 w 5187198"/>
                <a:gd name="connsiteY188" fmla="*/ 371742 h 6239661"/>
                <a:gd name="connsiteX189" fmla="*/ 769262 w 5187198"/>
                <a:gd name="connsiteY189" fmla="*/ 336154 h 6239661"/>
                <a:gd name="connsiteX190" fmla="*/ 835552 w 5187198"/>
                <a:gd name="connsiteY190" fmla="*/ 301173 h 6239661"/>
                <a:gd name="connsiteX191" fmla="*/ 902979 w 5187198"/>
                <a:gd name="connsiteY191" fmla="*/ 268004 h 6239661"/>
                <a:gd name="connsiteX192" fmla="*/ 971127 w 5187198"/>
                <a:gd name="connsiteY192" fmla="*/ 235607 h 6239661"/>
                <a:gd name="connsiteX193" fmla="*/ 988238 w 5187198"/>
                <a:gd name="connsiteY193" fmla="*/ 227556 h 6239661"/>
                <a:gd name="connsiteX194" fmla="*/ 1005744 w 5187198"/>
                <a:gd name="connsiteY194" fmla="*/ 220191 h 6239661"/>
                <a:gd name="connsiteX195" fmla="*/ 1040729 w 5187198"/>
                <a:gd name="connsiteY195" fmla="*/ 205569 h 6239661"/>
                <a:gd name="connsiteX196" fmla="*/ 1110835 w 5187198"/>
                <a:gd name="connsiteY196" fmla="*/ 176248 h 6239661"/>
                <a:gd name="connsiteX197" fmla="*/ 1254256 w 5187198"/>
                <a:gd name="connsiteY197" fmla="*/ 123796 h 6239661"/>
                <a:gd name="connsiteX198" fmla="*/ 1401310 w 5187198"/>
                <a:gd name="connsiteY198" fmla="*/ 79852 h 6239661"/>
                <a:gd name="connsiteX199" fmla="*/ 2011811 w 5187198"/>
                <a:gd name="connsiteY199" fmla="*/ 4 h 62396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</a:cxnLst>
              <a:rect l="l" t="t" r="r" b="b"/>
              <a:pathLst>
                <a:path w="5187198" h="6239661">
                  <a:moveTo>
                    <a:pt x="2011811" y="4"/>
                  </a:moveTo>
                  <a:cubicBezTo>
                    <a:pt x="2217306" y="120"/>
                    <a:pt x="2420903" y="25925"/>
                    <a:pt x="2617011" y="70590"/>
                  </a:cubicBezTo>
                  <a:lnTo>
                    <a:pt x="2690321" y="88146"/>
                  </a:lnTo>
                  <a:lnTo>
                    <a:pt x="2726863" y="97127"/>
                  </a:lnTo>
                  <a:lnTo>
                    <a:pt x="2762951" y="107375"/>
                  </a:lnTo>
                  <a:lnTo>
                    <a:pt x="2834843" y="128493"/>
                  </a:lnTo>
                  <a:cubicBezTo>
                    <a:pt x="2858788" y="135605"/>
                    <a:pt x="2882632" y="142226"/>
                    <a:pt x="2906574" y="151076"/>
                  </a:cubicBezTo>
                  <a:cubicBezTo>
                    <a:pt x="2954475" y="167852"/>
                    <a:pt x="3002363" y="183813"/>
                    <a:pt x="3049504" y="202124"/>
                  </a:cubicBezTo>
                  <a:lnTo>
                    <a:pt x="3189518" y="260159"/>
                  </a:lnTo>
                  <a:lnTo>
                    <a:pt x="3326048" y="325143"/>
                  </a:lnTo>
                  <a:cubicBezTo>
                    <a:pt x="3370687" y="348464"/>
                    <a:pt x="3414908" y="372485"/>
                    <a:pt x="3459166" y="395936"/>
                  </a:cubicBezTo>
                  <a:cubicBezTo>
                    <a:pt x="3502947" y="420302"/>
                    <a:pt x="3545491" y="447118"/>
                    <a:pt x="3588578" y="472343"/>
                  </a:cubicBezTo>
                  <a:cubicBezTo>
                    <a:pt x="3610346" y="484551"/>
                    <a:pt x="3630797" y="499072"/>
                    <a:pt x="3651864" y="512600"/>
                  </a:cubicBezTo>
                  <a:lnTo>
                    <a:pt x="3714514" y="553499"/>
                  </a:lnTo>
                  <a:cubicBezTo>
                    <a:pt x="3880005" y="664844"/>
                    <a:pt x="4036083" y="788388"/>
                    <a:pt x="4181221" y="922912"/>
                  </a:cubicBezTo>
                  <a:cubicBezTo>
                    <a:pt x="4326221" y="1057515"/>
                    <a:pt x="4461955" y="1202038"/>
                    <a:pt x="4582963" y="1358264"/>
                  </a:cubicBezTo>
                  <a:cubicBezTo>
                    <a:pt x="4614206" y="1396543"/>
                    <a:pt x="4642091" y="1437400"/>
                    <a:pt x="4670721" y="1477644"/>
                  </a:cubicBezTo>
                  <a:cubicBezTo>
                    <a:pt x="4700172" y="1517414"/>
                    <a:pt x="4725864" y="1559538"/>
                    <a:pt x="4752378" y="1601187"/>
                  </a:cubicBezTo>
                  <a:lnTo>
                    <a:pt x="4772168" y="1632456"/>
                  </a:lnTo>
                  <a:lnTo>
                    <a:pt x="4782117" y="1648104"/>
                  </a:lnTo>
                  <a:lnTo>
                    <a:pt x="4791381" y="1664150"/>
                  </a:lnTo>
                  <a:lnTo>
                    <a:pt x="4828190" y="1728379"/>
                  </a:lnTo>
                  <a:cubicBezTo>
                    <a:pt x="4840266" y="1749930"/>
                    <a:pt x="4853470" y="1770740"/>
                    <a:pt x="4864832" y="1792796"/>
                  </a:cubicBezTo>
                  <a:lnTo>
                    <a:pt x="4899201" y="1858342"/>
                  </a:lnTo>
                  <a:cubicBezTo>
                    <a:pt x="4910484" y="1880260"/>
                    <a:pt x="4922532" y="1901920"/>
                    <a:pt x="4933266" y="1924155"/>
                  </a:cubicBezTo>
                  <a:lnTo>
                    <a:pt x="4964403" y="1991384"/>
                  </a:lnTo>
                  <a:cubicBezTo>
                    <a:pt x="4974618" y="2013829"/>
                    <a:pt x="4985323" y="2036171"/>
                    <a:pt x="4995019" y="2058823"/>
                  </a:cubicBezTo>
                  <a:lnTo>
                    <a:pt x="5021999" y="2127723"/>
                  </a:lnTo>
                  <a:lnTo>
                    <a:pt x="5048321" y="2196908"/>
                  </a:lnTo>
                  <a:lnTo>
                    <a:pt x="5070546" y="2267547"/>
                  </a:lnTo>
                  <a:cubicBezTo>
                    <a:pt x="5078054" y="2291004"/>
                    <a:pt x="5085044" y="2314670"/>
                    <a:pt x="5092171" y="2338256"/>
                  </a:cubicBezTo>
                  <a:cubicBezTo>
                    <a:pt x="5098670" y="2362023"/>
                    <a:pt x="5104296" y="2386019"/>
                    <a:pt x="5110305" y="2409886"/>
                  </a:cubicBezTo>
                  <a:cubicBezTo>
                    <a:pt x="5158097" y="2600976"/>
                    <a:pt x="5182068" y="2797044"/>
                    <a:pt x="5186393" y="2992022"/>
                  </a:cubicBezTo>
                  <a:cubicBezTo>
                    <a:pt x="5191013" y="3187195"/>
                    <a:pt x="5175397" y="3380886"/>
                    <a:pt x="5149045" y="3571816"/>
                  </a:cubicBezTo>
                  <a:cubicBezTo>
                    <a:pt x="5141154" y="3619431"/>
                    <a:pt x="5133539" y="3666889"/>
                    <a:pt x="5126572" y="3714520"/>
                  </a:cubicBezTo>
                  <a:cubicBezTo>
                    <a:pt x="5117276" y="3761759"/>
                    <a:pt x="5107793" y="3808831"/>
                    <a:pt x="5099067" y="3856108"/>
                  </a:cubicBezTo>
                  <a:lnTo>
                    <a:pt x="5095699" y="3873868"/>
                  </a:lnTo>
                  <a:lnTo>
                    <a:pt x="5091573" y="3891426"/>
                  </a:lnTo>
                  <a:lnTo>
                    <a:pt x="5083324" y="3926541"/>
                  </a:lnTo>
                  <a:lnTo>
                    <a:pt x="5067256" y="3996889"/>
                  </a:lnTo>
                  <a:cubicBezTo>
                    <a:pt x="5064451" y="4008657"/>
                    <a:pt x="5062244" y="4020353"/>
                    <a:pt x="5059194" y="4032171"/>
                  </a:cubicBezTo>
                  <a:lnTo>
                    <a:pt x="5049522" y="4067833"/>
                  </a:lnTo>
                  <a:lnTo>
                    <a:pt x="5040067" y="4103553"/>
                  </a:lnTo>
                  <a:cubicBezTo>
                    <a:pt x="5036554" y="4115363"/>
                    <a:pt x="5032689" y="4127194"/>
                    <a:pt x="5028960" y="4138946"/>
                  </a:cubicBezTo>
                  <a:cubicBezTo>
                    <a:pt x="4999693" y="4233462"/>
                    <a:pt x="4962869" y="4326764"/>
                    <a:pt x="4917351" y="4417041"/>
                  </a:cubicBezTo>
                  <a:cubicBezTo>
                    <a:pt x="4871860" y="4507209"/>
                    <a:pt x="4817597" y="4594215"/>
                    <a:pt x="4756163" y="4676402"/>
                  </a:cubicBezTo>
                  <a:cubicBezTo>
                    <a:pt x="4632803" y="4840875"/>
                    <a:pt x="4480597" y="4982783"/>
                    <a:pt x="4322493" y="5105604"/>
                  </a:cubicBezTo>
                  <a:cubicBezTo>
                    <a:pt x="4163928" y="5228420"/>
                    <a:pt x="3999564" y="5332640"/>
                    <a:pt x="3840510" y="5429590"/>
                  </a:cubicBezTo>
                  <a:cubicBezTo>
                    <a:pt x="3760954" y="5478172"/>
                    <a:pt x="3682353" y="5524924"/>
                    <a:pt x="3606447" y="5572862"/>
                  </a:cubicBezTo>
                  <a:lnTo>
                    <a:pt x="3488814" y="5647178"/>
                  </a:lnTo>
                  <a:cubicBezTo>
                    <a:pt x="3448270" y="5672597"/>
                    <a:pt x="3407323" y="5697792"/>
                    <a:pt x="3365864" y="5722735"/>
                  </a:cubicBezTo>
                  <a:cubicBezTo>
                    <a:pt x="3200163" y="5822424"/>
                    <a:pt x="3026125" y="5917328"/>
                    <a:pt x="2839486" y="5999120"/>
                  </a:cubicBezTo>
                  <a:cubicBezTo>
                    <a:pt x="2653201" y="6080891"/>
                    <a:pt x="2453560" y="6149344"/>
                    <a:pt x="2242423" y="6192346"/>
                  </a:cubicBezTo>
                  <a:cubicBezTo>
                    <a:pt x="2031719" y="6235463"/>
                    <a:pt x="1808952" y="6251353"/>
                    <a:pt x="1589380" y="6230657"/>
                  </a:cubicBezTo>
                  <a:lnTo>
                    <a:pt x="1548244" y="6226706"/>
                  </a:lnTo>
                  <a:cubicBezTo>
                    <a:pt x="1534528" y="6225117"/>
                    <a:pt x="1520898" y="6223203"/>
                    <a:pt x="1507348" y="6221428"/>
                  </a:cubicBezTo>
                  <a:lnTo>
                    <a:pt x="1466401" y="6215904"/>
                  </a:lnTo>
                  <a:cubicBezTo>
                    <a:pt x="1452772" y="6213991"/>
                    <a:pt x="1439316" y="6211428"/>
                    <a:pt x="1425773" y="6209191"/>
                  </a:cubicBezTo>
                  <a:cubicBezTo>
                    <a:pt x="1398775" y="6204391"/>
                    <a:pt x="1371610" y="6199779"/>
                    <a:pt x="1344960" y="6193681"/>
                  </a:cubicBezTo>
                  <a:cubicBezTo>
                    <a:pt x="1318251" y="6187799"/>
                    <a:pt x="1291260" y="6182538"/>
                    <a:pt x="1265007" y="6175388"/>
                  </a:cubicBezTo>
                  <a:lnTo>
                    <a:pt x="1225415" y="6165243"/>
                  </a:lnTo>
                  <a:cubicBezTo>
                    <a:pt x="1212163" y="6161924"/>
                    <a:pt x="1198939" y="6158496"/>
                    <a:pt x="1186567" y="6154486"/>
                  </a:cubicBezTo>
                  <a:lnTo>
                    <a:pt x="1111158" y="6130918"/>
                  </a:lnTo>
                  <a:lnTo>
                    <a:pt x="1035915" y="6107163"/>
                  </a:lnTo>
                  <a:cubicBezTo>
                    <a:pt x="1010846" y="6099055"/>
                    <a:pt x="986357" y="6088784"/>
                    <a:pt x="961579" y="6079594"/>
                  </a:cubicBezTo>
                  <a:cubicBezTo>
                    <a:pt x="763709" y="6005594"/>
                    <a:pt x="572401" y="5909703"/>
                    <a:pt x="395297" y="5792812"/>
                  </a:cubicBezTo>
                  <a:lnTo>
                    <a:pt x="265239" y="5701511"/>
                  </a:lnTo>
                  <a:cubicBezTo>
                    <a:pt x="254227" y="5694155"/>
                    <a:pt x="244103" y="5685646"/>
                    <a:pt x="233756" y="5677542"/>
                  </a:cubicBezTo>
                  <a:lnTo>
                    <a:pt x="202800" y="5652902"/>
                  </a:lnTo>
                  <a:lnTo>
                    <a:pt x="140918" y="5603515"/>
                  </a:lnTo>
                  <a:cubicBezTo>
                    <a:pt x="130598" y="5595302"/>
                    <a:pt x="120280" y="5587089"/>
                    <a:pt x="110625" y="5578127"/>
                  </a:cubicBezTo>
                  <a:cubicBezTo>
                    <a:pt x="105647" y="5573779"/>
                    <a:pt x="100444" y="5569834"/>
                    <a:pt x="95631" y="5565299"/>
                  </a:cubicBezTo>
                  <a:cubicBezTo>
                    <a:pt x="90955" y="5560684"/>
                    <a:pt x="86505" y="5555666"/>
                    <a:pt x="81966" y="5550973"/>
                  </a:cubicBezTo>
                  <a:lnTo>
                    <a:pt x="27991" y="5493272"/>
                  </a:lnTo>
                  <a:cubicBezTo>
                    <a:pt x="19109" y="5483589"/>
                    <a:pt x="9758" y="5474359"/>
                    <a:pt x="1454" y="5464252"/>
                  </a:cubicBezTo>
                  <a:lnTo>
                    <a:pt x="0" y="5462518"/>
                  </a:lnTo>
                  <a:lnTo>
                    <a:pt x="0" y="4720187"/>
                  </a:lnTo>
                  <a:lnTo>
                    <a:pt x="109684" y="4836724"/>
                  </a:lnTo>
                  <a:cubicBezTo>
                    <a:pt x="173316" y="4897375"/>
                    <a:pt x="239447" y="4954160"/>
                    <a:pt x="306959" y="5007200"/>
                  </a:cubicBezTo>
                  <a:lnTo>
                    <a:pt x="358101" y="5046057"/>
                  </a:lnTo>
                  <a:lnTo>
                    <a:pt x="383328" y="5065684"/>
                  </a:lnTo>
                  <a:cubicBezTo>
                    <a:pt x="391637" y="5072316"/>
                    <a:pt x="400805" y="5077902"/>
                    <a:pt x="409503" y="5083942"/>
                  </a:cubicBezTo>
                  <a:lnTo>
                    <a:pt x="461889" y="5119888"/>
                  </a:lnTo>
                  <a:cubicBezTo>
                    <a:pt x="466184" y="5122893"/>
                    <a:pt x="470616" y="5125820"/>
                    <a:pt x="474883" y="5128933"/>
                  </a:cubicBezTo>
                  <a:cubicBezTo>
                    <a:pt x="478982" y="5132235"/>
                    <a:pt x="482476" y="5136069"/>
                    <a:pt x="486410" y="5139557"/>
                  </a:cubicBezTo>
                  <a:cubicBezTo>
                    <a:pt x="494140" y="5146613"/>
                    <a:pt x="502565" y="5152812"/>
                    <a:pt x="510852" y="5159089"/>
                  </a:cubicBezTo>
                  <a:lnTo>
                    <a:pt x="560653" y="5196893"/>
                  </a:lnTo>
                  <a:lnTo>
                    <a:pt x="585485" y="5215834"/>
                  </a:lnTo>
                  <a:cubicBezTo>
                    <a:pt x="593773" y="5222111"/>
                    <a:pt x="601864" y="5228685"/>
                    <a:pt x="610707" y="5234185"/>
                  </a:cubicBezTo>
                  <a:lnTo>
                    <a:pt x="714768" y="5303103"/>
                  </a:lnTo>
                  <a:cubicBezTo>
                    <a:pt x="856162" y="5390603"/>
                    <a:pt x="1008099" y="5459947"/>
                    <a:pt x="1166634" y="5513322"/>
                  </a:cubicBezTo>
                  <a:cubicBezTo>
                    <a:pt x="1186540" y="5519932"/>
                    <a:pt x="1205774" y="5527751"/>
                    <a:pt x="1225991" y="5533632"/>
                  </a:cubicBezTo>
                  <a:lnTo>
                    <a:pt x="1286680" y="5550705"/>
                  </a:lnTo>
                  <a:lnTo>
                    <a:pt x="1347310" y="5567995"/>
                  </a:lnTo>
                  <a:cubicBezTo>
                    <a:pt x="1357469" y="5571180"/>
                    <a:pt x="1367261" y="5573572"/>
                    <a:pt x="1377002" y="5575719"/>
                  </a:cubicBezTo>
                  <a:lnTo>
                    <a:pt x="1406328" y="5582649"/>
                  </a:lnTo>
                  <a:cubicBezTo>
                    <a:pt x="1425825" y="5587757"/>
                    <a:pt x="1445490" y="5590939"/>
                    <a:pt x="1465060" y="5594909"/>
                  </a:cubicBezTo>
                  <a:cubicBezTo>
                    <a:pt x="1484652" y="5599231"/>
                    <a:pt x="1504324" y="5601952"/>
                    <a:pt x="1523881" y="5605105"/>
                  </a:cubicBezTo>
                  <a:cubicBezTo>
                    <a:pt x="1533660" y="5606682"/>
                    <a:pt x="1543460" y="5608613"/>
                    <a:pt x="1553325" y="5609865"/>
                  </a:cubicBezTo>
                  <a:lnTo>
                    <a:pt x="1582813" y="5613593"/>
                  </a:lnTo>
                  <a:lnTo>
                    <a:pt x="1612301" y="5617321"/>
                  </a:lnTo>
                  <a:lnTo>
                    <a:pt x="1641863" y="5619910"/>
                  </a:lnTo>
                  <a:cubicBezTo>
                    <a:pt x="1799348" y="5633940"/>
                    <a:pt x="1957913" y="5625770"/>
                    <a:pt x="2117508" y="5595156"/>
                  </a:cubicBezTo>
                  <a:cubicBezTo>
                    <a:pt x="2277124" y="5564895"/>
                    <a:pt x="2437004" y="5512449"/>
                    <a:pt x="2597368" y="5447381"/>
                  </a:cubicBezTo>
                  <a:cubicBezTo>
                    <a:pt x="2757791" y="5382096"/>
                    <a:pt x="2918855" y="5304464"/>
                    <a:pt x="3082968" y="5223245"/>
                  </a:cubicBezTo>
                  <a:lnTo>
                    <a:pt x="3334855" y="5097383"/>
                  </a:lnTo>
                  <a:cubicBezTo>
                    <a:pt x="3423528" y="5054142"/>
                    <a:pt x="3511773" y="5013798"/>
                    <a:pt x="3599509" y="4976217"/>
                  </a:cubicBezTo>
                  <a:cubicBezTo>
                    <a:pt x="3774960" y="4900701"/>
                    <a:pt x="3948276" y="4837481"/>
                    <a:pt x="4112002" y="4766359"/>
                  </a:cubicBezTo>
                  <a:cubicBezTo>
                    <a:pt x="4193972" y="4730827"/>
                    <a:pt x="4273429" y="4692997"/>
                    <a:pt x="4348983" y="4649833"/>
                  </a:cubicBezTo>
                  <a:cubicBezTo>
                    <a:pt x="4424508" y="4606778"/>
                    <a:pt x="4496050" y="4558250"/>
                    <a:pt x="4560505" y="4501564"/>
                  </a:cubicBezTo>
                  <a:cubicBezTo>
                    <a:pt x="4625198" y="4445289"/>
                    <a:pt x="4682991" y="4381021"/>
                    <a:pt x="4731963" y="4309870"/>
                  </a:cubicBezTo>
                  <a:cubicBezTo>
                    <a:pt x="4781043" y="4238747"/>
                    <a:pt x="4821275" y="4160848"/>
                    <a:pt x="4852344" y="4078640"/>
                  </a:cubicBezTo>
                  <a:lnTo>
                    <a:pt x="4863972" y="4047790"/>
                  </a:lnTo>
                  <a:lnTo>
                    <a:pt x="4874144" y="4016320"/>
                  </a:lnTo>
                  <a:lnTo>
                    <a:pt x="4884127" y="3984682"/>
                  </a:lnTo>
                  <a:cubicBezTo>
                    <a:pt x="4887242" y="3973925"/>
                    <a:pt x="4889981" y="3962835"/>
                    <a:pt x="4892800" y="3951883"/>
                  </a:cubicBezTo>
                  <a:lnTo>
                    <a:pt x="4909526" y="3886001"/>
                  </a:lnTo>
                  <a:lnTo>
                    <a:pt x="4917687" y="3852948"/>
                  </a:lnTo>
                  <a:lnTo>
                    <a:pt x="4921768" y="3836422"/>
                  </a:lnTo>
                  <a:lnTo>
                    <a:pt x="4924845" y="3819742"/>
                  </a:lnTo>
                  <a:cubicBezTo>
                    <a:pt x="4933092" y="3775120"/>
                    <a:pt x="4941231" y="3730469"/>
                    <a:pt x="4948230" y="3685744"/>
                  </a:cubicBezTo>
                  <a:cubicBezTo>
                    <a:pt x="4953579" y="3640694"/>
                    <a:pt x="4958249" y="3595577"/>
                    <a:pt x="4962782" y="3550540"/>
                  </a:cubicBezTo>
                  <a:cubicBezTo>
                    <a:pt x="4976580" y="3369692"/>
                    <a:pt x="4965812" y="3187942"/>
                    <a:pt x="4939468" y="3010249"/>
                  </a:cubicBezTo>
                  <a:cubicBezTo>
                    <a:pt x="4912965" y="2832281"/>
                    <a:pt x="4870237" y="2658196"/>
                    <a:pt x="4816901" y="2488224"/>
                  </a:cubicBezTo>
                  <a:cubicBezTo>
                    <a:pt x="4810197" y="2466954"/>
                    <a:pt x="4803984" y="2445582"/>
                    <a:pt x="4797005" y="2424470"/>
                  </a:cubicBezTo>
                  <a:cubicBezTo>
                    <a:pt x="4789399" y="2403537"/>
                    <a:pt x="4781686" y="2382574"/>
                    <a:pt x="4774433" y="2361620"/>
                  </a:cubicBezTo>
                  <a:lnTo>
                    <a:pt x="4752459" y="2298700"/>
                  </a:lnTo>
                  <a:lnTo>
                    <a:pt x="4728083" y="2236526"/>
                  </a:lnTo>
                  <a:cubicBezTo>
                    <a:pt x="4719957" y="2215802"/>
                    <a:pt x="4712352" y="2194869"/>
                    <a:pt x="4704471" y="2174095"/>
                  </a:cubicBezTo>
                  <a:lnTo>
                    <a:pt x="4678399" y="2112626"/>
                  </a:lnTo>
                  <a:lnTo>
                    <a:pt x="4652601" y="2050999"/>
                  </a:lnTo>
                  <a:cubicBezTo>
                    <a:pt x="4643711" y="2030533"/>
                    <a:pt x="4633616" y="2010672"/>
                    <a:pt x="4624205" y="1990415"/>
                  </a:cubicBezTo>
                  <a:lnTo>
                    <a:pt x="4595398" y="1930069"/>
                  </a:lnTo>
                  <a:cubicBezTo>
                    <a:pt x="4585714" y="1909969"/>
                    <a:pt x="4574413" y="1890713"/>
                    <a:pt x="4563827" y="1870952"/>
                  </a:cubicBezTo>
                  <a:lnTo>
                    <a:pt x="4531433" y="1812311"/>
                  </a:lnTo>
                  <a:lnTo>
                    <a:pt x="4523315" y="1797616"/>
                  </a:lnTo>
                  <a:lnTo>
                    <a:pt x="4514482" y="1783425"/>
                  </a:lnTo>
                  <a:lnTo>
                    <a:pt x="4496845" y="1754936"/>
                  </a:lnTo>
                  <a:lnTo>
                    <a:pt x="4461463" y="1697929"/>
                  </a:lnTo>
                  <a:lnTo>
                    <a:pt x="4452660" y="1683629"/>
                  </a:lnTo>
                  <a:lnTo>
                    <a:pt x="4443141" y="1669834"/>
                  </a:lnTo>
                  <a:lnTo>
                    <a:pt x="4424241" y="1642166"/>
                  </a:lnTo>
                  <a:cubicBezTo>
                    <a:pt x="4399005" y="1605265"/>
                    <a:pt x="4374512" y="1567751"/>
                    <a:pt x="4346886" y="1532412"/>
                  </a:cubicBezTo>
                  <a:cubicBezTo>
                    <a:pt x="4240477" y="1388328"/>
                    <a:pt x="4120362" y="1253437"/>
                    <a:pt x="3985497" y="1134649"/>
                  </a:cubicBezTo>
                  <a:cubicBezTo>
                    <a:pt x="3850799" y="1015675"/>
                    <a:pt x="3702920" y="911715"/>
                    <a:pt x="3545665" y="825877"/>
                  </a:cubicBezTo>
                  <a:lnTo>
                    <a:pt x="3486190" y="794756"/>
                  </a:lnTo>
                  <a:cubicBezTo>
                    <a:pt x="3466181" y="784640"/>
                    <a:pt x="3446893" y="773560"/>
                    <a:pt x="3426182" y="764765"/>
                  </a:cubicBezTo>
                  <a:lnTo>
                    <a:pt x="3365044" y="737255"/>
                  </a:lnTo>
                  <a:lnTo>
                    <a:pt x="3334529" y="723514"/>
                  </a:lnTo>
                  <a:cubicBezTo>
                    <a:pt x="3324394" y="718943"/>
                    <a:pt x="3314287" y="714265"/>
                    <a:pt x="3303733" y="710395"/>
                  </a:cubicBezTo>
                  <a:cubicBezTo>
                    <a:pt x="3262013" y="694346"/>
                    <a:pt x="3220711" y="677599"/>
                    <a:pt x="3179033" y="662259"/>
                  </a:cubicBezTo>
                  <a:lnTo>
                    <a:pt x="3052408" y="620447"/>
                  </a:lnTo>
                  <a:lnTo>
                    <a:pt x="2924325" y="584505"/>
                  </a:lnTo>
                  <a:cubicBezTo>
                    <a:pt x="2903106" y="578471"/>
                    <a:pt x="2881119" y="574434"/>
                    <a:pt x="2859667" y="569266"/>
                  </a:cubicBezTo>
                  <a:lnTo>
                    <a:pt x="2795226" y="554085"/>
                  </a:lnTo>
                  <a:cubicBezTo>
                    <a:pt x="2774078" y="548652"/>
                    <a:pt x="2751709" y="544744"/>
                    <a:pt x="2729702" y="540354"/>
                  </a:cubicBezTo>
                  <a:lnTo>
                    <a:pt x="2663758" y="527322"/>
                  </a:lnTo>
                  <a:lnTo>
                    <a:pt x="2630927" y="520495"/>
                  </a:lnTo>
                  <a:lnTo>
                    <a:pt x="2597965" y="515024"/>
                  </a:lnTo>
                  <a:cubicBezTo>
                    <a:pt x="2575970" y="511449"/>
                    <a:pt x="2554112" y="507795"/>
                    <a:pt x="2532205" y="503895"/>
                  </a:cubicBezTo>
                  <a:cubicBezTo>
                    <a:pt x="2357016" y="475037"/>
                    <a:pt x="2182954" y="456682"/>
                    <a:pt x="2010064" y="452552"/>
                  </a:cubicBezTo>
                  <a:cubicBezTo>
                    <a:pt x="1837255" y="448558"/>
                    <a:pt x="1665388" y="457916"/>
                    <a:pt x="1494552" y="485055"/>
                  </a:cubicBezTo>
                  <a:cubicBezTo>
                    <a:pt x="1452133" y="492816"/>
                    <a:pt x="1409569" y="501117"/>
                    <a:pt x="1366896" y="509389"/>
                  </a:cubicBezTo>
                  <a:cubicBezTo>
                    <a:pt x="1324862" y="520035"/>
                    <a:pt x="1282333" y="529505"/>
                    <a:pt x="1240175" y="541045"/>
                  </a:cubicBezTo>
                  <a:lnTo>
                    <a:pt x="1177438" y="560170"/>
                  </a:lnTo>
                  <a:lnTo>
                    <a:pt x="1145987" y="569826"/>
                  </a:lnTo>
                  <a:lnTo>
                    <a:pt x="1130315" y="574669"/>
                  </a:lnTo>
                  <a:lnTo>
                    <a:pt x="1114873" y="580384"/>
                  </a:lnTo>
                  <a:lnTo>
                    <a:pt x="1052839" y="602943"/>
                  </a:lnTo>
                  <a:cubicBezTo>
                    <a:pt x="1032151" y="610499"/>
                    <a:pt x="1011255" y="617535"/>
                    <a:pt x="991135" y="626866"/>
                  </a:cubicBezTo>
                  <a:lnTo>
                    <a:pt x="930179" y="653191"/>
                  </a:lnTo>
                  <a:cubicBezTo>
                    <a:pt x="909850" y="662002"/>
                    <a:pt x="889443" y="670676"/>
                    <a:pt x="869768" y="680937"/>
                  </a:cubicBezTo>
                  <a:lnTo>
                    <a:pt x="810085" y="710734"/>
                  </a:lnTo>
                  <a:cubicBezTo>
                    <a:pt x="790331" y="720859"/>
                    <a:pt x="770124" y="730514"/>
                    <a:pt x="751220" y="741794"/>
                  </a:cubicBezTo>
                  <a:cubicBezTo>
                    <a:pt x="673929" y="784955"/>
                    <a:pt x="598827" y="830326"/>
                    <a:pt x="532669" y="881688"/>
                  </a:cubicBezTo>
                  <a:cubicBezTo>
                    <a:pt x="464226" y="931625"/>
                    <a:pt x="406969" y="988270"/>
                    <a:pt x="354185" y="1050286"/>
                  </a:cubicBezTo>
                  <a:lnTo>
                    <a:pt x="315980" y="1098125"/>
                  </a:lnTo>
                  <a:lnTo>
                    <a:pt x="280345" y="1149782"/>
                  </a:lnTo>
                  <a:cubicBezTo>
                    <a:pt x="268144" y="1166335"/>
                    <a:pt x="257438" y="1185955"/>
                    <a:pt x="245890" y="1203959"/>
                  </a:cubicBezTo>
                  <a:cubicBezTo>
                    <a:pt x="234552" y="1222481"/>
                    <a:pt x="223171" y="1240298"/>
                    <a:pt x="212162" y="1260184"/>
                  </a:cubicBezTo>
                  <a:cubicBezTo>
                    <a:pt x="168299" y="1337574"/>
                    <a:pt x="125055" y="1419360"/>
                    <a:pt x="80716" y="1502476"/>
                  </a:cubicBezTo>
                  <a:lnTo>
                    <a:pt x="0" y="1648841"/>
                  </a:lnTo>
                  <a:lnTo>
                    <a:pt x="0" y="954863"/>
                  </a:lnTo>
                  <a:lnTo>
                    <a:pt x="43491" y="895513"/>
                  </a:lnTo>
                  <a:cubicBezTo>
                    <a:pt x="59888" y="874984"/>
                    <a:pt x="77014" y="854766"/>
                    <a:pt x="93923" y="834489"/>
                  </a:cubicBezTo>
                  <a:cubicBezTo>
                    <a:pt x="163245" y="754880"/>
                    <a:pt x="240806" y="679565"/>
                    <a:pt x="323465" y="617671"/>
                  </a:cubicBezTo>
                  <a:cubicBezTo>
                    <a:pt x="405002" y="553042"/>
                    <a:pt x="490132" y="499230"/>
                    <a:pt x="574777" y="446794"/>
                  </a:cubicBezTo>
                  <a:cubicBezTo>
                    <a:pt x="595733" y="433050"/>
                    <a:pt x="617442" y="421248"/>
                    <a:pt x="638943" y="408925"/>
                  </a:cubicBezTo>
                  <a:lnTo>
                    <a:pt x="703505" y="371742"/>
                  </a:lnTo>
                  <a:cubicBezTo>
                    <a:pt x="724798" y="358900"/>
                    <a:pt x="747120" y="347842"/>
                    <a:pt x="769262" y="336154"/>
                  </a:cubicBezTo>
                  <a:lnTo>
                    <a:pt x="835552" y="301173"/>
                  </a:lnTo>
                  <a:cubicBezTo>
                    <a:pt x="857427" y="289183"/>
                    <a:pt x="880470" y="278896"/>
                    <a:pt x="902979" y="268004"/>
                  </a:cubicBezTo>
                  <a:lnTo>
                    <a:pt x="971127" y="235607"/>
                  </a:lnTo>
                  <a:lnTo>
                    <a:pt x="988238" y="227556"/>
                  </a:lnTo>
                  <a:lnTo>
                    <a:pt x="1005744" y="220191"/>
                  </a:lnTo>
                  <a:lnTo>
                    <a:pt x="1040729" y="205569"/>
                  </a:lnTo>
                  <a:lnTo>
                    <a:pt x="1110835" y="176248"/>
                  </a:lnTo>
                  <a:cubicBezTo>
                    <a:pt x="1157999" y="157703"/>
                    <a:pt x="1206322" y="141323"/>
                    <a:pt x="1254256" y="123796"/>
                  </a:cubicBezTo>
                  <a:cubicBezTo>
                    <a:pt x="1302938" y="108671"/>
                    <a:pt x="1352074" y="94017"/>
                    <a:pt x="1401310" y="79852"/>
                  </a:cubicBezTo>
                  <a:cubicBezTo>
                    <a:pt x="1599497" y="26774"/>
                    <a:pt x="1806373" y="-329"/>
                    <a:pt x="2011811" y="4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06AC5DCC-C3CC-4FD5-AD4E-13A1BE5F7F6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297400"/>
              <a:ext cx="5215811" cy="6107388"/>
            </a:xfrm>
            <a:custGeom>
              <a:avLst/>
              <a:gdLst>
                <a:gd name="connsiteX0" fmla="*/ 1869139 w 5215811"/>
                <a:gd name="connsiteY0" fmla="*/ 9 h 6107388"/>
                <a:gd name="connsiteX1" fmla="*/ 2791149 w 5215811"/>
                <a:gd name="connsiteY1" fmla="*/ 130229 h 6107388"/>
                <a:gd name="connsiteX2" fmla="*/ 4760307 w 5215811"/>
                <a:gd name="connsiteY2" fmla="*/ 1608408 h 6107388"/>
                <a:gd name="connsiteX3" fmla="*/ 5108574 w 5215811"/>
                <a:gd name="connsiteY3" fmla="*/ 4050383 h 6107388"/>
                <a:gd name="connsiteX4" fmla="*/ 3434916 w 5215811"/>
                <a:gd name="connsiteY4" fmla="*/ 5503134 h 6107388"/>
                <a:gd name="connsiteX5" fmla="*/ 1137841 w 5215811"/>
                <a:gd name="connsiteY5" fmla="*/ 6033968 h 6107388"/>
                <a:gd name="connsiteX6" fmla="*/ 217555 w 5215811"/>
                <a:gd name="connsiteY6" fmla="*/ 5598945 h 6107388"/>
                <a:gd name="connsiteX7" fmla="*/ 0 w 5215811"/>
                <a:gd name="connsiteY7" fmla="*/ 5419622 h 6107388"/>
                <a:gd name="connsiteX8" fmla="*/ 0 w 5215811"/>
                <a:gd name="connsiteY8" fmla="*/ 4571683 h 6107388"/>
                <a:gd name="connsiteX9" fmla="*/ 18056 w 5215811"/>
                <a:gd name="connsiteY9" fmla="*/ 4599282 h 6107388"/>
                <a:gd name="connsiteX10" fmla="*/ 358324 w 5215811"/>
                <a:gd name="connsiteY10" fmla="*/ 4988154 h 6107388"/>
                <a:gd name="connsiteX11" fmla="*/ 1282741 w 5215811"/>
                <a:gd name="connsiteY11" fmla="*/ 5493193 h 6107388"/>
                <a:gd name="connsiteX12" fmla="*/ 2172794 w 5215811"/>
                <a:gd name="connsiteY12" fmla="*/ 5470630 h 6107388"/>
                <a:gd name="connsiteX13" fmla="*/ 3146893 w 5215811"/>
                <a:gd name="connsiteY13" fmla="*/ 5016296 h 6107388"/>
                <a:gd name="connsiteX14" fmla="*/ 3574114 w 5215811"/>
                <a:gd name="connsiteY14" fmla="*/ 4791124 h 6107388"/>
                <a:gd name="connsiteX15" fmla="*/ 4244948 w 5215811"/>
                <a:gd name="connsiteY15" fmla="*/ 4392664 h 6107388"/>
                <a:gd name="connsiteX16" fmla="*/ 4556385 w 5215811"/>
                <a:gd name="connsiteY16" fmla="*/ 3902656 h 6107388"/>
                <a:gd name="connsiteX17" fmla="*/ 4616354 w 5215811"/>
                <a:gd name="connsiteY17" fmla="*/ 2851680 h 6107388"/>
                <a:gd name="connsiteX18" fmla="*/ 4269266 w 5215811"/>
                <a:gd name="connsiteY18" fmla="*/ 1889625 h 6107388"/>
                <a:gd name="connsiteX19" fmla="*/ 2645976 w 5215811"/>
                <a:gd name="connsiteY19" fmla="*/ 671162 h 6107388"/>
                <a:gd name="connsiteX20" fmla="*/ 1648930 w 5215811"/>
                <a:gd name="connsiteY20" fmla="*/ 573017 h 6107388"/>
                <a:gd name="connsiteX21" fmla="*/ 771768 w 5215811"/>
                <a:gd name="connsiteY21" fmla="*/ 865882 h 6107388"/>
                <a:gd name="connsiteX22" fmla="*/ 433617 w 5215811"/>
                <a:gd name="connsiteY22" fmla="*/ 1119441 h 6107388"/>
                <a:gd name="connsiteX23" fmla="*/ 200571 w 5215811"/>
                <a:gd name="connsiteY23" fmla="*/ 1486480 h 6107388"/>
                <a:gd name="connsiteX24" fmla="*/ 47077 w 5215811"/>
                <a:gd name="connsiteY24" fmla="*/ 1753604 h 6107388"/>
                <a:gd name="connsiteX25" fmla="*/ 0 w 5215811"/>
                <a:gd name="connsiteY25" fmla="*/ 1831655 h 6107388"/>
                <a:gd name="connsiteX26" fmla="*/ 0 w 5215811"/>
                <a:gd name="connsiteY26" fmla="*/ 751112 h 6107388"/>
                <a:gd name="connsiteX27" fmla="*/ 6994 w 5215811"/>
                <a:gd name="connsiteY27" fmla="*/ 742614 h 6107388"/>
                <a:gd name="connsiteX28" fmla="*/ 484047 w 5215811"/>
                <a:gd name="connsiteY28" fmla="*/ 378777 h 6107388"/>
                <a:gd name="connsiteX29" fmla="*/ 1869139 w 5215811"/>
                <a:gd name="connsiteY29" fmla="*/ 9 h 61073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5811" h="6107388">
                  <a:moveTo>
                    <a:pt x="1869139" y="9"/>
                  </a:moveTo>
                  <a:cubicBezTo>
                    <a:pt x="2160924" y="-706"/>
                    <a:pt x="2465752" y="43039"/>
                    <a:pt x="2791149" y="130229"/>
                  </a:cubicBezTo>
                  <a:cubicBezTo>
                    <a:pt x="3651198" y="360678"/>
                    <a:pt x="4339884" y="907924"/>
                    <a:pt x="4760307" y="1608408"/>
                  </a:cubicBezTo>
                  <a:cubicBezTo>
                    <a:pt x="5188180" y="2321320"/>
                    <a:pt x="5338357" y="3192822"/>
                    <a:pt x="5108574" y="4050383"/>
                  </a:cubicBezTo>
                  <a:cubicBezTo>
                    <a:pt x="4880820" y="4900373"/>
                    <a:pt x="4152841" y="5098512"/>
                    <a:pt x="3434916" y="5503134"/>
                  </a:cubicBezTo>
                  <a:cubicBezTo>
                    <a:pt x="2717099" y="5907783"/>
                    <a:pt x="2005568" y="6266474"/>
                    <a:pt x="1137841" y="6033968"/>
                  </a:cubicBezTo>
                  <a:cubicBezTo>
                    <a:pt x="783079" y="5938910"/>
                    <a:pt x="479573" y="5790114"/>
                    <a:pt x="217555" y="5598945"/>
                  </a:cubicBezTo>
                  <a:lnTo>
                    <a:pt x="0" y="5419622"/>
                  </a:lnTo>
                  <a:lnTo>
                    <a:pt x="0" y="4571683"/>
                  </a:lnTo>
                  <a:lnTo>
                    <a:pt x="18056" y="4599282"/>
                  </a:lnTo>
                  <a:cubicBezTo>
                    <a:pt x="124071" y="4746782"/>
                    <a:pt x="237002" y="4875718"/>
                    <a:pt x="358324" y="4988154"/>
                  </a:cubicBezTo>
                  <a:cubicBezTo>
                    <a:pt x="621323" y="5231809"/>
                    <a:pt x="923667" y="5396979"/>
                    <a:pt x="1282741" y="5493193"/>
                  </a:cubicBezTo>
                  <a:cubicBezTo>
                    <a:pt x="1573894" y="5571207"/>
                    <a:pt x="1856732" y="5563878"/>
                    <a:pt x="2172794" y="5470630"/>
                  </a:cubicBezTo>
                  <a:cubicBezTo>
                    <a:pt x="2498985" y="5374183"/>
                    <a:pt x="2832844" y="5193315"/>
                    <a:pt x="3146893" y="5016296"/>
                  </a:cubicBezTo>
                  <a:cubicBezTo>
                    <a:pt x="3293538" y="4933641"/>
                    <a:pt x="3436182" y="4861160"/>
                    <a:pt x="3574114" y="4791124"/>
                  </a:cubicBezTo>
                  <a:cubicBezTo>
                    <a:pt x="3841238" y="4655550"/>
                    <a:pt x="4071901" y="4538375"/>
                    <a:pt x="4244948" y="4392664"/>
                  </a:cubicBezTo>
                  <a:cubicBezTo>
                    <a:pt x="4405844" y="4257259"/>
                    <a:pt x="4501845" y="4106204"/>
                    <a:pt x="4556385" y="3902656"/>
                  </a:cubicBezTo>
                  <a:cubicBezTo>
                    <a:pt x="4649063" y="3556776"/>
                    <a:pt x="4669271" y="3203187"/>
                    <a:pt x="4616354" y="2851680"/>
                  </a:cubicBezTo>
                  <a:cubicBezTo>
                    <a:pt x="4565198" y="2511774"/>
                    <a:pt x="4448474" y="2188147"/>
                    <a:pt x="4269266" y="1889625"/>
                  </a:cubicBezTo>
                  <a:cubicBezTo>
                    <a:pt x="3907781" y="1287586"/>
                    <a:pt x="3331245" y="854780"/>
                    <a:pt x="2645976" y="671162"/>
                  </a:cubicBezTo>
                  <a:cubicBezTo>
                    <a:pt x="2278249" y="572630"/>
                    <a:pt x="1952074" y="540526"/>
                    <a:pt x="1648930" y="573017"/>
                  </a:cubicBezTo>
                  <a:cubicBezTo>
                    <a:pt x="1351746" y="604901"/>
                    <a:pt x="1064785" y="700731"/>
                    <a:pt x="771768" y="865882"/>
                  </a:cubicBezTo>
                  <a:cubicBezTo>
                    <a:pt x="568061" y="980657"/>
                    <a:pt x="486465" y="1058486"/>
                    <a:pt x="433617" y="1119441"/>
                  </a:cubicBezTo>
                  <a:cubicBezTo>
                    <a:pt x="358307" y="1206256"/>
                    <a:pt x="292149" y="1323808"/>
                    <a:pt x="200571" y="1486480"/>
                  </a:cubicBezTo>
                  <a:cubicBezTo>
                    <a:pt x="156644" y="1564432"/>
                    <a:pt x="106654" y="1653214"/>
                    <a:pt x="47077" y="1753604"/>
                  </a:cubicBezTo>
                  <a:lnTo>
                    <a:pt x="0" y="1831655"/>
                  </a:lnTo>
                  <a:lnTo>
                    <a:pt x="0" y="751112"/>
                  </a:lnTo>
                  <a:lnTo>
                    <a:pt x="6994" y="742614"/>
                  </a:lnTo>
                  <a:cubicBezTo>
                    <a:pt x="117721" y="617683"/>
                    <a:pt x="259696" y="505222"/>
                    <a:pt x="484047" y="378777"/>
                  </a:cubicBezTo>
                  <a:cubicBezTo>
                    <a:pt x="932751" y="125890"/>
                    <a:pt x="1382831" y="1200"/>
                    <a:pt x="1869139" y="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4BBCC2F4-EFA7-4AF4-B538-AC4022D90F4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319367"/>
              <a:ext cx="5217956" cy="6100079"/>
            </a:xfrm>
            <a:custGeom>
              <a:avLst/>
              <a:gdLst>
                <a:gd name="connsiteX0" fmla="*/ 1951393 w 5217956"/>
                <a:gd name="connsiteY0" fmla="*/ 82 h 6100079"/>
                <a:gd name="connsiteX1" fmla="*/ 2855177 w 5217956"/>
                <a:gd name="connsiteY1" fmla="*/ 125419 h 6100079"/>
                <a:gd name="connsiteX2" fmla="*/ 4779341 w 5217956"/>
                <a:gd name="connsiteY2" fmla="*/ 1591542 h 6100079"/>
                <a:gd name="connsiteX3" fmla="*/ 5108573 w 5217956"/>
                <a:gd name="connsiteY3" fmla="*/ 4028416 h 6100079"/>
                <a:gd name="connsiteX4" fmla="*/ 3459358 w 5217956"/>
                <a:gd name="connsiteY4" fmla="*/ 5487716 h 6100079"/>
                <a:gd name="connsiteX5" fmla="*/ 1203274 w 5217956"/>
                <a:gd name="connsiteY5" fmla="*/ 6029534 h 6100079"/>
                <a:gd name="connsiteX6" fmla="*/ 59920 w 5217956"/>
                <a:gd name="connsiteY6" fmla="*/ 5396467 h 6100079"/>
                <a:gd name="connsiteX7" fmla="*/ 0 w 5217956"/>
                <a:gd name="connsiteY7" fmla="*/ 5333382 h 6100079"/>
                <a:gd name="connsiteX8" fmla="*/ 0 w 5217956"/>
                <a:gd name="connsiteY8" fmla="*/ 4205833 h 6100079"/>
                <a:gd name="connsiteX9" fmla="*/ 58036 w 5217956"/>
                <a:gd name="connsiteY9" fmla="*/ 4310048 h 6100079"/>
                <a:gd name="connsiteX10" fmla="*/ 520779 w 5217956"/>
                <a:gd name="connsiteY10" fmla="*/ 4907591 h 6100079"/>
                <a:gd name="connsiteX11" fmla="*/ 1377154 w 5217956"/>
                <a:gd name="connsiteY11" fmla="*/ 5380604 h 6100079"/>
                <a:gd name="connsiteX12" fmla="*/ 3123340 w 5217956"/>
                <a:gd name="connsiteY12" fmla="*/ 4905715 h 6100079"/>
                <a:gd name="connsiteX13" fmla="*/ 3547863 w 5217956"/>
                <a:gd name="connsiteY13" fmla="*/ 4676342 h 6100079"/>
                <a:gd name="connsiteX14" fmla="*/ 4186753 w 5217956"/>
                <a:gd name="connsiteY14" fmla="*/ 4289376 h 6100079"/>
                <a:gd name="connsiteX15" fmla="*/ 4459565 w 5217956"/>
                <a:gd name="connsiteY15" fmla="*/ 3854399 h 6100079"/>
                <a:gd name="connsiteX16" fmla="*/ 4521015 w 5217956"/>
                <a:gd name="connsiteY16" fmla="*/ 2849377 h 6100079"/>
                <a:gd name="connsiteX17" fmla="*/ 4199723 w 5217956"/>
                <a:gd name="connsiteY17" fmla="*/ 1931213 h 6100079"/>
                <a:gd name="connsiteX18" fmla="*/ 2681217 w 5217956"/>
                <a:gd name="connsiteY18" fmla="*/ 774211 h 6100079"/>
                <a:gd name="connsiteX19" fmla="*/ 926547 w 5217956"/>
                <a:gd name="connsiteY19" fmla="*/ 967112 h 6100079"/>
                <a:gd name="connsiteX20" fmla="*/ 622677 w 5217956"/>
                <a:gd name="connsiteY20" fmla="*/ 1197863 h 6100079"/>
                <a:gd name="connsiteX21" fmla="*/ 404892 w 5217956"/>
                <a:gd name="connsiteY21" fmla="*/ 1547314 h 6100079"/>
                <a:gd name="connsiteX22" fmla="*/ 40135 w 5217956"/>
                <a:gd name="connsiteY22" fmla="*/ 2159090 h 6100079"/>
                <a:gd name="connsiteX23" fmla="*/ 0 w 5217956"/>
                <a:gd name="connsiteY23" fmla="*/ 2219367 h 6100079"/>
                <a:gd name="connsiteX24" fmla="*/ 0 w 5217956"/>
                <a:gd name="connsiteY24" fmla="*/ 915659 h 6100079"/>
                <a:gd name="connsiteX25" fmla="*/ 58609 w 5217956"/>
                <a:gd name="connsiteY25" fmla="*/ 828051 h 6100079"/>
                <a:gd name="connsiteX26" fmla="*/ 590688 w 5217956"/>
                <a:gd name="connsiteY26" fmla="*/ 385385 h 6100079"/>
                <a:gd name="connsiteX27" fmla="*/ 1951393 w 5217956"/>
                <a:gd name="connsiteY27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5217956" h="6100079">
                  <a:moveTo>
                    <a:pt x="1951393" y="82"/>
                  </a:moveTo>
                  <a:cubicBezTo>
                    <a:pt x="2237631" y="-2119"/>
                    <a:pt x="2536431" y="40011"/>
                    <a:pt x="2855177" y="125419"/>
                  </a:cubicBezTo>
                  <a:cubicBezTo>
                    <a:pt x="3697704" y="351173"/>
                    <a:pt x="4370490" y="894159"/>
                    <a:pt x="4779341" y="1591542"/>
                  </a:cubicBezTo>
                  <a:cubicBezTo>
                    <a:pt x="5195534" y="2301324"/>
                    <a:pt x="5338356" y="3170855"/>
                    <a:pt x="5108573" y="4028416"/>
                  </a:cubicBezTo>
                  <a:cubicBezTo>
                    <a:pt x="4880819" y="4878406"/>
                    <a:pt x="4165603" y="5079965"/>
                    <a:pt x="3459358" y="5487716"/>
                  </a:cubicBezTo>
                  <a:cubicBezTo>
                    <a:pt x="2753114" y="5895466"/>
                    <a:pt x="2053264" y="6257288"/>
                    <a:pt x="1203274" y="6029534"/>
                  </a:cubicBezTo>
                  <a:cubicBezTo>
                    <a:pt x="739884" y="5905369"/>
                    <a:pt x="366399" y="5685345"/>
                    <a:pt x="59920" y="5396467"/>
                  </a:cubicBezTo>
                  <a:lnTo>
                    <a:pt x="0" y="5333382"/>
                  </a:lnTo>
                  <a:lnTo>
                    <a:pt x="0" y="4205833"/>
                  </a:lnTo>
                  <a:lnTo>
                    <a:pt x="58036" y="4310048"/>
                  </a:lnTo>
                  <a:cubicBezTo>
                    <a:pt x="197935" y="4550245"/>
                    <a:pt x="350594" y="4747142"/>
                    <a:pt x="520779" y="4907591"/>
                  </a:cubicBezTo>
                  <a:cubicBezTo>
                    <a:pt x="763600" y="5136565"/>
                    <a:pt x="1043821" y="5291288"/>
                    <a:pt x="1377154" y="5380604"/>
                  </a:cubicBezTo>
                  <a:cubicBezTo>
                    <a:pt x="1963029" y="5537589"/>
                    <a:pt x="2470519" y="5282804"/>
                    <a:pt x="3123340" y="4905715"/>
                  </a:cubicBezTo>
                  <a:cubicBezTo>
                    <a:pt x="3269800" y="4821157"/>
                    <a:pt x="3411134" y="4747512"/>
                    <a:pt x="3547863" y="4676342"/>
                  </a:cubicBezTo>
                  <a:cubicBezTo>
                    <a:pt x="3804497" y="4542710"/>
                    <a:pt x="4026085" y="4427393"/>
                    <a:pt x="4186753" y="4289376"/>
                  </a:cubicBezTo>
                  <a:cubicBezTo>
                    <a:pt x="4329009" y="4167293"/>
                    <a:pt x="4410589" y="4037181"/>
                    <a:pt x="4459565" y="3854399"/>
                  </a:cubicBezTo>
                  <a:cubicBezTo>
                    <a:pt x="4548302" y="3523229"/>
                    <a:pt x="4568981" y="3185183"/>
                    <a:pt x="4521015" y="2849377"/>
                  </a:cubicBezTo>
                  <a:cubicBezTo>
                    <a:pt x="4474709" y="2524680"/>
                    <a:pt x="4366564" y="2215756"/>
                    <a:pt x="4199723" y="1931213"/>
                  </a:cubicBezTo>
                  <a:cubicBezTo>
                    <a:pt x="3863270" y="1357325"/>
                    <a:pt x="3323982" y="946439"/>
                    <a:pt x="2681217" y="774211"/>
                  </a:cubicBezTo>
                  <a:cubicBezTo>
                    <a:pt x="2001139" y="591984"/>
                    <a:pt x="1476322" y="649699"/>
                    <a:pt x="926547" y="967112"/>
                  </a:cubicBezTo>
                  <a:cubicBezTo>
                    <a:pt x="740730" y="1074393"/>
                    <a:pt x="668642" y="1143989"/>
                    <a:pt x="622677" y="1197863"/>
                  </a:cubicBezTo>
                  <a:cubicBezTo>
                    <a:pt x="555599" y="1276450"/>
                    <a:pt x="492360" y="1390031"/>
                    <a:pt x="404892" y="1547314"/>
                  </a:cubicBezTo>
                  <a:cubicBezTo>
                    <a:pt x="317047" y="1705133"/>
                    <a:pt x="204816" y="1906756"/>
                    <a:pt x="40135" y="2159090"/>
                  </a:cubicBezTo>
                  <a:lnTo>
                    <a:pt x="0" y="2219367"/>
                  </a:lnTo>
                  <a:lnTo>
                    <a:pt x="0" y="915659"/>
                  </a:lnTo>
                  <a:lnTo>
                    <a:pt x="58609" y="828051"/>
                  </a:lnTo>
                  <a:cubicBezTo>
                    <a:pt x="177453" y="670481"/>
                    <a:pt x="325846" y="538291"/>
                    <a:pt x="590688" y="385385"/>
                  </a:cubicBezTo>
                  <a:cubicBezTo>
                    <a:pt x="1032158" y="130559"/>
                    <a:pt x="1474329" y="3750"/>
                    <a:pt x="1951393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2A9D1364-B6A3-44CB-9FBA-C528F0CE909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319367"/>
              <a:ext cx="5217957" cy="6100079"/>
            </a:xfrm>
            <a:custGeom>
              <a:avLst/>
              <a:gdLst>
                <a:gd name="connsiteX0" fmla="*/ 1951394 w 5217957"/>
                <a:gd name="connsiteY0" fmla="*/ 82 h 6100079"/>
                <a:gd name="connsiteX1" fmla="*/ 2855178 w 5217957"/>
                <a:gd name="connsiteY1" fmla="*/ 125419 h 6100079"/>
                <a:gd name="connsiteX2" fmla="*/ 4779341 w 5217957"/>
                <a:gd name="connsiteY2" fmla="*/ 1591542 h 6100079"/>
                <a:gd name="connsiteX3" fmla="*/ 5108574 w 5217957"/>
                <a:gd name="connsiteY3" fmla="*/ 4028416 h 6100079"/>
                <a:gd name="connsiteX4" fmla="*/ 3459359 w 5217957"/>
                <a:gd name="connsiteY4" fmla="*/ 5487716 h 6100079"/>
                <a:gd name="connsiteX5" fmla="*/ 1203275 w 5217957"/>
                <a:gd name="connsiteY5" fmla="*/ 6029534 h 6100079"/>
                <a:gd name="connsiteX6" fmla="*/ 59921 w 5217957"/>
                <a:gd name="connsiteY6" fmla="*/ 5396467 h 6100079"/>
                <a:gd name="connsiteX7" fmla="*/ 0 w 5217957"/>
                <a:gd name="connsiteY7" fmla="*/ 5333381 h 6100079"/>
                <a:gd name="connsiteX8" fmla="*/ 0 w 5217957"/>
                <a:gd name="connsiteY8" fmla="*/ 4427327 h 6100079"/>
                <a:gd name="connsiteX9" fmla="*/ 112056 w 5217957"/>
                <a:gd name="connsiteY9" fmla="*/ 4602502 h 6100079"/>
                <a:gd name="connsiteX10" fmla="*/ 443875 w 5217957"/>
                <a:gd name="connsiteY10" fmla="*/ 4989110 h 6100079"/>
                <a:gd name="connsiteX11" fmla="*/ 1348175 w 5217957"/>
                <a:gd name="connsiteY11" fmla="*/ 5488759 h 6100079"/>
                <a:gd name="connsiteX12" fmla="*/ 2221463 w 5217957"/>
                <a:gd name="connsiteY12" fmla="*/ 5461704 h 6100079"/>
                <a:gd name="connsiteX13" fmla="*/ 3179339 w 5217957"/>
                <a:gd name="connsiteY13" fmla="*/ 5003023 h 6100079"/>
                <a:gd name="connsiteX14" fmla="*/ 3599638 w 5217957"/>
                <a:gd name="connsiteY14" fmla="*/ 4775996 h 6100079"/>
                <a:gd name="connsiteX15" fmla="*/ 4259765 w 5217957"/>
                <a:gd name="connsiteY15" fmla="*/ 4374667 h 6100079"/>
                <a:gd name="connsiteX16" fmla="*/ 4567742 w 5217957"/>
                <a:gd name="connsiteY16" fmla="*/ 3883732 h 6100079"/>
                <a:gd name="connsiteX17" fmla="*/ 4631929 w 5217957"/>
                <a:gd name="connsiteY17" fmla="*/ 2833886 h 6100079"/>
                <a:gd name="connsiteX18" fmla="*/ 4296412 w 5217957"/>
                <a:gd name="connsiteY18" fmla="*/ 1874932 h 6100079"/>
                <a:gd name="connsiteX19" fmla="*/ 2710219 w 5217957"/>
                <a:gd name="connsiteY19" fmla="*/ 666410 h 6100079"/>
                <a:gd name="connsiteX20" fmla="*/ 1732642 w 5217957"/>
                <a:gd name="connsiteY20" fmla="*/ 573480 h 6100079"/>
                <a:gd name="connsiteX21" fmla="*/ 870621 w 5217957"/>
                <a:gd name="connsiteY21" fmla="*/ 870402 h 6100079"/>
                <a:gd name="connsiteX22" fmla="*/ 537555 w 5217957"/>
                <a:gd name="connsiteY22" fmla="*/ 1125324 h 6100079"/>
                <a:gd name="connsiteX23" fmla="*/ 306995 w 5217957"/>
                <a:gd name="connsiteY23" fmla="*/ 1493030 h 6100079"/>
                <a:gd name="connsiteX24" fmla="*/ 23579 w 5217957"/>
                <a:gd name="connsiteY24" fmla="*/ 1977465 h 6100079"/>
                <a:gd name="connsiteX25" fmla="*/ 0 w 5217957"/>
                <a:gd name="connsiteY25" fmla="*/ 2014291 h 6100079"/>
                <a:gd name="connsiteX26" fmla="*/ 0 w 5217957"/>
                <a:gd name="connsiteY26" fmla="*/ 915660 h 6100079"/>
                <a:gd name="connsiteX27" fmla="*/ 58609 w 5217957"/>
                <a:gd name="connsiteY27" fmla="*/ 828051 h 6100079"/>
                <a:gd name="connsiteX28" fmla="*/ 590689 w 5217957"/>
                <a:gd name="connsiteY28" fmla="*/ 385385 h 6100079"/>
                <a:gd name="connsiteX29" fmla="*/ 1951394 w 5217957"/>
                <a:gd name="connsiteY29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7957" h="6100079">
                  <a:moveTo>
                    <a:pt x="1951394" y="82"/>
                  </a:moveTo>
                  <a:cubicBezTo>
                    <a:pt x="2237632" y="-2119"/>
                    <a:pt x="2536431" y="40011"/>
                    <a:pt x="2855178" y="125419"/>
                  </a:cubicBezTo>
                  <a:cubicBezTo>
                    <a:pt x="3697704" y="351173"/>
                    <a:pt x="4370491" y="894159"/>
                    <a:pt x="4779341" y="1591542"/>
                  </a:cubicBezTo>
                  <a:cubicBezTo>
                    <a:pt x="5195535" y="2301324"/>
                    <a:pt x="5338357" y="3170855"/>
                    <a:pt x="5108574" y="4028416"/>
                  </a:cubicBezTo>
                  <a:cubicBezTo>
                    <a:pt x="4880820" y="4878406"/>
                    <a:pt x="4165604" y="5079965"/>
                    <a:pt x="3459359" y="5487716"/>
                  </a:cubicBezTo>
                  <a:cubicBezTo>
                    <a:pt x="2753115" y="5895466"/>
                    <a:pt x="2053265" y="6257288"/>
                    <a:pt x="1203275" y="6029534"/>
                  </a:cubicBezTo>
                  <a:cubicBezTo>
                    <a:pt x="739885" y="5905369"/>
                    <a:pt x="366400" y="5685345"/>
                    <a:pt x="59921" y="5396467"/>
                  </a:cubicBezTo>
                  <a:lnTo>
                    <a:pt x="0" y="5333381"/>
                  </a:lnTo>
                  <a:lnTo>
                    <a:pt x="0" y="4427327"/>
                  </a:lnTo>
                  <a:lnTo>
                    <a:pt x="112056" y="4602502"/>
                  </a:lnTo>
                  <a:cubicBezTo>
                    <a:pt x="215300" y="4749260"/>
                    <a:pt x="325419" y="4877443"/>
                    <a:pt x="443875" y="4989110"/>
                  </a:cubicBezTo>
                  <a:cubicBezTo>
                    <a:pt x="700709" y="5231113"/>
                    <a:pt x="996455" y="5394516"/>
                    <a:pt x="1348175" y="5488759"/>
                  </a:cubicBezTo>
                  <a:cubicBezTo>
                    <a:pt x="1633379" y="5565179"/>
                    <a:pt x="1910917" y="5556430"/>
                    <a:pt x="2221463" y="5461704"/>
                  </a:cubicBezTo>
                  <a:cubicBezTo>
                    <a:pt x="2541923" y="5363721"/>
                    <a:pt x="2870374" y="5181404"/>
                    <a:pt x="3179339" y="5003023"/>
                  </a:cubicBezTo>
                  <a:cubicBezTo>
                    <a:pt x="3323713" y="4919760"/>
                    <a:pt x="3463978" y="4846641"/>
                    <a:pt x="3599638" y="4775996"/>
                  </a:cubicBezTo>
                  <a:cubicBezTo>
                    <a:pt x="3862436" y="4639263"/>
                    <a:pt x="4089314" y="4521074"/>
                    <a:pt x="4259765" y="4374667"/>
                  </a:cubicBezTo>
                  <a:cubicBezTo>
                    <a:pt x="4418282" y="4238625"/>
                    <a:pt x="4513201" y="4087280"/>
                    <a:pt x="4567742" y="3883732"/>
                  </a:cubicBezTo>
                  <a:cubicBezTo>
                    <a:pt x="4660420" y="3537853"/>
                    <a:pt x="4682033" y="3184640"/>
                    <a:pt x="4631929" y="2833886"/>
                  </a:cubicBezTo>
                  <a:cubicBezTo>
                    <a:pt x="4583584" y="2494734"/>
                    <a:pt x="4470646" y="2172121"/>
                    <a:pt x="4296412" y="1874932"/>
                  </a:cubicBezTo>
                  <a:cubicBezTo>
                    <a:pt x="3944879" y="1275559"/>
                    <a:pt x="3381537" y="846289"/>
                    <a:pt x="2710219" y="666410"/>
                  </a:cubicBezTo>
                  <a:cubicBezTo>
                    <a:pt x="2349955" y="569877"/>
                    <a:pt x="2030161" y="539483"/>
                    <a:pt x="1732642" y="573480"/>
                  </a:cubicBezTo>
                  <a:cubicBezTo>
                    <a:pt x="1440866" y="606814"/>
                    <a:pt x="1158880" y="703976"/>
                    <a:pt x="870621" y="870402"/>
                  </a:cubicBezTo>
                  <a:cubicBezTo>
                    <a:pt x="670160" y="986048"/>
                    <a:pt x="589753" y="1064195"/>
                    <a:pt x="537555" y="1125324"/>
                  </a:cubicBezTo>
                  <a:cubicBezTo>
                    <a:pt x="463218" y="1212400"/>
                    <a:pt x="397708" y="1330125"/>
                    <a:pt x="306995" y="1493030"/>
                  </a:cubicBezTo>
                  <a:cubicBezTo>
                    <a:pt x="234596" y="1623167"/>
                    <a:pt x="145436" y="1783409"/>
                    <a:pt x="23579" y="1977465"/>
                  </a:cubicBezTo>
                  <a:lnTo>
                    <a:pt x="0" y="2014291"/>
                  </a:lnTo>
                  <a:lnTo>
                    <a:pt x="0" y="915660"/>
                  </a:lnTo>
                  <a:lnTo>
                    <a:pt x="58609" y="828051"/>
                  </a:lnTo>
                  <a:cubicBezTo>
                    <a:pt x="177453" y="670481"/>
                    <a:pt x="325847" y="538291"/>
                    <a:pt x="590689" y="385385"/>
                  </a:cubicBezTo>
                  <a:cubicBezTo>
                    <a:pt x="1032159" y="130559"/>
                    <a:pt x="1474330" y="3750"/>
                    <a:pt x="1951394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2" name="Titel 1">
            <a:extLst>
              <a:ext uri="{FF2B5EF4-FFF2-40B4-BE49-F238E27FC236}">
                <a16:creationId xmlns:a16="http://schemas.microsoft.com/office/drawing/2014/main" id="{F1E5B537-D29A-BF94-198A-18F2F5D5A3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80" y="1243013"/>
            <a:ext cx="3855720" cy="4371974"/>
          </a:xfrm>
        </p:spPr>
        <p:txBody>
          <a:bodyPr>
            <a:normAutofit/>
          </a:bodyPr>
          <a:lstStyle/>
          <a:p>
            <a:r>
              <a:rPr lang="de-DE" sz="3600" b="1" dirty="0">
                <a:solidFill>
                  <a:srgbClr val="C00000"/>
                </a:solidFill>
                <a:latin typeface="Orbitron" pitchFamily="2" charset="0"/>
              </a:rPr>
              <a:t>Informieren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048BEA99-3A8E-E16B-E56D-42E81616763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629247" y="993604"/>
            <a:ext cx="5221224" cy="5230368"/>
          </a:xfrm>
        </p:spPr>
        <p:txBody>
          <a:bodyPr anchor="ctr">
            <a:normAutofit/>
          </a:bodyPr>
          <a:lstStyle/>
          <a:p>
            <a:pPr>
              <a:buFont typeface="Wingdings" panose="05000000000000000000" pitchFamily="2" charset="2"/>
              <a:buChar char="Ø"/>
            </a:pPr>
            <a:r>
              <a:rPr lang="de-DE" sz="2000" dirty="0">
                <a:solidFill>
                  <a:schemeClr val="tx2"/>
                </a:solidFill>
              </a:rPr>
              <a:t> Anforderungen gelesen</a:t>
            </a:r>
          </a:p>
          <a:p>
            <a:pPr>
              <a:buFont typeface="Wingdings" panose="05000000000000000000" pitchFamily="2" charset="2"/>
              <a:buChar char="Ø"/>
            </a:pPr>
            <a:endParaRPr lang="de-DE" sz="2000" dirty="0">
              <a:solidFill>
                <a:schemeClr val="tx2"/>
              </a:solidFill>
            </a:endParaRPr>
          </a:p>
          <a:p>
            <a:pPr>
              <a:buFont typeface="Wingdings" panose="05000000000000000000" pitchFamily="2" charset="2"/>
              <a:buChar char="Ø"/>
            </a:pPr>
            <a:r>
              <a:rPr lang="de-DE" sz="2000" dirty="0">
                <a:solidFill>
                  <a:schemeClr val="tx2"/>
                </a:solidFill>
              </a:rPr>
              <a:t> IPERKA aufgefrischt</a:t>
            </a:r>
          </a:p>
          <a:p>
            <a:pPr>
              <a:buFont typeface="Wingdings" panose="05000000000000000000" pitchFamily="2" charset="2"/>
              <a:buChar char="Ø"/>
            </a:pPr>
            <a:endParaRPr lang="de-DE" sz="2000" dirty="0">
              <a:solidFill>
                <a:schemeClr val="tx2"/>
              </a:solidFill>
            </a:endParaRPr>
          </a:p>
          <a:p>
            <a:pPr>
              <a:buFont typeface="Wingdings" panose="05000000000000000000" pitchFamily="2" charset="2"/>
              <a:buChar char="Ø"/>
            </a:pPr>
            <a:r>
              <a:rPr lang="de-DE" sz="2000" dirty="0">
                <a:solidFill>
                  <a:schemeClr val="tx2"/>
                </a:solidFill>
              </a:rPr>
              <a:t> Ziele definiert</a:t>
            </a:r>
          </a:p>
          <a:p>
            <a:pPr>
              <a:buFont typeface="Wingdings" panose="05000000000000000000" pitchFamily="2" charset="2"/>
              <a:buChar char="Ø"/>
            </a:pPr>
            <a:endParaRPr lang="de-DE" sz="2000" dirty="0">
              <a:solidFill>
                <a:schemeClr val="tx2"/>
              </a:solidFill>
            </a:endParaRPr>
          </a:p>
          <a:p>
            <a:pPr>
              <a:buFont typeface="Wingdings" panose="05000000000000000000" pitchFamily="2" charset="2"/>
              <a:buChar char="Ø"/>
            </a:pPr>
            <a:r>
              <a:rPr lang="de-DE" sz="2000" dirty="0">
                <a:solidFill>
                  <a:schemeClr val="tx2"/>
                </a:solidFill>
              </a:rPr>
              <a:t> Rollen verteilt</a:t>
            </a:r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B4BEAA74-B5A0-CEC0-60AA-3E3D850E0B5E}"/>
              </a:ext>
            </a:extLst>
          </p:cNvPr>
          <p:cNvSpPr/>
          <p:nvPr/>
        </p:nvSpPr>
        <p:spPr>
          <a:xfrm>
            <a:off x="10810984" y="0"/>
            <a:ext cx="1019991" cy="147437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6" name="Grafik 5" descr="Geöffnetes Buch Silhouette">
            <a:extLst>
              <a:ext uri="{FF2B5EF4-FFF2-40B4-BE49-F238E27FC236}">
                <a16:creationId xmlns:a16="http://schemas.microsoft.com/office/drawing/2014/main" id="{3C400A55-57D9-64AA-2294-4B3A075464F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863779" y="508838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5018361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0C05A03-95C0-E6FC-B201-94B9FDEB35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D2B44EF0-793C-F61C-321B-25ABCDCE7CD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1885A13E-A917-8FEE-6B0F-ADDE46B4B79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800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DC0511A5-9452-A925-2CF2-BAECECAB78F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21863" y="508838"/>
            <a:ext cx="5217958" cy="6239661"/>
            <a:chOff x="-19221" y="251144"/>
            <a:chExt cx="5217958" cy="6239661"/>
          </a:xfrm>
        </p:grpSpPr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9501B13A-3607-41B6-8663-24A10FEF235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251144"/>
              <a:ext cx="5187198" cy="6239661"/>
            </a:xfrm>
            <a:custGeom>
              <a:avLst/>
              <a:gdLst>
                <a:gd name="connsiteX0" fmla="*/ 2011811 w 5187198"/>
                <a:gd name="connsiteY0" fmla="*/ 4 h 6239661"/>
                <a:gd name="connsiteX1" fmla="*/ 2617011 w 5187198"/>
                <a:gd name="connsiteY1" fmla="*/ 70590 h 6239661"/>
                <a:gd name="connsiteX2" fmla="*/ 2690321 w 5187198"/>
                <a:gd name="connsiteY2" fmla="*/ 88146 h 6239661"/>
                <a:gd name="connsiteX3" fmla="*/ 2726863 w 5187198"/>
                <a:gd name="connsiteY3" fmla="*/ 97127 h 6239661"/>
                <a:gd name="connsiteX4" fmla="*/ 2762951 w 5187198"/>
                <a:gd name="connsiteY4" fmla="*/ 107375 h 6239661"/>
                <a:gd name="connsiteX5" fmla="*/ 2834843 w 5187198"/>
                <a:gd name="connsiteY5" fmla="*/ 128493 h 6239661"/>
                <a:gd name="connsiteX6" fmla="*/ 2906574 w 5187198"/>
                <a:gd name="connsiteY6" fmla="*/ 151076 h 6239661"/>
                <a:gd name="connsiteX7" fmla="*/ 3049504 w 5187198"/>
                <a:gd name="connsiteY7" fmla="*/ 202124 h 6239661"/>
                <a:gd name="connsiteX8" fmla="*/ 3189518 w 5187198"/>
                <a:gd name="connsiteY8" fmla="*/ 260159 h 6239661"/>
                <a:gd name="connsiteX9" fmla="*/ 3326048 w 5187198"/>
                <a:gd name="connsiteY9" fmla="*/ 325143 h 6239661"/>
                <a:gd name="connsiteX10" fmla="*/ 3459166 w 5187198"/>
                <a:gd name="connsiteY10" fmla="*/ 395936 h 6239661"/>
                <a:gd name="connsiteX11" fmla="*/ 3588578 w 5187198"/>
                <a:gd name="connsiteY11" fmla="*/ 472343 h 6239661"/>
                <a:gd name="connsiteX12" fmla="*/ 3651864 w 5187198"/>
                <a:gd name="connsiteY12" fmla="*/ 512600 h 6239661"/>
                <a:gd name="connsiteX13" fmla="*/ 3714514 w 5187198"/>
                <a:gd name="connsiteY13" fmla="*/ 553499 h 6239661"/>
                <a:gd name="connsiteX14" fmla="*/ 4181221 w 5187198"/>
                <a:gd name="connsiteY14" fmla="*/ 922912 h 6239661"/>
                <a:gd name="connsiteX15" fmla="*/ 4582963 w 5187198"/>
                <a:gd name="connsiteY15" fmla="*/ 1358264 h 6239661"/>
                <a:gd name="connsiteX16" fmla="*/ 4670721 w 5187198"/>
                <a:gd name="connsiteY16" fmla="*/ 1477644 h 6239661"/>
                <a:gd name="connsiteX17" fmla="*/ 4752378 w 5187198"/>
                <a:gd name="connsiteY17" fmla="*/ 1601187 h 6239661"/>
                <a:gd name="connsiteX18" fmla="*/ 4772168 w 5187198"/>
                <a:gd name="connsiteY18" fmla="*/ 1632456 h 6239661"/>
                <a:gd name="connsiteX19" fmla="*/ 4782117 w 5187198"/>
                <a:gd name="connsiteY19" fmla="*/ 1648104 h 6239661"/>
                <a:gd name="connsiteX20" fmla="*/ 4791381 w 5187198"/>
                <a:gd name="connsiteY20" fmla="*/ 1664150 h 6239661"/>
                <a:gd name="connsiteX21" fmla="*/ 4828190 w 5187198"/>
                <a:gd name="connsiteY21" fmla="*/ 1728379 h 6239661"/>
                <a:gd name="connsiteX22" fmla="*/ 4864832 w 5187198"/>
                <a:gd name="connsiteY22" fmla="*/ 1792796 h 6239661"/>
                <a:gd name="connsiteX23" fmla="*/ 4899201 w 5187198"/>
                <a:gd name="connsiteY23" fmla="*/ 1858342 h 6239661"/>
                <a:gd name="connsiteX24" fmla="*/ 4933266 w 5187198"/>
                <a:gd name="connsiteY24" fmla="*/ 1924155 h 6239661"/>
                <a:gd name="connsiteX25" fmla="*/ 4964403 w 5187198"/>
                <a:gd name="connsiteY25" fmla="*/ 1991384 h 6239661"/>
                <a:gd name="connsiteX26" fmla="*/ 4995019 w 5187198"/>
                <a:gd name="connsiteY26" fmla="*/ 2058823 h 6239661"/>
                <a:gd name="connsiteX27" fmla="*/ 5021999 w 5187198"/>
                <a:gd name="connsiteY27" fmla="*/ 2127723 h 6239661"/>
                <a:gd name="connsiteX28" fmla="*/ 5048321 w 5187198"/>
                <a:gd name="connsiteY28" fmla="*/ 2196908 h 6239661"/>
                <a:gd name="connsiteX29" fmla="*/ 5070546 w 5187198"/>
                <a:gd name="connsiteY29" fmla="*/ 2267547 h 6239661"/>
                <a:gd name="connsiteX30" fmla="*/ 5092171 w 5187198"/>
                <a:gd name="connsiteY30" fmla="*/ 2338256 h 6239661"/>
                <a:gd name="connsiteX31" fmla="*/ 5110305 w 5187198"/>
                <a:gd name="connsiteY31" fmla="*/ 2409886 h 6239661"/>
                <a:gd name="connsiteX32" fmla="*/ 5186393 w 5187198"/>
                <a:gd name="connsiteY32" fmla="*/ 2992022 h 6239661"/>
                <a:gd name="connsiteX33" fmla="*/ 5149045 w 5187198"/>
                <a:gd name="connsiteY33" fmla="*/ 3571816 h 6239661"/>
                <a:gd name="connsiteX34" fmla="*/ 5126572 w 5187198"/>
                <a:gd name="connsiteY34" fmla="*/ 3714520 h 6239661"/>
                <a:gd name="connsiteX35" fmla="*/ 5099067 w 5187198"/>
                <a:gd name="connsiteY35" fmla="*/ 3856108 h 6239661"/>
                <a:gd name="connsiteX36" fmla="*/ 5095699 w 5187198"/>
                <a:gd name="connsiteY36" fmla="*/ 3873868 h 6239661"/>
                <a:gd name="connsiteX37" fmla="*/ 5091573 w 5187198"/>
                <a:gd name="connsiteY37" fmla="*/ 3891426 h 6239661"/>
                <a:gd name="connsiteX38" fmla="*/ 5083324 w 5187198"/>
                <a:gd name="connsiteY38" fmla="*/ 3926541 h 6239661"/>
                <a:gd name="connsiteX39" fmla="*/ 5067256 w 5187198"/>
                <a:gd name="connsiteY39" fmla="*/ 3996889 h 6239661"/>
                <a:gd name="connsiteX40" fmla="*/ 5059194 w 5187198"/>
                <a:gd name="connsiteY40" fmla="*/ 4032171 h 6239661"/>
                <a:gd name="connsiteX41" fmla="*/ 5049522 w 5187198"/>
                <a:gd name="connsiteY41" fmla="*/ 4067833 h 6239661"/>
                <a:gd name="connsiteX42" fmla="*/ 5040067 w 5187198"/>
                <a:gd name="connsiteY42" fmla="*/ 4103553 h 6239661"/>
                <a:gd name="connsiteX43" fmla="*/ 5028960 w 5187198"/>
                <a:gd name="connsiteY43" fmla="*/ 4138946 h 6239661"/>
                <a:gd name="connsiteX44" fmla="*/ 4917351 w 5187198"/>
                <a:gd name="connsiteY44" fmla="*/ 4417041 h 6239661"/>
                <a:gd name="connsiteX45" fmla="*/ 4756163 w 5187198"/>
                <a:gd name="connsiteY45" fmla="*/ 4676402 h 6239661"/>
                <a:gd name="connsiteX46" fmla="*/ 4322493 w 5187198"/>
                <a:gd name="connsiteY46" fmla="*/ 5105604 h 6239661"/>
                <a:gd name="connsiteX47" fmla="*/ 3840510 w 5187198"/>
                <a:gd name="connsiteY47" fmla="*/ 5429590 h 6239661"/>
                <a:gd name="connsiteX48" fmla="*/ 3606447 w 5187198"/>
                <a:gd name="connsiteY48" fmla="*/ 5572862 h 6239661"/>
                <a:gd name="connsiteX49" fmla="*/ 3488814 w 5187198"/>
                <a:gd name="connsiteY49" fmla="*/ 5647178 h 6239661"/>
                <a:gd name="connsiteX50" fmla="*/ 3365864 w 5187198"/>
                <a:gd name="connsiteY50" fmla="*/ 5722735 h 6239661"/>
                <a:gd name="connsiteX51" fmla="*/ 2839486 w 5187198"/>
                <a:gd name="connsiteY51" fmla="*/ 5999120 h 6239661"/>
                <a:gd name="connsiteX52" fmla="*/ 2242423 w 5187198"/>
                <a:gd name="connsiteY52" fmla="*/ 6192346 h 6239661"/>
                <a:gd name="connsiteX53" fmla="*/ 1589380 w 5187198"/>
                <a:gd name="connsiteY53" fmla="*/ 6230657 h 6239661"/>
                <a:gd name="connsiteX54" fmla="*/ 1548244 w 5187198"/>
                <a:gd name="connsiteY54" fmla="*/ 6226706 h 6239661"/>
                <a:gd name="connsiteX55" fmla="*/ 1507348 w 5187198"/>
                <a:gd name="connsiteY55" fmla="*/ 6221428 h 6239661"/>
                <a:gd name="connsiteX56" fmla="*/ 1466401 w 5187198"/>
                <a:gd name="connsiteY56" fmla="*/ 6215904 h 6239661"/>
                <a:gd name="connsiteX57" fmla="*/ 1425773 w 5187198"/>
                <a:gd name="connsiteY57" fmla="*/ 6209191 h 6239661"/>
                <a:gd name="connsiteX58" fmla="*/ 1344960 w 5187198"/>
                <a:gd name="connsiteY58" fmla="*/ 6193681 h 6239661"/>
                <a:gd name="connsiteX59" fmla="*/ 1265007 w 5187198"/>
                <a:gd name="connsiteY59" fmla="*/ 6175388 h 6239661"/>
                <a:gd name="connsiteX60" fmla="*/ 1225415 w 5187198"/>
                <a:gd name="connsiteY60" fmla="*/ 6165243 h 6239661"/>
                <a:gd name="connsiteX61" fmla="*/ 1186567 w 5187198"/>
                <a:gd name="connsiteY61" fmla="*/ 6154486 h 6239661"/>
                <a:gd name="connsiteX62" fmla="*/ 1111158 w 5187198"/>
                <a:gd name="connsiteY62" fmla="*/ 6130918 h 6239661"/>
                <a:gd name="connsiteX63" fmla="*/ 1035915 w 5187198"/>
                <a:gd name="connsiteY63" fmla="*/ 6107163 h 6239661"/>
                <a:gd name="connsiteX64" fmla="*/ 961579 w 5187198"/>
                <a:gd name="connsiteY64" fmla="*/ 6079594 h 6239661"/>
                <a:gd name="connsiteX65" fmla="*/ 395297 w 5187198"/>
                <a:gd name="connsiteY65" fmla="*/ 5792812 h 6239661"/>
                <a:gd name="connsiteX66" fmla="*/ 265239 w 5187198"/>
                <a:gd name="connsiteY66" fmla="*/ 5701511 h 6239661"/>
                <a:gd name="connsiteX67" fmla="*/ 233756 w 5187198"/>
                <a:gd name="connsiteY67" fmla="*/ 5677542 h 6239661"/>
                <a:gd name="connsiteX68" fmla="*/ 202800 w 5187198"/>
                <a:gd name="connsiteY68" fmla="*/ 5652902 h 6239661"/>
                <a:gd name="connsiteX69" fmla="*/ 140918 w 5187198"/>
                <a:gd name="connsiteY69" fmla="*/ 5603515 h 6239661"/>
                <a:gd name="connsiteX70" fmla="*/ 110625 w 5187198"/>
                <a:gd name="connsiteY70" fmla="*/ 5578127 h 6239661"/>
                <a:gd name="connsiteX71" fmla="*/ 95631 w 5187198"/>
                <a:gd name="connsiteY71" fmla="*/ 5565299 h 6239661"/>
                <a:gd name="connsiteX72" fmla="*/ 81966 w 5187198"/>
                <a:gd name="connsiteY72" fmla="*/ 5550973 h 6239661"/>
                <a:gd name="connsiteX73" fmla="*/ 27991 w 5187198"/>
                <a:gd name="connsiteY73" fmla="*/ 5493272 h 6239661"/>
                <a:gd name="connsiteX74" fmla="*/ 1454 w 5187198"/>
                <a:gd name="connsiteY74" fmla="*/ 5464252 h 6239661"/>
                <a:gd name="connsiteX75" fmla="*/ 0 w 5187198"/>
                <a:gd name="connsiteY75" fmla="*/ 5462518 h 6239661"/>
                <a:gd name="connsiteX76" fmla="*/ 0 w 5187198"/>
                <a:gd name="connsiteY76" fmla="*/ 4720187 h 6239661"/>
                <a:gd name="connsiteX77" fmla="*/ 109684 w 5187198"/>
                <a:gd name="connsiteY77" fmla="*/ 4836724 h 6239661"/>
                <a:gd name="connsiteX78" fmla="*/ 306959 w 5187198"/>
                <a:gd name="connsiteY78" fmla="*/ 5007200 h 6239661"/>
                <a:gd name="connsiteX79" fmla="*/ 358101 w 5187198"/>
                <a:gd name="connsiteY79" fmla="*/ 5046057 h 6239661"/>
                <a:gd name="connsiteX80" fmla="*/ 383328 w 5187198"/>
                <a:gd name="connsiteY80" fmla="*/ 5065684 h 6239661"/>
                <a:gd name="connsiteX81" fmla="*/ 409503 w 5187198"/>
                <a:gd name="connsiteY81" fmla="*/ 5083942 h 6239661"/>
                <a:gd name="connsiteX82" fmla="*/ 461889 w 5187198"/>
                <a:gd name="connsiteY82" fmla="*/ 5119888 h 6239661"/>
                <a:gd name="connsiteX83" fmla="*/ 474883 w 5187198"/>
                <a:gd name="connsiteY83" fmla="*/ 5128933 h 6239661"/>
                <a:gd name="connsiteX84" fmla="*/ 486410 w 5187198"/>
                <a:gd name="connsiteY84" fmla="*/ 5139557 h 6239661"/>
                <a:gd name="connsiteX85" fmla="*/ 510852 w 5187198"/>
                <a:gd name="connsiteY85" fmla="*/ 5159089 h 6239661"/>
                <a:gd name="connsiteX86" fmla="*/ 560653 w 5187198"/>
                <a:gd name="connsiteY86" fmla="*/ 5196893 h 6239661"/>
                <a:gd name="connsiteX87" fmla="*/ 585485 w 5187198"/>
                <a:gd name="connsiteY87" fmla="*/ 5215834 h 6239661"/>
                <a:gd name="connsiteX88" fmla="*/ 610707 w 5187198"/>
                <a:gd name="connsiteY88" fmla="*/ 5234185 h 6239661"/>
                <a:gd name="connsiteX89" fmla="*/ 714768 w 5187198"/>
                <a:gd name="connsiteY89" fmla="*/ 5303103 h 6239661"/>
                <a:gd name="connsiteX90" fmla="*/ 1166634 w 5187198"/>
                <a:gd name="connsiteY90" fmla="*/ 5513322 h 6239661"/>
                <a:gd name="connsiteX91" fmla="*/ 1225991 w 5187198"/>
                <a:gd name="connsiteY91" fmla="*/ 5533632 h 6239661"/>
                <a:gd name="connsiteX92" fmla="*/ 1286680 w 5187198"/>
                <a:gd name="connsiteY92" fmla="*/ 5550705 h 6239661"/>
                <a:gd name="connsiteX93" fmla="*/ 1347310 w 5187198"/>
                <a:gd name="connsiteY93" fmla="*/ 5567995 h 6239661"/>
                <a:gd name="connsiteX94" fmla="*/ 1377002 w 5187198"/>
                <a:gd name="connsiteY94" fmla="*/ 5575719 h 6239661"/>
                <a:gd name="connsiteX95" fmla="*/ 1406328 w 5187198"/>
                <a:gd name="connsiteY95" fmla="*/ 5582649 h 6239661"/>
                <a:gd name="connsiteX96" fmla="*/ 1465060 w 5187198"/>
                <a:gd name="connsiteY96" fmla="*/ 5594909 h 6239661"/>
                <a:gd name="connsiteX97" fmla="*/ 1523881 w 5187198"/>
                <a:gd name="connsiteY97" fmla="*/ 5605105 h 6239661"/>
                <a:gd name="connsiteX98" fmla="*/ 1553325 w 5187198"/>
                <a:gd name="connsiteY98" fmla="*/ 5609865 h 6239661"/>
                <a:gd name="connsiteX99" fmla="*/ 1582813 w 5187198"/>
                <a:gd name="connsiteY99" fmla="*/ 5613593 h 6239661"/>
                <a:gd name="connsiteX100" fmla="*/ 1612301 w 5187198"/>
                <a:gd name="connsiteY100" fmla="*/ 5617321 h 6239661"/>
                <a:gd name="connsiteX101" fmla="*/ 1641863 w 5187198"/>
                <a:gd name="connsiteY101" fmla="*/ 5619910 h 6239661"/>
                <a:gd name="connsiteX102" fmla="*/ 2117508 w 5187198"/>
                <a:gd name="connsiteY102" fmla="*/ 5595156 h 6239661"/>
                <a:gd name="connsiteX103" fmla="*/ 2597368 w 5187198"/>
                <a:gd name="connsiteY103" fmla="*/ 5447381 h 6239661"/>
                <a:gd name="connsiteX104" fmla="*/ 3082968 w 5187198"/>
                <a:gd name="connsiteY104" fmla="*/ 5223245 h 6239661"/>
                <a:gd name="connsiteX105" fmla="*/ 3334855 w 5187198"/>
                <a:gd name="connsiteY105" fmla="*/ 5097383 h 6239661"/>
                <a:gd name="connsiteX106" fmla="*/ 3599509 w 5187198"/>
                <a:gd name="connsiteY106" fmla="*/ 4976217 h 6239661"/>
                <a:gd name="connsiteX107" fmla="*/ 4112002 w 5187198"/>
                <a:gd name="connsiteY107" fmla="*/ 4766359 h 6239661"/>
                <a:gd name="connsiteX108" fmla="*/ 4348983 w 5187198"/>
                <a:gd name="connsiteY108" fmla="*/ 4649833 h 6239661"/>
                <a:gd name="connsiteX109" fmla="*/ 4560505 w 5187198"/>
                <a:gd name="connsiteY109" fmla="*/ 4501564 h 6239661"/>
                <a:gd name="connsiteX110" fmla="*/ 4731963 w 5187198"/>
                <a:gd name="connsiteY110" fmla="*/ 4309870 h 6239661"/>
                <a:gd name="connsiteX111" fmla="*/ 4852344 w 5187198"/>
                <a:gd name="connsiteY111" fmla="*/ 4078640 h 6239661"/>
                <a:gd name="connsiteX112" fmla="*/ 4863972 w 5187198"/>
                <a:gd name="connsiteY112" fmla="*/ 4047790 h 6239661"/>
                <a:gd name="connsiteX113" fmla="*/ 4874144 w 5187198"/>
                <a:gd name="connsiteY113" fmla="*/ 4016320 h 6239661"/>
                <a:gd name="connsiteX114" fmla="*/ 4884127 w 5187198"/>
                <a:gd name="connsiteY114" fmla="*/ 3984682 h 6239661"/>
                <a:gd name="connsiteX115" fmla="*/ 4892800 w 5187198"/>
                <a:gd name="connsiteY115" fmla="*/ 3951883 h 6239661"/>
                <a:gd name="connsiteX116" fmla="*/ 4909526 w 5187198"/>
                <a:gd name="connsiteY116" fmla="*/ 3886001 h 6239661"/>
                <a:gd name="connsiteX117" fmla="*/ 4917687 w 5187198"/>
                <a:gd name="connsiteY117" fmla="*/ 3852948 h 6239661"/>
                <a:gd name="connsiteX118" fmla="*/ 4921768 w 5187198"/>
                <a:gd name="connsiteY118" fmla="*/ 3836422 h 6239661"/>
                <a:gd name="connsiteX119" fmla="*/ 4924845 w 5187198"/>
                <a:gd name="connsiteY119" fmla="*/ 3819742 h 6239661"/>
                <a:gd name="connsiteX120" fmla="*/ 4948230 w 5187198"/>
                <a:gd name="connsiteY120" fmla="*/ 3685744 h 6239661"/>
                <a:gd name="connsiteX121" fmla="*/ 4962782 w 5187198"/>
                <a:gd name="connsiteY121" fmla="*/ 3550540 h 6239661"/>
                <a:gd name="connsiteX122" fmla="*/ 4939468 w 5187198"/>
                <a:gd name="connsiteY122" fmla="*/ 3010249 h 6239661"/>
                <a:gd name="connsiteX123" fmla="*/ 4816901 w 5187198"/>
                <a:gd name="connsiteY123" fmla="*/ 2488224 h 6239661"/>
                <a:gd name="connsiteX124" fmla="*/ 4797005 w 5187198"/>
                <a:gd name="connsiteY124" fmla="*/ 2424470 h 6239661"/>
                <a:gd name="connsiteX125" fmla="*/ 4774433 w 5187198"/>
                <a:gd name="connsiteY125" fmla="*/ 2361620 h 6239661"/>
                <a:gd name="connsiteX126" fmla="*/ 4752459 w 5187198"/>
                <a:gd name="connsiteY126" fmla="*/ 2298700 h 6239661"/>
                <a:gd name="connsiteX127" fmla="*/ 4728083 w 5187198"/>
                <a:gd name="connsiteY127" fmla="*/ 2236526 h 6239661"/>
                <a:gd name="connsiteX128" fmla="*/ 4704471 w 5187198"/>
                <a:gd name="connsiteY128" fmla="*/ 2174095 h 6239661"/>
                <a:gd name="connsiteX129" fmla="*/ 4678399 w 5187198"/>
                <a:gd name="connsiteY129" fmla="*/ 2112626 h 6239661"/>
                <a:gd name="connsiteX130" fmla="*/ 4652601 w 5187198"/>
                <a:gd name="connsiteY130" fmla="*/ 2050999 h 6239661"/>
                <a:gd name="connsiteX131" fmla="*/ 4624205 w 5187198"/>
                <a:gd name="connsiteY131" fmla="*/ 1990415 h 6239661"/>
                <a:gd name="connsiteX132" fmla="*/ 4595398 w 5187198"/>
                <a:gd name="connsiteY132" fmla="*/ 1930069 h 6239661"/>
                <a:gd name="connsiteX133" fmla="*/ 4563827 w 5187198"/>
                <a:gd name="connsiteY133" fmla="*/ 1870952 h 6239661"/>
                <a:gd name="connsiteX134" fmla="*/ 4531433 w 5187198"/>
                <a:gd name="connsiteY134" fmla="*/ 1812311 h 6239661"/>
                <a:gd name="connsiteX135" fmla="*/ 4523315 w 5187198"/>
                <a:gd name="connsiteY135" fmla="*/ 1797616 h 6239661"/>
                <a:gd name="connsiteX136" fmla="*/ 4514482 w 5187198"/>
                <a:gd name="connsiteY136" fmla="*/ 1783425 h 6239661"/>
                <a:gd name="connsiteX137" fmla="*/ 4496845 w 5187198"/>
                <a:gd name="connsiteY137" fmla="*/ 1754936 h 6239661"/>
                <a:gd name="connsiteX138" fmla="*/ 4461463 w 5187198"/>
                <a:gd name="connsiteY138" fmla="*/ 1697929 h 6239661"/>
                <a:gd name="connsiteX139" fmla="*/ 4452660 w 5187198"/>
                <a:gd name="connsiteY139" fmla="*/ 1683629 h 6239661"/>
                <a:gd name="connsiteX140" fmla="*/ 4443141 w 5187198"/>
                <a:gd name="connsiteY140" fmla="*/ 1669834 h 6239661"/>
                <a:gd name="connsiteX141" fmla="*/ 4424241 w 5187198"/>
                <a:gd name="connsiteY141" fmla="*/ 1642166 h 6239661"/>
                <a:gd name="connsiteX142" fmla="*/ 4346886 w 5187198"/>
                <a:gd name="connsiteY142" fmla="*/ 1532412 h 6239661"/>
                <a:gd name="connsiteX143" fmla="*/ 3985497 w 5187198"/>
                <a:gd name="connsiteY143" fmla="*/ 1134649 h 6239661"/>
                <a:gd name="connsiteX144" fmla="*/ 3545665 w 5187198"/>
                <a:gd name="connsiteY144" fmla="*/ 825877 h 6239661"/>
                <a:gd name="connsiteX145" fmla="*/ 3486190 w 5187198"/>
                <a:gd name="connsiteY145" fmla="*/ 794756 h 6239661"/>
                <a:gd name="connsiteX146" fmla="*/ 3426182 w 5187198"/>
                <a:gd name="connsiteY146" fmla="*/ 764765 h 6239661"/>
                <a:gd name="connsiteX147" fmla="*/ 3365044 w 5187198"/>
                <a:gd name="connsiteY147" fmla="*/ 737255 h 6239661"/>
                <a:gd name="connsiteX148" fmla="*/ 3334529 w 5187198"/>
                <a:gd name="connsiteY148" fmla="*/ 723514 h 6239661"/>
                <a:gd name="connsiteX149" fmla="*/ 3303733 w 5187198"/>
                <a:gd name="connsiteY149" fmla="*/ 710395 h 6239661"/>
                <a:gd name="connsiteX150" fmla="*/ 3179033 w 5187198"/>
                <a:gd name="connsiteY150" fmla="*/ 662259 h 6239661"/>
                <a:gd name="connsiteX151" fmla="*/ 3052408 w 5187198"/>
                <a:gd name="connsiteY151" fmla="*/ 620447 h 6239661"/>
                <a:gd name="connsiteX152" fmla="*/ 2924325 w 5187198"/>
                <a:gd name="connsiteY152" fmla="*/ 584505 h 6239661"/>
                <a:gd name="connsiteX153" fmla="*/ 2859667 w 5187198"/>
                <a:gd name="connsiteY153" fmla="*/ 569266 h 6239661"/>
                <a:gd name="connsiteX154" fmla="*/ 2795226 w 5187198"/>
                <a:gd name="connsiteY154" fmla="*/ 554085 h 6239661"/>
                <a:gd name="connsiteX155" fmla="*/ 2729702 w 5187198"/>
                <a:gd name="connsiteY155" fmla="*/ 540354 h 6239661"/>
                <a:gd name="connsiteX156" fmla="*/ 2663758 w 5187198"/>
                <a:gd name="connsiteY156" fmla="*/ 527322 h 6239661"/>
                <a:gd name="connsiteX157" fmla="*/ 2630927 w 5187198"/>
                <a:gd name="connsiteY157" fmla="*/ 520495 h 6239661"/>
                <a:gd name="connsiteX158" fmla="*/ 2597965 w 5187198"/>
                <a:gd name="connsiteY158" fmla="*/ 515024 h 6239661"/>
                <a:gd name="connsiteX159" fmla="*/ 2532205 w 5187198"/>
                <a:gd name="connsiteY159" fmla="*/ 503895 h 6239661"/>
                <a:gd name="connsiteX160" fmla="*/ 2010064 w 5187198"/>
                <a:gd name="connsiteY160" fmla="*/ 452552 h 6239661"/>
                <a:gd name="connsiteX161" fmla="*/ 1494552 w 5187198"/>
                <a:gd name="connsiteY161" fmla="*/ 485055 h 6239661"/>
                <a:gd name="connsiteX162" fmla="*/ 1366896 w 5187198"/>
                <a:gd name="connsiteY162" fmla="*/ 509389 h 6239661"/>
                <a:gd name="connsiteX163" fmla="*/ 1240175 w 5187198"/>
                <a:gd name="connsiteY163" fmla="*/ 541045 h 6239661"/>
                <a:gd name="connsiteX164" fmla="*/ 1177438 w 5187198"/>
                <a:gd name="connsiteY164" fmla="*/ 560170 h 6239661"/>
                <a:gd name="connsiteX165" fmla="*/ 1145987 w 5187198"/>
                <a:gd name="connsiteY165" fmla="*/ 569826 h 6239661"/>
                <a:gd name="connsiteX166" fmla="*/ 1130315 w 5187198"/>
                <a:gd name="connsiteY166" fmla="*/ 574669 h 6239661"/>
                <a:gd name="connsiteX167" fmla="*/ 1114873 w 5187198"/>
                <a:gd name="connsiteY167" fmla="*/ 580384 h 6239661"/>
                <a:gd name="connsiteX168" fmla="*/ 1052839 w 5187198"/>
                <a:gd name="connsiteY168" fmla="*/ 602943 h 6239661"/>
                <a:gd name="connsiteX169" fmla="*/ 991135 w 5187198"/>
                <a:gd name="connsiteY169" fmla="*/ 626866 h 6239661"/>
                <a:gd name="connsiteX170" fmla="*/ 930179 w 5187198"/>
                <a:gd name="connsiteY170" fmla="*/ 653191 h 6239661"/>
                <a:gd name="connsiteX171" fmla="*/ 869768 w 5187198"/>
                <a:gd name="connsiteY171" fmla="*/ 680937 h 6239661"/>
                <a:gd name="connsiteX172" fmla="*/ 810085 w 5187198"/>
                <a:gd name="connsiteY172" fmla="*/ 710734 h 6239661"/>
                <a:gd name="connsiteX173" fmla="*/ 751220 w 5187198"/>
                <a:gd name="connsiteY173" fmla="*/ 741794 h 6239661"/>
                <a:gd name="connsiteX174" fmla="*/ 532669 w 5187198"/>
                <a:gd name="connsiteY174" fmla="*/ 881688 h 6239661"/>
                <a:gd name="connsiteX175" fmla="*/ 354185 w 5187198"/>
                <a:gd name="connsiteY175" fmla="*/ 1050286 h 6239661"/>
                <a:gd name="connsiteX176" fmla="*/ 315980 w 5187198"/>
                <a:gd name="connsiteY176" fmla="*/ 1098125 h 6239661"/>
                <a:gd name="connsiteX177" fmla="*/ 280345 w 5187198"/>
                <a:gd name="connsiteY177" fmla="*/ 1149782 h 6239661"/>
                <a:gd name="connsiteX178" fmla="*/ 245890 w 5187198"/>
                <a:gd name="connsiteY178" fmla="*/ 1203959 h 6239661"/>
                <a:gd name="connsiteX179" fmla="*/ 212162 w 5187198"/>
                <a:gd name="connsiteY179" fmla="*/ 1260184 h 6239661"/>
                <a:gd name="connsiteX180" fmla="*/ 80716 w 5187198"/>
                <a:gd name="connsiteY180" fmla="*/ 1502476 h 6239661"/>
                <a:gd name="connsiteX181" fmla="*/ 0 w 5187198"/>
                <a:gd name="connsiteY181" fmla="*/ 1648841 h 6239661"/>
                <a:gd name="connsiteX182" fmla="*/ 0 w 5187198"/>
                <a:gd name="connsiteY182" fmla="*/ 954863 h 6239661"/>
                <a:gd name="connsiteX183" fmla="*/ 43491 w 5187198"/>
                <a:gd name="connsiteY183" fmla="*/ 895513 h 6239661"/>
                <a:gd name="connsiteX184" fmla="*/ 93923 w 5187198"/>
                <a:gd name="connsiteY184" fmla="*/ 834489 h 6239661"/>
                <a:gd name="connsiteX185" fmla="*/ 323465 w 5187198"/>
                <a:gd name="connsiteY185" fmla="*/ 617671 h 6239661"/>
                <a:gd name="connsiteX186" fmla="*/ 574777 w 5187198"/>
                <a:gd name="connsiteY186" fmla="*/ 446794 h 6239661"/>
                <a:gd name="connsiteX187" fmla="*/ 638943 w 5187198"/>
                <a:gd name="connsiteY187" fmla="*/ 408925 h 6239661"/>
                <a:gd name="connsiteX188" fmla="*/ 703505 w 5187198"/>
                <a:gd name="connsiteY188" fmla="*/ 371742 h 6239661"/>
                <a:gd name="connsiteX189" fmla="*/ 769262 w 5187198"/>
                <a:gd name="connsiteY189" fmla="*/ 336154 h 6239661"/>
                <a:gd name="connsiteX190" fmla="*/ 835552 w 5187198"/>
                <a:gd name="connsiteY190" fmla="*/ 301173 h 6239661"/>
                <a:gd name="connsiteX191" fmla="*/ 902979 w 5187198"/>
                <a:gd name="connsiteY191" fmla="*/ 268004 h 6239661"/>
                <a:gd name="connsiteX192" fmla="*/ 971127 w 5187198"/>
                <a:gd name="connsiteY192" fmla="*/ 235607 h 6239661"/>
                <a:gd name="connsiteX193" fmla="*/ 988238 w 5187198"/>
                <a:gd name="connsiteY193" fmla="*/ 227556 h 6239661"/>
                <a:gd name="connsiteX194" fmla="*/ 1005744 w 5187198"/>
                <a:gd name="connsiteY194" fmla="*/ 220191 h 6239661"/>
                <a:gd name="connsiteX195" fmla="*/ 1040729 w 5187198"/>
                <a:gd name="connsiteY195" fmla="*/ 205569 h 6239661"/>
                <a:gd name="connsiteX196" fmla="*/ 1110835 w 5187198"/>
                <a:gd name="connsiteY196" fmla="*/ 176248 h 6239661"/>
                <a:gd name="connsiteX197" fmla="*/ 1254256 w 5187198"/>
                <a:gd name="connsiteY197" fmla="*/ 123796 h 6239661"/>
                <a:gd name="connsiteX198" fmla="*/ 1401310 w 5187198"/>
                <a:gd name="connsiteY198" fmla="*/ 79852 h 6239661"/>
                <a:gd name="connsiteX199" fmla="*/ 2011811 w 5187198"/>
                <a:gd name="connsiteY199" fmla="*/ 4 h 62396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</a:cxnLst>
              <a:rect l="l" t="t" r="r" b="b"/>
              <a:pathLst>
                <a:path w="5187198" h="6239661">
                  <a:moveTo>
                    <a:pt x="2011811" y="4"/>
                  </a:moveTo>
                  <a:cubicBezTo>
                    <a:pt x="2217306" y="120"/>
                    <a:pt x="2420903" y="25925"/>
                    <a:pt x="2617011" y="70590"/>
                  </a:cubicBezTo>
                  <a:lnTo>
                    <a:pt x="2690321" y="88146"/>
                  </a:lnTo>
                  <a:lnTo>
                    <a:pt x="2726863" y="97127"/>
                  </a:lnTo>
                  <a:lnTo>
                    <a:pt x="2762951" y="107375"/>
                  </a:lnTo>
                  <a:lnTo>
                    <a:pt x="2834843" y="128493"/>
                  </a:lnTo>
                  <a:cubicBezTo>
                    <a:pt x="2858788" y="135605"/>
                    <a:pt x="2882632" y="142226"/>
                    <a:pt x="2906574" y="151076"/>
                  </a:cubicBezTo>
                  <a:cubicBezTo>
                    <a:pt x="2954475" y="167852"/>
                    <a:pt x="3002363" y="183813"/>
                    <a:pt x="3049504" y="202124"/>
                  </a:cubicBezTo>
                  <a:lnTo>
                    <a:pt x="3189518" y="260159"/>
                  </a:lnTo>
                  <a:lnTo>
                    <a:pt x="3326048" y="325143"/>
                  </a:lnTo>
                  <a:cubicBezTo>
                    <a:pt x="3370687" y="348464"/>
                    <a:pt x="3414908" y="372485"/>
                    <a:pt x="3459166" y="395936"/>
                  </a:cubicBezTo>
                  <a:cubicBezTo>
                    <a:pt x="3502947" y="420302"/>
                    <a:pt x="3545491" y="447118"/>
                    <a:pt x="3588578" y="472343"/>
                  </a:cubicBezTo>
                  <a:cubicBezTo>
                    <a:pt x="3610346" y="484551"/>
                    <a:pt x="3630797" y="499072"/>
                    <a:pt x="3651864" y="512600"/>
                  </a:cubicBezTo>
                  <a:lnTo>
                    <a:pt x="3714514" y="553499"/>
                  </a:lnTo>
                  <a:cubicBezTo>
                    <a:pt x="3880005" y="664844"/>
                    <a:pt x="4036083" y="788388"/>
                    <a:pt x="4181221" y="922912"/>
                  </a:cubicBezTo>
                  <a:cubicBezTo>
                    <a:pt x="4326221" y="1057515"/>
                    <a:pt x="4461955" y="1202038"/>
                    <a:pt x="4582963" y="1358264"/>
                  </a:cubicBezTo>
                  <a:cubicBezTo>
                    <a:pt x="4614206" y="1396543"/>
                    <a:pt x="4642091" y="1437400"/>
                    <a:pt x="4670721" y="1477644"/>
                  </a:cubicBezTo>
                  <a:cubicBezTo>
                    <a:pt x="4700172" y="1517414"/>
                    <a:pt x="4725864" y="1559538"/>
                    <a:pt x="4752378" y="1601187"/>
                  </a:cubicBezTo>
                  <a:lnTo>
                    <a:pt x="4772168" y="1632456"/>
                  </a:lnTo>
                  <a:lnTo>
                    <a:pt x="4782117" y="1648104"/>
                  </a:lnTo>
                  <a:lnTo>
                    <a:pt x="4791381" y="1664150"/>
                  </a:lnTo>
                  <a:lnTo>
                    <a:pt x="4828190" y="1728379"/>
                  </a:lnTo>
                  <a:cubicBezTo>
                    <a:pt x="4840266" y="1749930"/>
                    <a:pt x="4853470" y="1770740"/>
                    <a:pt x="4864832" y="1792796"/>
                  </a:cubicBezTo>
                  <a:lnTo>
                    <a:pt x="4899201" y="1858342"/>
                  </a:lnTo>
                  <a:cubicBezTo>
                    <a:pt x="4910484" y="1880260"/>
                    <a:pt x="4922532" y="1901920"/>
                    <a:pt x="4933266" y="1924155"/>
                  </a:cubicBezTo>
                  <a:lnTo>
                    <a:pt x="4964403" y="1991384"/>
                  </a:lnTo>
                  <a:cubicBezTo>
                    <a:pt x="4974618" y="2013829"/>
                    <a:pt x="4985323" y="2036171"/>
                    <a:pt x="4995019" y="2058823"/>
                  </a:cubicBezTo>
                  <a:lnTo>
                    <a:pt x="5021999" y="2127723"/>
                  </a:lnTo>
                  <a:lnTo>
                    <a:pt x="5048321" y="2196908"/>
                  </a:lnTo>
                  <a:lnTo>
                    <a:pt x="5070546" y="2267547"/>
                  </a:lnTo>
                  <a:cubicBezTo>
                    <a:pt x="5078054" y="2291004"/>
                    <a:pt x="5085044" y="2314670"/>
                    <a:pt x="5092171" y="2338256"/>
                  </a:cubicBezTo>
                  <a:cubicBezTo>
                    <a:pt x="5098670" y="2362023"/>
                    <a:pt x="5104296" y="2386019"/>
                    <a:pt x="5110305" y="2409886"/>
                  </a:cubicBezTo>
                  <a:cubicBezTo>
                    <a:pt x="5158097" y="2600976"/>
                    <a:pt x="5182068" y="2797044"/>
                    <a:pt x="5186393" y="2992022"/>
                  </a:cubicBezTo>
                  <a:cubicBezTo>
                    <a:pt x="5191013" y="3187195"/>
                    <a:pt x="5175397" y="3380886"/>
                    <a:pt x="5149045" y="3571816"/>
                  </a:cubicBezTo>
                  <a:cubicBezTo>
                    <a:pt x="5141154" y="3619431"/>
                    <a:pt x="5133539" y="3666889"/>
                    <a:pt x="5126572" y="3714520"/>
                  </a:cubicBezTo>
                  <a:cubicBezTo>
                    <a:pt x="5117276" y="3761759"/>
                    <a:pt x="5107793" y="3808831"/>
                    <a:pt x="5099067" y="3856108"/>
                  </a:cubicBezTo>
                  <a:lnTo>
                    <a:pt x="5095699" y="3873868"/>
                  </a:lnTo>
                  <a:lnTo>
                    <a:pt x="5091573" y="3891426"/>
                  </a:lnTo>
                  <a:lnTo>
                    <a:pt x="5083324" y="3926541"/>
                  </a:lnTo>
                  <a:lnTo>
                    <a:pt x="5067256" y="3996889"/>
                  </a:lnTo>
                  <a:cubicBezTo>
                    <a:pt x="5064451" y="4008657"/>
                    <a:pt x="5062244" y="4020353"/>
                    <a:pt x="5059194" y="4032171"/>
                  </a:cubicBezTo>
                  <a:lnTo>
                    <a:pt x="5049522" y="4067833"/>
                  </a:lnTo>
                  <a:lnTo>
                    <a:pt x="5040067" y="4103553"/>
                  </a:lnTo>
                  <a:cubicBezTo>
                    <a:pt x="5036554" y="4115363"/>
                    <a:pt x="5032689" y="4127194"/>
                    <a:pt x="5028960" y="4138946"/>
                  </a:cubicBezTo>
                  <a:cubicBezTo>
                    <a:pt x="4999693" y="4233462"/>
                    <a:pt x="4962869" y="4326764"/>
                    <a:pt x="4917351" y="4417041"/>
                  </a:cubicBezTo>
                  <a:cubicBezTo>
                    <a:pt x="4871860" y="4507209"/>
                    <a:pt x="4817597" y="4594215"/>
                    <a:pt x="4756163" y="4676402"/>
                  </a:cubicBezTo>
                  <a:cubicBezTo>
                    <a:pt x="4632803" y="4840875"/>
                    <a:pt x="4480597" y="4982783"/>
                    <a:pt x="4322493" y="5105604"/>
                  </a:cubicBezTo>
                  <a:cubicBezTo>
                    <a:pt x="4163928" y="5228420"/>
                    <a:pt x="3999564" y="5332640"/>
                    <a:pt x="3840510" y="5429590"/>
                  </a:cubicBezTo>
                  <a:cubicBezTo>
                    <a:pt x="3760954" y="5478172"/>
                    <a:pt x="3682353" y="5524924"/>
                    <a:pt x="3606447" y="5572862"/>
                  </a:cubicBezTo>
                  <a:lnTo>
                    <a:pt x="3488814" y="5647178"/>
                  </a:lnTo>
                  <a:cubicBezTo>
                    <a:pt x="3448270" y="5672597"/>
                    <a:pt x="3407323" y="5697792"/>
                    <a:pt x="3365864" y="5722735"/>
                  </a:cubicBezTo>
                  <a:cubicBezTo>
                    <a:pt x="3200163" y="5822424"/>
                    <a:pt x="3026125" y="5917328"/>
                    <a:pt x="2839486" y="5999120"/>
                  </a:cubicBezTo>
                  <a:cubicBezTo>
                    <a:pt x="2653201" y="6080891"/>
                    <a:pt x="2453560" y="6149344"/>
                    <a:pt x="2242423" y="6192346"/>
                  </a:cubicBezTo>
                  <a:cubicBezTo>
                    <a:pt x="2031719" y="6235463"/>
                    <a:pt x="1808952" y="6251353"/>
                    <a:pt x="1589380" y="6230657"/>
                  </a:cubicBezTo>
                  <a:lnTo>
                    <a:pt x="1548244" y="6226706"/>
                  </a:lnTo>
                  <a:cubicBezTo>
                    <a:pt x="1534528" y="6225117"/>
                    <a:pt x="1520898" y="6223203"/>
                    <a:pt x="1507348" y="6221428"/>
                  </a:cubicBezTo>
                  <a:lnTo>
                    <a:pt x="1466401" y="6215904"/>
                  </a:lnTo>
                  <a:cubicBezTo>
                    <a:pt x="1452772" y="6213991"/>
                    <a:pt x="1439316" y="6211428"/>
                    <a:pt x="1425773" y="6209191"/>
                  </a:cubicBezTo>
                  <a:cubicBezTo>
                    <a:pt x="1398775" y="6204391"/>
                    <a:pt x="1371610" y="6199779"/>
                    <a:pt x="1344960" y="6193681"/>
                  </a:cubicBezTo>
                  <a:cubicBezTo>
                    <a:pt x="1318251" y="6187799"/>
                    <a:pt x="1291260" y="6182538"/>
                    <a:pt x="1265007" y="6175388"/>
                  </a:cubicBezTo>
                  <a:lnTo>
                    <a:pt x="1225415" y="6165243"/>
                  </a:lnTo>
                  <a:cubicBezTo>
                    <a:pt x="1212163" y="6161924"/>
                    <a:pt x="1198939" y="6158496"/>
                    <a:pt x="1186567" y="6154486"/>
                  </a:cubicBezTo>
                  <a:lnTo>
                    <a:pt x="1111158" y="6130918"/>
                  </a:lnTo>
                  <a:lnTo>
                    <a:pt x="1035915" y="6107163"/>
                  </a:lnTo>
                  <a:cubicBezTo>
                    <a:pt x="1010846" y="6099055"/>
                    <a:pt x="986357" y="6088784"/>
                    <a:pt x="961579" y="6079594"/>
                  </a:cubicBezTo>
                  <a:cubicBezTo>
                    <a:pt x="763709" y="6005594"/>
                    <a:pt x="572401" y="5909703"/>
                    <a:pt x="395297" y="5792812"/>
                  </a:cubicBezTo>
                  <a:lnTo>
                    <a:pt x="265239" y="5701511"/>
                  </a:lnTo>
                  <a:cubicBezTo>
                    <a:pt x="254227" y="5694155"/>
                    <a:pt x="244103" y="5685646"/>
                    <a:pt x="233756" y="5677542"/>
                  </a:cubicBezTo>
                  <a:lnTo>
                    <a:pt x="202800" y="5652902"/>
                  </a:lnTo>
                  <a:lnTo>
                    <a:pt x="140918" y="5603515"/>
                  </a:lnTo>
                  <a:cubicBezTo>
                    <a:pt x="130598" y="5595302"/>
                    <a:pt x="120280" y="5587089"/>
                    <a:pt x="110625" y="5578127"/>
                  </a:cubicBezTo>
                  <a:cubicBezTo>
                    <a:pt x="105647" y="5573779"/>
                    <a:pt x="100444" y="5569834"/>
                    <a:pt x="95631" y="5565299"/>
                  </a:cubicBezTo>
                  <a:cubicBezTo>
                    <a:pt x="90955" y="5560684"/>
                    <a:pt x="86505" y="5555666"/>
                    <a:pt x="81966" y="5550973"/>
                  </a:cubicBezTo>
                  <a:lnTo>
                    <a:pt x="27991" y="5493272"/>
                  </a:lnTo>
                  <a:cubicBezTo>
                    <a:pt x="19109" y="5483589"/>
                    <a:pt x="9758" y="5474359"/>
                    <a:pt x="1454" y="5464252"/>
                  </a:cubicBezTo>
                  <a:lnTo>
                    <a:pt x="0" y="5462518"/>
                  </a:lnTo>
                  <a:lnTo>
                    <a:pt x="0" y="4720187"/>
                  </a:lnTo>
                  <a:lnTo>
                    <a:pt x="109684" y="4836724"/>
                  </a:lnTo>
                  <a:cubicBezTo>
                    <a:pt x="173316" y="4897375"/>
                    <a:pt x="239447" y="4954160"/>
                    <a:pt x="306959" y="5007200"/>
                  </a:cubicBezTo>
                  <a:lnTo>
                    <a:pt x="358101" y="5046057"/>
                  </a:lnTo>
                  <a:lnTo>
                    <a:pt x="383328" y="5065684"/>
                  </a:lnTo>
                  <a:cubicBezTo>
                    <a:pt x="391637" y="5072316"/>
                    <a:pt x="400805" y="5077902"/>
                    <a:pt x="409503" y="5083942"/>
                  </a:cubicBezTo>
                  <a:lnTo>
                    <a:pt x="461889" y="5119888"/>
                  </a:lnTo>
                  <a:cubicBezTo>
                    <a:pt x="466184" y="5122893"/>
                    <a:pt x="470616" y="5125820"/>
                    <a:pt x="474883" y="5128933"/>
                  </a:cubicBezTo>
                  <a:cubicBezTo>
                    <a:pt x="478982" y="5132235"/>
                    <a:pt x="482476" y="5136069"/>
                    <a:pt x="486410" y="5139557"/>
                  </a:cubicBezTo>
                  <a:cubicBezTo>
                    <a:pt x="494140" y="5146613"/>
                    <a:pt x="502565" y="5152812"/>
                    <a:pt x="510852" y="5159089"/>
                  </a:cubicBezTo>
                  <a:lnTo>
                    <a:pt x="560653" y="5196893"/>
                  </a:lnTo>
                  <a:lnTo>
                    <a:pt x="585485" y="5215834"/>
                  </a:lnTo>
                  <a:cubicBezTo>
                    <a:pt x="593773" y="5222111"/>
                    <a:pt x="601864" y="5228685"/>
                    <a:pt x="610707" y="5234185"/>
                  </a:cubicBezTo>
                  <a:lnTo>
                    <a:pt x="714768" y="5303103"/>
                  </a:lnTo>
                  <a:cubicBezTo>
                    <a:pt x="856162" y="5390603"/>
                    <a:pt x="1008099" y="5459947"/>
                    <a:pt x="1166634" y="5513322"/>
                  </a:cubicBezTo>
                  <a:cubicBezTo>
                    <a:pt x="1186540" y="5519932"/>
                    <a:pt x="1205774" y="5527751"/>
                    <a:pt x="1225991" y="5533632"/>
                  </a:cubicBezTo>
                  <a:lnTo>
                    <a:pt x="1286680" y="5550705"/>
                  </a:lnTo>
                  <a:lnTo>
                    <a:pt x="1347310" y="5567995"/>
                  </a:lnTo>
                  <a:cubicBezTo>
                    <a:pt x="1357469" y="5571180"/>
                    <a:pt x="1367261" y="5573572"/>
                    <a:pt x="1377002" y="5575719"/>
                  </a:cubicBezTo>
                  <a:lnTo>
                    <a:pt x="1406328" y="5582649"/>
                  </a:lnTo>
                  <a:cubicBezTo>
                    <a:pt x="1425825" y="5587757"/>
                    <a:pt x="1445490" y="5590939"/>
                    <a:pt x="1465060" y="5594909"/>
                  </a:cubicBezTo>
                  <a:cubicBezTo>
                    <a:pt x="1484652" y="5599231"/>
                    <a:pt x="1504324" y="5601952"/>
                    <a:pt x="1523881" y="5605105"/>
                  </a:cubicBezTo>
                  <a:cubicBezTo>
                    <a:pt x="1533660" y="5606682"/>
                    <a:pt x="1543460" y="5608613"/>
                    <a:pt x="1553325" y="5609865"/>
                  </a:cubicBezTo>
                  <a:lnTo>
                    <a:pt x="1582813" y="5613593"/>
                  </a:lnTo>
                  <a:lnTo>
                    <a:pt x="1612301" y="5617321"/>
                  </a:lnTo>
                  <a:lnTo>
                    <a:pt x="1641863" y="5619910"/>
                  </a:lnTo>
                  <a:cubicBezTo>
                    <a:pt x="1799348" y="5633940"/>
                    <a:pt x="1957913" y="5625770"/>
                    <a:pt x="2117508" y="5595156"/>
                  </a:cubicBezTo>
                  <a:cubicBezTo>
                    <a:pt x="2277124" y="5564895"/>
                    <a:pt x="2437004" y="5512449"/>
                    <a:pt x="2597368" y="5447381"/>
                  </a:cubicBezTo>
                  <a:cubicBezTo>
                    <a:pt x="2757791" y="5382096"/>
                    <a:pt x="2918855" y="5304464"/>
                    <a:pt x="3082968" y="5223245"/>
                  </a:cubicBezTo>
                  <a:lnTo>
                    <a:pt x="3334855" y="5097383"/>
                  </a:lnTo>
                  <a:cubicBezTo>
                    <a:pt x="3423528" y="5054142"/>
                    <a:pt x="3511773" y="5013798"/>
                    <a:pt x="3599509" y="4976217"/>
                  </a:cubicBezTo>
                  <a:cubicBezTo>
                    <a:pt x="3774960" y="4900701"/>
                    <a:pt x="3948276" y="4837481"/>
                    <a:pt x="4112002" y="4766359"/>
                  </a:cubicBezTo>
                  <a:cubicBezTo>
                    <a:pt x="4193972" y="4730827"/>
                    <a:pt x="4273429" y="4692997"/>
                    <a:pt x="4348983" y="4649833"/>
                  </a:cubicBezTo>
                  <a:cubicBezTo>
                    <a:pt x="4424508" y="4606778"/>
                    <a:pt x="4496050" y="4558250"/>
                    <a:pt x="4560505" y="4501564"/>
                  </a:cubicBezTo>
                  <a:cubicBezTo>
                    <a:pt x="4625198" y="4445289"/>
                    <a:pt x="4682991" y="4381021"/>
                    <a:pt x="4731963" y="4309870"/>
                  </a:cubicBezTo>
                  <a:cubicBezTo>
                    <a:pt x="4781043" y="4238747"/>
                    <a:pt x="4821275" y="4160848"/>
                    <a:pt x="4852344" y="4078640"/>
                  </a:cubicBezTo>
                  <a:lnTo>
                    <a:pt x="4863972" y="4047790"/>
                  </a:lnTo>
                  <a:lnTo>
                    <a:pt x="4874144" y="4016320"/>
                  </a:lnTo>
                  <a:lnTo>
                    <a:pt x="4884127" y="3984682"/>
                  </a:lnTo>
                  <a:cubicBezTo>
                    <a:pt x="4887242" y="3973925"/>
                    <a:pt x="4889981" y="3962835"/>
                    <a:pt x="4892800" y="3951883"/>
                  </a:cubicBezTo>
                  <a:lnTo>
                    <a:pt x="4909526" y="3886001"/>
                  </a:lnTo>
                  <a:lnTo>
                    <a:pt x="4917687" y="3852948"/>
                  </a:lnTo>
                  <a:lnTo>
                    <a:pt x="4921768" y="3836422"/>
                  </a:lnTo>
                  <a:lnTo>
                    <a:pt x="4924845" y="3819742"/>
                  </a:lnTo>
                  <a:cubicBezTo>
                    <a:pt x="4933092" y="3775120"/>
                    <a:pt x="4941231" y="3730469"/>
                    <a:pt x="4948230" y="3685744"/>
                  </a:cubicBezTo>
                  <a:cubicBezTo>
                    <a:pt x="4953579" y="3640694"/>
                    <a:pt x="4958249" y="3595577"/>
                    <a:pt x="4962782" y="3550540"/>
                  </a:cubicBezTo>
                  <a:cubicBezTo>
                    <a:pt x="4976580" y="3369692"/>
                    <a:pt x="4965812" y="3187942"/>
                    <a:pt x="4939468" y="3010249"/>
                  </a:cubicBezTo>
                  <a:cubicBezTo>
                    <a:pt x="4912965" y="2832281"/>
                    <a:pt x="4870237" y="2658196"/>
                    <a:pt x="4816901" y="2488224"/>
                  </a:cubicBezTo>
                  <a:cubicBezTo>
                    <a:pt x="4810197" y="2466954"/>
                    <a:pt x="4803984" y="2445582"/>
                    <a:pt x="4797005" y="2424470"/>
                  </a:cubicBezTo>
                  <a:cubicBezTo>
                    <a:pt x="4789399" y="2403537"/>
                    <a:pt x="4781686" y="2382574"/>
                    <a:pt x="4774433" y="2361620"/>
                  </a:cubicBezTo>
                  <a:lnTo>
                    <a:pt x="4752459" y="2298700"/>
                  </a:lnTo>
                  <a:lnTo>
                    <a:pt x="4728083" y="2236526"/>
                  </a:lnTo>
                  <a:cubicBezTo>
                    <a:pt x="4719957" y="2215802"/>
                    <a:pt x="4712352" y="2194869"/>
                    <a:pt x="4704471" y="2174095"/>
                  </a:cubicBezTo>
                  <a:lnTo>
                    <a:pt x="4678399" y="2112626"/>
                  </a:lnTo>
                  <a:lnTo>
                    <a:pt x="4652601" y="2050999"/>
                  </a:lnTo>
                  <a:cubicBezTo>
                    <a:pt x="4643711" y="2030533"/>
                    <a:pt x="4633616" y="2010672"/>
                    <a:pt x="4624205" y="1990415"/>
                  </a:cubicBezTo>
                  <a:lnTo>
                    <a:pt x="4595398" y="1930069"/>
                  </a:lnTo>
                  <a:cubicBezTo>
                    <a:pt x="4585714" y="1909969"/>
                    <a:pt x="4574413" y="1890713"/>
                    <a:pt x="4563827" y="1870952"/>
                  </a:cubicBezTo>
                  <a:lnTo>
                    <a:pt x="4531433" y="1812311"/>
                  </a:lnTo>
                  <a:lnTo>
                    <a:pt x="4523315" y="1797616"/>
                  </a:lnTo>
                  <a:lnTo>
                    <a:pt x="4514482" y="1783425"/>
                  </a:lnTo>
                  <a:lnTo>
                    <a:pt x="4496845" y="1754936"/>
                  </a:lnTo>
                  <a:lnTo>
                    <a:pt x="4461463" y="1697929"/>
                  </a:lnTo>
                  <a:lnTo>
                    <a:pt x="4452660" y="1683629"/>
                  </a:lnTo>
                  <a:lnTo>
                    <a:pt x="4443141" y="1669834"/>
                  </a:lnTo>
                  <a:lnTo>
                    <a:pt x="4424241" y="1642166"/>
                  </a:lnTo>
                  <a:cubicBezTo>
                    <a:pt x="4399005" y="1605265"/>
                    <a:pt x="4374512" y="1567751"/>
                    <a:pt x="4346886" y="1532412"/>
                  </a:cubicBezTo>
                  <a:cubicBezTo>
                    <a:pt x="4240477" y="1388328"/>
                    <a:pt x="4120362" y="1253437"/>
                    <a:pt x="3985497" y="1134649"/>
                  </a:cubicBezTo>
                  <a:cubicBezTo>
                    <a:pt x="3850799" y="1015675"/>
                    <a:pt x="3702920" y="911715"/>
                    <a:pt x="3545665" y="825877"/>
                  </a:cubicBezTo>
                  <a:lnTo>
                    <a:pt x="3486190" y="794756"/>
                  </a:lnTo>
                  <a:cubicBezTo>
                    <a:pt x="3466181" y="784640"/>
                    <a:pt x="3446893" y="773560"/>
                    <a:pt x="3426182" y="764765"/>
                  </a:cubicBezTo>
                  <a:lnTo>
                    <a:pt x="3365044" y="737255"/>
                  </a:lnTo>
                  <a:lnTo>
                    <a:pt x="3334529" y="723514"/>
                  </a:lnTo>
                  <a:cubicBezTo>
                    <a:pt x="3324394" y="718943"/>
                    <a:pt x="3314287" y="714265"/>
                    <a:pt x="3303733" y="710395"/>
                  </a:cubicBezTo>
                  <a:cubicBezTo>
                    <a:pt x="3262013" y="694346"/>
                    <a:pt x="3220711" y="677599"/>
                    <a:pt x="3179033" y="662259"/>
                  </a:cubicBezTo>
                  <a:lnTo>
                    <a:pt x="3052408" y="620447"/>
                  </a:lnTo>
                  <a:lnTo>
                    <a:pt x="2924325" y="584505"/>
                  </a:lnTo>
                  <a:cubicBezTo>
                    <a:pt x="2903106" y="578471"/>
                    <a:pt x="2881119" y="574434"/>
                    <a:pt x="2859667" y="569266"/>
                  </a:cubicBezTo>
                  <a:lnTo>
                    <a:pt x="2795226" y="554085"/>
                  </a:lnTo>
                  <a:cubicBezTo>
                    <a:pt x="2774078" y="548652"/>
                    <a:pt x="2751709" y="544744"/>
                    <a:pt x="2729702" y="540354"/>
                  </a:cubicBezTo>
                  <a:lnTo>
                    <a:pt x="2663758" y="527322"/>
                  </a:lnTo>
                  <a:lnTo>
                    <a:pt x="2630927" y="520495"/>
                  </a:lnTo>
                  <a:lnTo>
                    <a:pt x="2597965" y="515024"/>
                  </a:lnTo>
                  <a:cubicBezTo>
                    <a:pt x="2575970" y="511449"/>
                    <a:pt x="2554112" y="507795"/>
                    <a:pt x="2532205" y="503895"/>
                  </a:cubicBezTo>
                  <a:cubicBezTo>
                    <a:pt x="2357016" y="475037"/>
                    <a:pt x="2182954" y="456682"/>
                    <a:pt x="2010064" y="452552"/>
                  </a:cubicBezTo>
                  <a:cubicBezTo>
                    <a:pt x="1837255" y="448558"/>
                    <a:pt x="1665388" y="457916"/>
                    <a:pt x="1494552" y="485055"/>
                  </a:cubicBezTo>
                  <a:cubicBezTo>
                    <a:pt x="1452133" y="492816"/>
                    <a:pt x="1409569" y="501117"/>
                    <a:pt x="1366896" y="509389"/>
                  </a:cubicBezTo>
                  <a:cubicBezTo>
                    <a:pt x="1324862" y="520035"/>
                    <a:pt x="1282333" y="529505"/>
                    <a:pt x="1240175" y="541045"/>
                  </a:cubicBezTo>
                  <a:lnTo>
                    <a:pt x="1177438" y="560170"/>
                  </a:lnTo>
                  <a:lnTo>
                    <a:pt x="1145987" y="569826"/>
                  </a:lnTo>
                  <a:lnTo>
                    <a:pt x="1130315" y="574669"/>
                  </a:lnTo>
                  <a:lnTo>
                    <a:pt x="1114873" y="580384"/>
                  </a:lnTo>
                  <a:lnTo>
                    <a:pt x="1052839" y="602943"/>
                  </a:lnTo>
                  <a:cubicBezTo>
                    <a:pt x="1032151" y="610499"/>
                    <a:pt x="1011255" y="617535"/>
                    <a:pt x="991135" y="626866"/>
                  </a:cubicBezTo>
                  <a:lnTo>
                    <a:pt x="930179" y="653191"/>
                  </a:lnTo>
                  <a:cubicBezTo>
                    <a:pt x="909850" y="662002"/>
                    <a:pt x="889443" y="670676"/>
                    <a:pt x="869768" y="680937"/>
                  </a:cubicBezTo>
                  <a:lnTo>
                    <a:pt x="810085" y="710734"/>
                  </a:lnTo>
                  <a:cubicBezTo>
                    <a:pt x="790331" y="720859"/>
                    <a:pt x="770124" y="730514"/>
                    <a:pt x="751220" y="741794"/>
                  </a:cubicBezTo>
                  <a:cubicBezTo>
                    <a:pt x="673929" y="784955"/>
                    <a:pt x="598827" y="830326"/>
                    <a:pt x="532669" y="881688"/>
                  </a:cubicBezTo>
                  <a:cubicBezTo>
                    <a:pt x="464226" y="931625"/>
                    <a:pt x="406969" y="988270"/>
                    <a:pt x="354185" y="1050286"/>
                  </a:cubicBezTo>
                  <a:lnTo>
                    <a:pt x="315980" y="1098125"/>
                  </a:lnTo>
                  <a:lnTo>
                    <a:pt x="280345" y="1149782"/>
                  </a:lnTo>
                  <a:cubicBezTo>
                    <a:pt x="268144" y="1166335"/>
                    <a:pt x="257438" y="1185955"/>
                    <a:pt x="245890" y="1203959"/>
                  </a:cubicBezTo>
                  <a:cubicBezTo>
                    <a:pt x="234552" y="1222481"/>
                    <a:pt x="223171" y="1240298"/>
                    <a:pt x="212162" y="1260184"/>
                  </a:cubicBezTo>
                  <a:cubicBezTo>
                    <a:pt x="168299" y="1337574"/>
                    <a:pt x="125055" y="1419360"/>
                    <a:pt x="80716" y="1502476"/>
                  </a:cubicBezTo>
                  <a:lnTo>
                    <a:pt x="0" y="1648841"/>
                  </a:lnTo>
                  <a:lnTo>
                    <a:pt x="0" y="954863"/>
                  </a:lnTo>
                  <a:lnTo>
                    <a:pt x="43491" y="895513"/>
                  </a:lnTo>
                  <a:cubicBezTo>
                    <a:pt x="59888" y="874984"/>
                    <a:pt x="77014" y="854766"/>
                    <a:pt x="93923" y="834489"/>
                  </a:cubicBezTo>
                  <a:cubicBezTo>
                    <a:pt x="163245" y="754880"/>
                    <a:pt x="240806" y="679565"/>
                    <a:pt x="323465" y="617671"/>
                  </a:cubicBezTo>
                  <a:cubicBezTo>
                    <a:pt x="405002" y="553042"/>
                    <a:pt x="490132" y="499230"/>
                    <a:pt x="574777" y="446794"/>
                  </a:cubicBezTo>
                  <a:cubicBezTo>
                    <a:pt x="595733" y="433050"/>
                    <a:pt x="617442" y="421248"/>
                    <a:pt x="638943" y="408925"/>
                  </a:cubicBezTo>
                  <a:lnTo>
                    <a:pt x="703505" y="371742"/>
                  </a:lnTo>
                  <a:cubicBezTo>
                    <a:pt x="724798" y="358900"/>
                    <a:pt x="747120" y="347842"/>
                    <a:pt x="769262" y="336154"/>
                  </a:cubicBezTo>
                  <a:lnTo>
                    <a:pt x="835552" y="301173"/>
                  </a:lnTo>
                  <a:cubicBezTo>
                    <a:pt x="857427" y="289183"/>
                    <a:pt x="880470" y="278896"/>
                    <a:pt x="902979" y="268004"/>
                  </a:cubicBezTo>
                  <a:lnTo>
                    <a:pt x="971127" y="235607"/>
                  </a:lnTo>
                  <a:lnTo>
                    <a:pt x="988238" y="227556"/>
                  </a:lnTo>
                  <a:lnTo>
                    <a:pt x="1005744" y="220191"/>
                  </a:lnTo>
                  <a:lnTo>
                    <a:pt x="1040729" y="205569"/>
                  </a:lnTo>
                  <a:lnTo>
                    <a:pt x="1110835" y="176248"/>
                  </a:lnTo>
                  <a:cubicBezTo>
                    <a:pt x="1157999" y="157703"/>
                    <a:pt x="1206322" y="141323"/>
                    <a:pt x="1254256" y="123796"/>
                  </a:cubicBezTo>
                  <a:cubicBezTo>
                    <a:pt x="1302938" y="108671"/>
                    <a:pt x="1352074" y="94017"/>
                    <a:pt x="1401310" y="79852"/>
                  </a:cubicBezTo>
                  <a:cubicBezTo>
                    <a:pt x="1599497" y="26774"/>
                    <a:pt x="1806373" y="-329"/>
                    <a:pt x="2011811" y="4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8BE44C1C-AFED-5E8F-51BB-4F154B4F089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297400"/>
              <a:ext cx="5215811" cy="6107388"/>
            </a:xfrm>
            <a:custGeom>
              <a:avLst/>
              <a:gdLst>
                <a:gd name="connsiteX0" fmla="*/ 1869139 w 5215811"/>
                <a:gd name="connsiteY0" fmla="*/ 9 h 6107388"/>
                <a:gd name="connsiteX1" fmla="*/ 2791149 w 5215811"/>
                <a:gd name="connsiteY1" fmla="*/ 130229 h 6107388"/>
                <a:gd name="connsiteX2" fmla="*/ 4760307 w 5215811"/>
                <a:gd name="connsiteY2" fmla="*/ 1608408 h 6107388"/>
                <a:gd name="connsiteX3" fmla="*/ 5108574 w 5215811"/>
                <a:gd name="connsiteY3" fmla="*/ 4050383 h 6107388"/>
                <a:gd name="connsiteX4" fmla="*/ 3434916 w 5215811"/>
                <a:gd name="connsiteY4" fmla="*/ 5503134 h 6107388"/>
                <a:gd name="connsiteX5" fmla="*/ 1137841 w 5215811"/>
                <a:gd name="connsiteY5" fmla="*/ 6033968 h 6107388"/>
                <a:gd name="connsiteX6" fmla="*/ 217555 w 5215811"/>
                <a:gd name="connsiteY6" fmla="*/ 5598945 h 6107388"/>
                <a:gd name="connsiteX7" fmla="*/ 0 w 5215811"/>
                <a:gd name="connsiteY7" fmla="*/ 5419622 h 6107388"/>
                <a:gd name="connsiteX8" fmla="*/ 0 w 5215811"/>
                <a:gd name="connsiteY8" fmla="*/ 4571683 h 6107388"/>
                <a:gd name="connsiteX9" fmla="*/ 18056 w 5215811"/>
                <a:gd name="connsiteY9" fmla="*/ 4599282 h 6107388"/>
                <a:gd name="connsiteX10" fmla="*/ 358324 w 5215811"/>
                <a:gd name="connsiteY10" fmla="*/ 4988154 h 6107388"/>
                <a:gd name="connsiteX11" fmla="*/ 1282741 w 5215811"/>
                <a:gd name="connsiteY11" fmla="*/ 5493193 h 6107388"/>
                <a:gd name="connsiteX12" fmla="*/ 2172794 w 5215811"/>
                <a:gd name="connsiteY12" fmla="*/ 5470630 h 6107388"/>
                <a:gd name="connsiteX13" fmla="*/ 3146893 w 5215811"/>
                <a:gd name="connsiteY13" fmla="*/ 5016296 h 6107388"/>
                <a:gd name="connsiteX14" fmla="*/ 3574114 w 5215811"/>
                <a:gd name="connsiteY14" fmla="*/ 4791124 h 6107388"/>
                <a:gd name="connsiteX15" fmla="*/ 4244948 w 5215811"/>
                <a:gd name="connsiteY15" fmla="*/ 4392664 h 6107388"/>
                <a:gd name="connsiteX16" fmla="*/ 4556385 w 5215811"/>
                <a:gd name="connsiteY16" fmla="*/ 3902656 h 6107388"/>
                <a:gd name="connsiteX17" fmla="*/ 4616354 w 5215811"/>
                <a:gd name="connsiteY17" fmla="*/ 2851680 h 6107388"/>
                <a:gd name="connsiteX18" fmla="*/ 4269266 w 5215811"/>
                <a:gd name="connsiteY18" fmla="*/ 1889625 h 6107388"/>
                <a:gd name="connsiteX19" fmla="*/ 2645976 w 5215811"/>
                <a:gd name="connsiteY19" fmla="*/ 671162 h 6107388"/>
                <a:gd name="connsiteX20" fmla="*/ 1648930 w 5215811"/>
                <a:gd name="connsiteY20" fmla="*/ 573017 h 6107388"/>
                <a:gd name="connsiteX21" fmla="*/ 771768 w 5215811"/>
                <a:gd name="connsiteY21" fmla="*/ 865882 h 6107388"/>
                <a:gd name="connsiteX22" fmla="*/ 433617 w 5215811"/>
                <a:gd name="connsiteY22" fmla="*/ 1119441 h 6107388"/>
                <a:gd name="connsiteX23" fmla="*/ 200571 w 5215811"/>
                <a:gd name="connsiteY23" fmla="*/ 1486480 h 6107388"/>
                <a:gd name="connsiteX24" fmla="*/ 47077 w 5215811"/>
                <a:gd name="connsiteY24" fmla="*/ 1753604 h 6107388"/>
                <a:gd name="connsiteX25" fmla="*/ 0 w 5215811"/>
                <a:gd name="connsiteY25" fmla="*/ 1831655 h 6107388"/>
                <a:gd name="connsiteX26" fmla="*/ 0 w 5215811"/>
                <a:gd name="connsiteY26" fmla="*/ 751112 h 6107388"/>
                <a:gd name="connsiteX27" fmla="*/ 6994 w 5215811"/>
                <a:gd name="connsiteY27" fmla="*/ 742614 h 6107388"/>
                <a:gd name="connsiteX28" fmla="*/ 484047 w 5215811"/>
                <a:gd name="connsiteY28" fmla="*/ 378777 h 6107388"/>
                <a:gd name="connsiteX29" fmla="*/ 1869139 w 5215811"/>
                <a:gd name="connsiteY29" fmla="*/ 9 h 61073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5811" h="6107388">
                  <a:moveTo>
                    <a:pt x="1869139" y="9"/>
                  </a:moveTo>
                  <a:cubicBezTo>
                    <a:pt x="2160924" y="-706"/>
                    <a:pt x="2465752" y="43039"/>
                    <a:pt x="2791149" y="130229"/>
                  </a:cubicBezTo>
                  <a:cubicBezTo>
                    <a:pt x="3651198" y="360678"/>
                    <a:pt x="4339884" y="907924"/>
                    <a:pt x="4760307" y="1608408"/>
                  </a:cubicBezTo>
                  <a:cubicBezTo>
                    <a:pt x="5188180" y="2321320"/>
                    <a:pt x="5338357" y="3192822"/>
                    <a:pt x="5108574" y="4050383"/>
                  </a:cubicBezTo>
                  <a:cubicBezTo>
                    <a:pt x="4880820" y="4900373"/>
                    <a:pt x="4152841" y="5098512"/>
                    <a:pt x="3434916" y="5503134"/>
                  </a:cubicBezTo>
                  <a:cubicBezTo>
                    <a:pt x="2717099" y="5907783"/>
                    <a:pt x="2005568" y="6266474"/>
                    <a:pt x="1137841" y="6033968"/>
                  </a:cubicBezTo>
                  <a:cubicBezTo>
                    <a:pt x="783079" y="5938910"/>
                    <a:pt x="479573" y="5790114"/>
                    <a:pt x="217555" y="5598945"/>
                  </a:cubicBezTo>
                  <a:lnTo>
                    <a:pt x="0" y="5419622"/>
                  </a:lnTo>
                  <a:lnTo>
                    <a:pt x="0" y="4571683"/>
                  </a:lnTo>
                  <a:lnTo>
                    <a:pt x="18056" y="4599282"/>
                  </a:lnTo>
                  <a:cubicBezTo>
                    <a:pt x="124071" y="4746782"/>
                    <a:pt x="237002" y="4875718"/>
                    <a:pt x="358324" y="4988154"/>
                  </a:cubicBezTo>
                  <a:cubicBezTo>
                    <a:pt x="621323" y="5231809"/>
                    <a:pt x="923667" y="5396979"/>
                    <a:pt x="1282741" y="5493193"/>
                  </a:cubicBezTo>
                  <a:cubicBezTo>
                    <a:pt x="1573894" y="5571207"/>
                    <a:pt x="1856732" y="5563878"/>
                    <a:pt x="2172794" y="5470630"/>
                  </a:cubicBezTo>
                  <a:cubicBezTo>
                    <a:pt x="2498985" y="5374183"/>
                    <a:pt x="2832844" y="5193315"/>
                    <a:pt x="3146893" y="5016296"/>
                  </a:cubicBezTo>
                  <a:cubicBezTo>
                    <a:pt x="3293538" y="4933641"/>
                    <a:pt x="3436182" y="4861160"/>
                    <a:pt x="3574114" y="4791124"/>
                  </a:cubicBezTo>
                  <a:cubicBezTo>
                    <a:pt x="3841238" y="4655550"/>
                    <a:pt x="4071901" y="4538375"/>
                    <a:pt x="4244948" y="4392664"/>
                  </a:cubicBezTo>
                  <a:cubicBezTo>
                    <a:pt x="4405844" y="4257259"/>
                    <a:pt x="4501845" y="4106204"/>
                    <a:pt x="4556385" y="3902656"/>
                  </a:cubicBezTo>
                  <a:cubicBezTo>
                    <a:pt x="4649063" y="3556776"/>
                    <a:pt x="4669271" y="3203187"/>
                    <a:pt x="4616354" y="2851680"/>
                  </a:cubicBezTo>
                  <a:cubicBezTo>
                    <a:pt x="4565198" y="2511774"/>
                    <a:pt x="4448474" y="2188147"/>
                    <a:pt x="4269266" y="1889625"/>
                  </a:cubicBezTo>
                  <a:cubicBezTo>
                    <a:pt x="3907781" y="1287586"/>
                    <a:pt x="3331245" y="854780"/>
                    <a:pt x="2645976" y="671162"/>
                  </a:cubicBezTo>
                  <a:cubicBezTo>
                    <a:pt x="2278249" y="572630"/>
                    <a:pt x="1952074" y="540526"/>
                    <a:pt x="1648930" y="573017"/>
                  </a:cubicBezTo>
                  <a:cubicBezTo>
                    <a:pt x="1351746" y="604901"/>
                    <a:pt x="1064785" y="700731"/>
                    <a:pt x="771768" y="865882"/>
                  </a:cubicBezTo>
                  <a:cubicBezTo>
                    <a:pt x="568061" y="980657"/>
                    <a:pt x="486465" y="1058486"/>
                    <a:pt x="433617" y="1119441"/>
                  </a:cubicBezTo>
                  <a:cubicBezTo>
                    <a:pt x="358307" y="1206256"/>
                    <a:pt x="292149" y="1323808"/>
                    <a:pt x="200571" y="1486480"/>
                  </a:cubicBezTo>
                  <a:cubicBezTo>
                    <a:pt x="156644" y="1564432"/>
                    <a:pt x="106654" y="1653214"/>
                    <a:pt x="47077" y="1753604"/>
                  </a:cubicBezTo>
                  <a:lnTo>
                    <a:pt x="0" y="1831655"/>
                  </a:lnTo>
                  <a:lnTo>
                    <a:pt x="0" y="751112"/>
                  </a:lnTo>
                  <a:lnTo>
                    <a:pt x="6994" y="742614"/>
                  </a:lnTo>
                  <a:cubicBezTo>
                    <a:pt x="117721" y="617683"/>
                    <a:pt x="259696" y="505222"/>
                    <a:pt x="484047" y="378777"/>
                  </a:cubicBezTo>
                  <a:cubicBezTo>
                    <a:pt x="932751" y="125890"/>
                    <a:pt x="1382831" y="1200"/>
                    <a:pt x="1869139" y="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CCD0EC66-98FC-8097-3172-49F06CFA932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319367"/>
              <a:ext cx="5217956" cy="6100079"/>
            </a:xfrm>
            <a:custGeom>
              <a:avLst/>
              <a:gdLst>
                <a:gd name="connsiteX0" fmla="*/ 1951393 w 5217956"/>
                <a:gd name="connsiteY0" fmla="*/ 82 h 6100079"/>
                <a:gd name="connsiteX1" fmla="*/ 2855177 w 5217956"/>
                <a:gd name="connsiteY1" fmla="*/ 125419 h 6100079"/>
                <a:gd name="connsiteX2" fmla="*/ 4779341 w 5217956"/>
                <a:gd name="connsiteY2" fmla="*/ 1591542 h 6100079"/>
                <a:gd name="connsiteX3" fmla="*/ 5108573 w 5217956"/>
                <a:gd name="connsiteY3" fmla="*/ 4028416 h 6100079"/>
                <a:gd name="connsiteX4" fmla="*/ 3459358 w 5217956"/>
                <a:gd name="connsiteY4" fmla="*/ 5487716 h 6100079"/>
                <a:gd name="connsiteX5" fmla="*/ 1203274 w 5217956"/>
                <a:gd name="connsiteY5" fmla="*/ 6029534 h 6100079"/>
                <a:gd name="connsiteX6" fmla="*/ 59920 w 5217956"/>
                <a:gd name="connsiteY6" fmla="*/ 5396467 h 6100079"/>
                <a:gd name="connsiteX7" fmla="*/ 0 w 5217956"/>
                <a:gd name="connsiteY7" fmla="*/ 5333382 h 6100079"/>
                <a:gd name="connsiteX8" fmla="*/ 0 w 5217956"/>
                <a:gd name="connsiteY8" fmla="*/ 4205833 h 6100079"/>
                <a:gd name="connsiteX9" fmla="*/ 58036 w 5217956"/>
                <a:gd name="connsiteY9" fmla="*/ 4310048 h 6100079"/>
                <a:gd name="connsiteX10" fmla="*/ 520779 w 5217956"/>
                <a:gd name="connsiteY10" fmla="*/ 4907591 h 6100079"/>
                <a:gd name="connsiteX11" fmla="*/ 1377154 w 5217956"/>
                <a:gd name="connsiteY11" fmla="*/ 5380604 h 6100079"/>
                <a:gd name="connsiteX12" fmla="*/ 3123340 w 5217956"/>
                <a:gd name="connsiteY12" fmla="*/ 4905715 h 6100079"/>
                <a:gd name="connsiteX13" fmla="*/ 3547863 w 5217956"/>
                <a:gd name="connsiteY13" fmla="*/ 4676342 h 6100079"/>
                <a:gd name="connsiteX14" fmla="*/ 4186753 w 5217956"/>
                <a:gd name="connsiteY14" fmla="*/ 4289376 h 6100079"/>
                <a:gd name="connsiteX15" fmla="*/ 4459565 w 5217956"/>
                <a:gd name="connsiteY15" fmla="*/ 3854399 h 6100079"/>
                <a:gd name="connsiteX16" fmla="*/ 4521015 w 5217956"/>
                <a:gd name="connsiteY16" fmla="*/ 2849377 h 6100079"/>
                <a:gd name="connsiteX17" fmla="*/ 4199723 w 5217956"/>
                <a:gd name="connsiteY17" fmla="*/ 1931213 h 6100079"/>
                <a:gd name="connsiteX18" fmla="*/ 2681217 w 5217956"/>
                <a:gd name="connsiteY18" fmla="*/ 774211 h 6100079"/>
                <a:gd name="connsiteX19" fmla="*/ 926547 w 5217956"/>
                <a:gd name="connsiteY19" fmla="*/ 967112 h 6100079"/>
                <a:gd name="connsiteX20" fmla="*/ 622677 w 5217956"/>
                <a:gd name="connsiteY20" fmla="*/ 1197863 h 6100079"/>
                <a:gd name="connsiteX21" fmla="*/ 404892 w 5217956"/>
                <a:gd name="connsiteY21" fmla="*/ 1547314 h 6100079"/>
                <a:gd name="connsiteX22" fmla="*/ 40135 w 5217956"/>
                <a:gd name="connsiteY22" fmla="*/ 2159090 h 6100079"/>
                <a:gd name="connsiteX23" fmla="*/ 0 w 5217956"/>
                <a:gd name="connsiteY23" fmla="*/ 2219367 h 6100079"/>
                <a:gd name="connsiteX24" fmla="*/ 0 w 5217956"/>
                <a:gd name="connsiteY24" fmla="*/ 915659 h 6100079"/>
                <a:gd name="connsiteX25" fmla="*/ 58609 w 5217956"/>
                <a:gd name="connsiteY25" fmla="*/ 828051 h 6100079"/>
                <a:gd name="connsiteX26" fmla="*/ 590688 w 5217956"/>
                <a:gd name="connsiteY26" fmla="*/ 385385 h 6100079"/>
                <a:gd name="connsiteX27" fmla="*/ 1951393 w 5217956"/>
                <a:gd name="connsiteY27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5217956" h="6100079">
                  <a:moveTo>
                    <a:pt x="1951393" y="82"/>
                  </a:moveTo>
                  <a:cubicBezTo>
                    <a:pt x="2237631" y="-2119"/>
                    <a:pt x="2536431" y="40011"/>
                    <a:pt x="2855177" y="125419"/>
                  </a:cubicBezTo>
                  <a:cubicBezTo>
                    <a:pt x="3697704" y="351173"/>
                    <a:pt x="4370490" y="894159"/>
                    <a:pt x="4779341" y="1591542"/>
                  </a:cubicBezTo>
                  <a:cubicBezTo>
                    <a:pt x="5195534" y="2301324"/>
                    <a:pt x="5338356" y="3170855"/>
                    <a:pt x="5108573" y="4028416"/>
                  </a:cubicBezTo>
                  <a:cubicBezTo>
                    <a:pt x="4880819" y="4878406"/>
                    <a:pt x="4165603" y="5079965"/>
                    <a:pt x="3459358" y="5487716"/>
                  </a:cubicBezTo>
                  <a:cubicBezTo>
                    <a:pt x="2753114" y="5895466"/>
                    <a:pt x="2053264" y="6257288"/>
                    <a:pt x="1203274" y="6029534"/>
                  </a:cubicBezTo>
                  <a:cubicBezTo>
                    <a:pt x="739884" y="5905369"/>
                    <a:pt x="366399" y="5685345"/>
                    <a:pt x="59920" y="5396467"/>
                  </a:cubicBezTo>
                  <a:lnTo>
                    <a:pt x="0" y="5333382"/>
                  </a:lnTo>
                  <a:lnTo>
                    <a:pt x="0" y="4205833"/>
                  </a:lnTo>
                  <a:lnTo>
                    <a:pt x="58036" y="4310048"/>
                  </a:lnTo>
                  <a:cubicBezTo>
                    <a:pt x="197935" y="4550245"/>
                    <a:pt x="350594" y="4747142"/>
                    <a:pt x="520779" y="4907591"/>
                  </a:cubicBezTo>
                  <a:cubicBezTo>
                    <a:pt x="763600" y="5136565"/>
                    <a:pt x="1043821" y="5291288"/>
                    <a:pt x="1377154" y="5380604"/>
                  </a:cubicBezTo>
                  <a:cubicBezTo>
                    <a:pt x="1963029" y="5537589"/>
                    <a:pt x="2470519" y="5282804"/>
                    <a:pt x="3123340" y="4905715"/>
                  </a:cubicBezTo>
                  <a:cubicBezTo>
                    <a:pt x="3269800" y="4821157"/>
                    <a:pt x="3411134" y="4747512"/>
                    <a:pt x="3547863" y="4676342"/>
                  </a:cubicBezTo>
                  <a:cubicBezTo>
                    <a:pt x="3804497" y="4542710"/>
                    <a:pt x="4026085" y="4427393"/>
                    <a:pt x="4186753" y="4289376"/>
                  </a:cubicBezTo>
                  <a:cubicBezTo>
                    <a:pt x="4329009" y="4167293"/>
                    <a:pt x="4410589" y="4037181"/>
                    <a:pt x="4459565" y="3854399"/>
                  </a:cubicBezTo>
                  <a:cubicBezTo>
                    <a:pt x="4548302" y="3523229"/>
                    <a:pt x="4568981" y="3185183"/>
                    <a:pt x="4521015" y="2849377"/>
                  </a:cubicBezTo>
                  <a:cubicBezTo>
                    <a:pt x="4474709" y="2524680"/>
                    <a:pt x="4366564" y="2215756"/>
                    <a:pt x="4199723" y="1931213"/>
                  </a:cubicBezTo>
                  <a:cubicBezTo>
                    <a:pt x="3863270" y="1357325"/>
                    <a:pt x="3323982" y="946439"/>
                    <a:pt x="2681217" y="774211"/>
                  </a:cubicBezTo>
                  <a:cubicBezTo>
                    <a:pt x="2001139" y="591984"/>
                    <a:pt x="1476322" y="649699"/>
                    <a:pt x="926547" y="967112"/>
                  </a:cubicBezTo>
                  <a:cubicBezTo>
                    <a:pt x="740730" y="1074393"/>
                    <a:pt x="668642" y="1143989"/>
                    <a:pt x="622677" y="1197863"/>
                  </a:cubicBezTo>
                  <a:cubicBezTo>
                    <a:pt x="555599" y="1276450"/>
                    <a:pt x="492360" y="1390031"/>
                    <a:pt x="404892" y="1547314"/>
                  </a:cubicBezTo>
                  <a:cubicBezTo>
                    <a:pt x="317047" y="1705133"/>
                    <a:pt x="204816" y="1906756"/>
                    <a:pt x="40135" y="2159090"/>
                  </a:cubicBezTo>
                  <a:lnTo>
                    <a:pt x="0" y="2219367"/>
                  </a:lnTo>
                  <a:lnTo>
                    <a:pt x="0" y="915659"/>
                  </a:lnTo>
                  <a:lnTo>
                    <a:pt x="58609" y="828051"/>
                  </a:lnTo>
                  <a:cubicBezTo>
                    <a:pt x="177453" y="670481"/>
                    <a:pt x="325846" y="538291"/>
                    <a:pt x="590688" y="385385"/>
                  </a:cubicBezTo>
                  <a:cubicBezTo>
                    <a:pt x="1032158" y="130559"/>
                    <a:pt x="1474329" y="3750"/>
                    <a:pt x="1951393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F6D9DC1F-A193-C199-98A6-A7C479EE6DD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319367"/>
              <a:ext cx="5217957" cy="6100079"/>
            </a:xfrm>
            <a:custGeom>
              <a:avLst/>
              <a:gdLst>
                <a:gd name="connsiteX0" fmla="*/ 1951394 w 5217957"/>
                <a:gd name="connsiteY0" fmla="*/ 82 h 6100079"/>
                <a:gd name="connsiteX1" fmla="*/ 2855178 w 5217957"/>
                <a:gd name="connsiteY1" fmla="*/ 125419 h 6100079"/>
                <a:gd name="connsiteX2" fmla="*/ 4779341 w 5217957"/>
                <a:gd name="connsiteY2" fmla="*/ 1591542 h 6100079"/>
                <a:gd name="connsiteX3" fmla="*/ 5108574 w 5217957"/>
                <a:gd name="connsiteY3" fmla="*/ 4028416 h 6100079"/>
                <a:gd name="connsiteX4" fmla="*/ 3459359 w 5217957"/>
                <a:gd name="connsiteY4" fmla="*/ 5487716 h 6100079"/>
                <a:gd name="connsiteX5" fmla="*/ 1203275 w 5217957"/>
                <a:gd name="connsiteY5" fmla="*/ 6029534 h 6100079"/>
                <a:gd name="connsiteX6" fmla="*/ 59921 w 5217957"/>
                <a:gd name="connsiteY6" fmla="*/ 5396467 h 6100079"/>
                <a:gd name="connsiteX7" fmla="*/ 0 w 5217957"/>
                <a:gd name="connsiteY7" fmla="*/ 5333381 h 6100079"/>
                <a:gd name="connsiteX8" fmla="*/ 0 w 5217957"/>
                <a:gd name="connsiteY8" fmla="*/ 4427327 h 6100079"/>
                <a:gd name="connsiteX9" fmla="*/ 112056 w 5217957"/>
                <a:gd name="connsiteY9" fmla="*/ 4602502 h 6100079"/>
                <a:gd name="connsiteX10" fmla="*/ 443875 w 5217957"/>
                <a:gd name="connsiteY10" fmla="*/ 4989110 h 6100079"/>
                <a:gd name="connsiteX11" fmla="*/ 1348175 w 5217957"/>
                <a:gd name="connsiteY11" fmla="*/ 5488759 h 6100079"/>
                <a:gd name="connsiteX12" fmla="*/ 2221463 w 5217957"/>
                <a:gd name="connsiteY12" fmla="*/ 5461704 h 6100079"/>
                <a:gd name="connsiteX13" fmla="*/ 3179339 w 5217957"/>
                <a:gd name="connsiteY13" fmla="*/ 5003023 h 6100079"/>
                <a:gd name="connsiteX14" fmla="*/ 3599638 w 5217957"/>
                <a:gd name="connsiteY14" fmla="*/ 4775996 h 6100079"/>
                <a:gd name="connsiteX15" fmla="*/ 4259765 w 5217957"/>
                <a:gd name="connsiteY15" fmla="*/ 4374667 h 6100079"/>
                <a:gd name="connsiteX16" fmla="*/ 4567742 w 5217957"/>
                <a:gd name="connsiteY16" fmla="*/ 3883732 h 6100079"/>
                <a:gd name="connsiteX17" fmla="*/ 4631929 w 5217957"/>
                <a:gd name="connsiteY17" fmla="*/ 2833886 h 6100079"/>
                <a:gd name="connsiteX18" fmla="*/ 4296412 w 5217957"/>
                <a:gd name="connsiteY18" fmla="*/ 1874932 h 6100079"/>
                <a:gd name="connsiteX19" fmla="*/ 2710219 w 5217957"/>
                <a:gd name="connsiteY19" fmla="*/ 666410 h 6100079"/>
                <a:gd name="connsiteX20" fmla="*/ 1732642 w 5217957"/>
                <a:gd name="connsiteY20" fmla="*/ 573480 h 6100079"/>
                <a:gd name="connsiteX21" fmla="*/ 870621 w 5217957"/>
                <a:gd name="connsiteY21" fmla="*/ 870402 h 6100079"/>
                <a:gd name="connsiteX22" fmla="*/ 537555 w 5217957"/>
                <a:gd name="connsiteY22" fmla="*/ 1125324 h 6100079"/>
                <a:gd name="connsiteX23" fmla="*/ 306995 w 5217957"/>
                <a:gd name="connsiteY23" fmla="*/ 1493030 h 6100079"/>
                <a:gd name="connsiteX24" fmla="*/ 23579 w 5217957"/>
                <a:gd name="connsiteY24" fmla="*/ 1977465 h 6100079"/>
                <a:gd name="connsiteX25" fmla="*/ 0 w 5217957"/>
                <a:gd name="connsiteY25" fmla="*/ 2014291 h 6100079"/>
                <a:gd name="connsiteX26" fmla="*/ 0 w 5217957"/>
                <a:gd name="connsiteY26" fmla="*/ 915660 h 6100079"/>
                <a:gd name="connsiteX27" fmla="*/ 58609 w 5217957"/>
                <a:gd name="connsiteY27" fmla="*/ 828051 h 6100079"/>
                <a:gd name="connsiteX28" fmla="*/ 590689 w 5217957"/>
                <a:gd name="connsiteY28" fmla="*/ 385385 h 6100079"/>
                <a:gd name="connsiteX29" fmla="*/ 1951394 w 5217957"/>
                <a:gd name="connsiteY29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7957" h="6100079">
                  <a:moveTo>
                    <a:pt x="1951394" y="82"/>
                  </a:moveTo>
                  <a:cubicBezTo>
                    <a:pt x="2237632" y="-2119"/>
                    <a:pt x="2536431" y="40011"/>
                    <a:pt x="2855178" y="125419"/>
                  </a:cubicBezTo>
                  <a:cubicBezTo>
                    <a:pt x="3697704" y="351173"/>
                    <a:pt x="4370491" y="894159"/>
                    <a:pt x="4779341" y="1591542"/>
                  </a:cubicBezTo>
                  <a:cubicBezTo>
                    <a:pt x="5195535" y="2301324"/>
                    <a:pt x="5338357" y="3170855"/>
                    <a:pt x="5108574" y="4028416"/>
                  </a:cubicBezTo>
                  <a:cubicBezTo>
                    <a:pt x="4880820" y="4878406"/>
                    <a:pt x="4165604" y="5079965"/>
                    <a:pt x="3459359" y="5487716"/>
                  </a:cubicBezTo>
                  <a:cubicBezTo>
                    <a:pt x="2753115" y="5895466"/>
                    <a:pt x="2053265" y="6257288"/>
                    <a:pt x="1203275" y="6029534"/>
                  </a:cubicBezTo>
                  <a:cubicBezTo>
                    <a:pt x="739885" y="5905369"/>
                    <a:pt x="366400" y="5685345"/>
                    <a:pt x="59921" y="5396467"/>
                  </a:cubicBezTo>
                  <a:lnTo>
                    <a:pt x="0" y="5333381"/>
                  </a:lnTo>
                  <a:lnTo>
                    <a:pt x="0" y="4427327"/>
                  </a:lnTo>
                  <a:lnTo>
                    <a:pt x="112056" y="4602502"/>
                  </a:lnTo>
                  <a:cubicBezTo>
                    <a:pt x="215300" y="4749260"/>
                    <a:pt x="325419" y="4877443"/>
                    <a:pt x="443875" y="4989110"/>
                  </a:cubicBezTo>
                  <a:cubicBezTo>
                    <a:pt x="700709" y="5231113"/>
                    <a:pt x="996455" y="5394516"/>
                    <a:pt x="1348175" y="5488759"/>
                  </a:cubicBezTo>
                  <a:cubicBezTo>
                    <a:pt x="1633379" y="5565179"/>
                    <a:pt x="1910917" y="5556430"/>
                    <a:pt x="2221463" y="5461704"/>
                  </a:cubicBezTo>
                  <a:cubicBezTo>
                    <a:pt x="2541923" y="5363721"/>
                    <a:pt x="2870374" y="5181404"/>
                    <a:pt x="3179339" y="5003023"/>
                  </a:cubicBezTo>
                  <a:cubicBezTo>
                    <a:pt x="3323713" y="4919760"/>
                    <a:pt x="3463978" y="4846641"/>
                    <a:pt x="3599638" y="4775996"/>
                  </a:cubicBezTo>
                  <a:cubicBezTo>
                    <a:pt x="3862436" y="4639263"/>
                    <a:pt x="4089314" y="4521074"/>
                    <a:pt x="4259765" y="4374667"/>
                  </a:cubicBezTo>
                  <a:cubicBezTo>
                    <a:pt x="4418282" y="4238625"/>
                    <a:pt x="4513201" y="4087280"/>
                    <a:pt x="4567742" y="3883732"/>
                  </a:cubicBezTo>
                  <a:cubicBezTo>
                    <a:pt x="4660420" y="3537853"/>
                    <a:pt x="4682033" y="3184640"/>
                    <a:pt x="4631929" y="2833886"/>
                  </a:cubicBezTo>
                  <a:cubicBezTo>
                    <a:pt x="4583584" y="2494734"/>
                    <a:pt x="4470646" y="2172121"/>
                    <a:pt x="4296412" y="1874932"/>
                  </a:cubicBezTo>
                  <a:cubicBezTo>
                    <a:pt x="3944879" y="1275559"/>
                    <a:pt x="3381537" y="846289"/>
                    <a:pt x="2710219" y="666410"/>
                  </a:cubicBezTo>
                  <a:cubicBezTo>
                    <a:pt x="2349955" y="569877"/>
                    <a:pt x="2030161" y="539483"/>
                    <a:pt x="1732642" y="573480"/>
                  </a:cubicBezTo>
                  <a:cubicBezTo>
                    <a:pt x="1440866" y="606814"/>
                    <a:pt x="1158880" y="703976"/>
                    <a:pt x="870621" y="870402"/>
                  </a:cubicBezTo>
                  <a:cubicBezTo>
                    <a:pt x="670160" y="986048"/>
                    <a:pt x="589753" y="1064195"/>
                    <a:pt x="537555" y="1125324"/>
                  </a:cubicBezTo>
                  <a:cubicBezTo>
                    <a:pt x="463218" y="1212400"/>
                    <a:pt x="397708" y="1330125"/>
                    <a:pt x="306995" y="1493030"/>
                  </a:cubicBezTo>
                  <a:cubicBezTo>
                    <a:pt x="234596" y="1623167"/>
                    <a:pt x="145436" y="1783409"/>
                    <a:pt x="23579" y="1977465"/>
                  </a:cubicBezTo>
                  <a:lnTo>
                    <a:pt x="0" y="2014291"/>
                  </a:lnTo>
                  <a:lnTo>
                    <a:pt x="0" y="915660"/>
                  </a:lnTo>
                  <a:lnTo>
                    <a:pt x="58609" y="828051"/>
                  </a:lnTo>
                  <a:cubicBezTo>
                    <a:pt x="177453" y="670481"/>
                    <a:pt x="325847" y="538291"/>
                    <a:pt x="590689" y="385385"/>
                  </a:cubicBezTo>
                  <a:cubicBezTo>
                    <a:pt x="1032159" y="130559"/>
                    <a:pt x="1474330" y="3750"/>
                    <a:pt x="1951394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2" name="Titel 1">
            <a:extLst>
              <a:ext uri="{FF2B5EF4-FFF2-40B4-BE49-F238E27FC236}">
                <a16:creationId xmlns:a16="http://schemas.microsoft.com/office/drawing/2014/main" id="{57684560-A453-F73D-35BD-8F469B641E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2564" y="1269907"/>
            <a:ext cx="3855720" cy="4371974"/>
          </a:xfrm>
        </p:spPr>
        <p:txBody>
          <a:bodyPr>
            <a:normAutofit/>
          </a:bodyPr>
          <a:lstStyle/>
          <a:p>
            <a:r>
              <a:rPr lang="de-DE" sz="3600" b="1" dirty="0">
                <a:solidFill>
                  <a:srgbClr val="C00000"/>
                </a:solidFill>
                <a:latin typeface="Orbitron" pitchFamily="2" charset="0"/>
              </a:rPr>
              <a:t>Unsere Ziele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DF31D7DE-798C-6876-C284-26D6DAE0D61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21650" y="1020498"/>
            <a:ext cx="5221224" cy="5230368"/>
          </a:xfrm>
        </p:spPr>
        <p:txBody>
          <a:bodyPr anchor="ctr">
            <a:normAutofit/>
          </a:bodyPr>
          <a:lstStyle/>
          <a:p>
            <a:pPr marL="0" indent="0">
              <a:buNone/>
            </a:pPr>
            <a:r>
              <a:rPr lang="de-CH" sz="2400" b="1" dirty="0"/>
              <a:t>Als Benutzer möchte ich …</a:t>
            </a:r>
            <a:endParaRPr lang="de-DE" sz="2400" dirty="0"/>
          </a:p>
          <a:p>
            <a:endParaRPr lang="de-DE" sz="1200" dirty="0"/>
          </a:p>
          <a:p>
            <a:pPr lvl="0"/>
            <a:r>
              <a:rPr lang="de-CH" sz="1400" dirty="0"/>
              <a:t>Das Game downloaden können</a:t>
            </a:r>
            <a:endParaRPr lang="de-DE" sz="1400" dirty="0"/>
          </a:p>
          <a:p>
            <a:pPr lvl="0"/>
            <a:r>
              <a:rPr lang="de-CH" sz="1400" dirty="0"/>
              <a:t>Einen </a:t>
            </a:r>
            <a:r>
              <a:rPr lang="de-CH" sz="1400" dirty="0" err="1"/>
              <a:t>Footer</a:t>
            </a:r>
            <a:r>
              <a:rPr lang="de-CH" sz="1400" dirty="0"/>
              <a:t> mit Copyright © und Lizenz Infos</a:t>
            </a:r>
            <a:endParaRPr lang="de-DE" sz="1400" dirty="0"/>
          </a:p>
          <a:p>
            <a:pPr lvl="0"/>
            <a:r>
              <a:rPr lang="de-CH" sz="1400" dirty="0"/>
              <a:t>Einen </a:t>
            </a:r>
            <a:r>
              <a:rPr lang="de-CH" sz="1400" dirty="0" err="1"/>
              <a:t>Accessibility</a:t>
            </a:r>
            <a:r>
              <a:rPr lang="de-CH" sz="1400" dirty="0"/>
              <a:t> Mode für Sehbeeinträchtigte</a:t>
            </a:r>
            <a:endParaRPr lang="de-DE" sz="1400" dirty="0"/>
          </a:p>
          <a:p>
            <a:pPr lvl="0"/>
            <a:r>
              <a:rPr lang="de-CH" sz="1400" dirty="0"/>
              <a:t>Eine übersichtliche Homepage</a:t>
            </a:r>
            <a:endParaRPr lang="de-DE" sz="1400" dirty="0"/>
          </a:p>
          <a:p>
            <a:pPr lvl="0"/>
            <a:r>
              <a:rPr lang="de-CH" sz="1400" dirty="0"/>
              <a:t>Einen Header der beim Scrollen </a:t>
            </a:r>
            <a:r>
              <a:rPr lang="de-CH" sz="1400" dirty="0" err="1"/>
              <a:t>sticky</a:t>
            </a:r>
            <a:r>
              <a:rPr lang="de-CH" sz="1400" dirty="0"/>
              <a:t> wird</a:t>
            </a:r>
            <a:endParaRPr lang="de-DE" sz="1400" dirty="0"/>
          </a:p>
          <a:p>
            <a:pPr lvl="0"/>
            <a:r>
              <a:rPr lang="de-CH" sz="1400" dirty="0"/>
              <a:t>Einen </a:t>
            </a:r>
            <a:r>
              <a:rPr lang="de-CH" sz="1400" dirty="0" err="1"/>
              <a:t>Gameplayguide</a:t>
            </a:r>
            <a:r>
              <a:rPr lang="de-CH" sz="1400" dirty="0"/>
              <a:t> erhalten</a:t>
            </a:r>
            <a:endParaRPr lang="de-DE" sz="1400" dirty="0"/>
          </a:p>
          <a:p>
            <a:pPr lvl="0"/>
            <a:r>
              <a:rPr lang="de-CH" sz="1400" dirty="0"/>
              <a:t>Einen Supportbutton erhalten</a:t>
            </a:r>
            <a:endParaRPr lang="de-DE" sz="1400" dirty="0"/>
          </a:p>
          <a:p>
            <a:pPr lvl="0"/>
            <a:r>
              <a:rPr lang="de-CH" sz="1400" dirty="0"/>
              <a:t>Eine Info über die Autoren erhalten</a:t>
            </a:r>
            <a:endParaRPr lang="de-DE" sz="1400" dirty="0"/>
          </a:p>
          <a:p>
            <a:pPr lvl="0"/>
            <a:r>
              <a:rPr lang="de-CH" sz="1400" dirty="0"/>
              <a:t>Einen guten Farbkontrast</a:t>
            </a:r>
            <a:endParaRPr lang="de-DE" sz="1400" dirty="0"/>
          </a:p>
          <a:p>
            <a:pPr lvl="0"/>
            <a:r>
              <a:rPr lang="de-CH" sz="1400" dirty="0"/>
              <a:t>Einen Medienauftritt vom Hersteller</a:t>
            </a:r>
            <a:endParaRPr lang="de-DE" sz="1400" dirty="0"/>
          </a:p>
          <a:p>
            <a:endParaRPr lang="de-DE" dirty="0"/>
          </a:p>
        </p:txBody>
      </p:sp>
      <p:pic>
        <p:nvPicPr>
          <p:cNvPr id="1026" name="Picture 2" descr="User PNGs for Free Download">
            <a:extLst>
              <a:ext uri="{FF2B5EF4-FFF2-40B4-BE49-F238E27FC236}">
                <a16:creationId xmlns:a16="http://schemas.microsoft.com/office/drawing/2014/main" id="{EFAF677A-E9E5-8BE1-02A3-4106D8B501E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526208" y="1357258"/>
            <a:ext cx="824056" cy="49942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Rechteck 3">
            <a:extLst>
              <a:ext uri="{FF2B5EF4-FFF2-40B4-BE49-F238E27FC236}">
                <a16:creationId xmlns:a16="http://schemas.microsoft.com/office/drawing/2014/main" id="{3A36DF70-FCF6-511E-62B4-2E33DF014956}"/>
              </a:ext>
            </a:extLst>
          </p:cNvPr>
          <p:cNvSpPr/>
          <p:nvPr/>
        </p:nvSpPr>
        <p:spPr>
          <a:xfrm>
            <a:off x="10810984" y="0"/>
            <a:ext cx="1019991" cy="147437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pic>
        <p:nvPicPr>
          <p:cNvPr id="7" name="Grafik 6" descr="Volltreffer Silhouette">
            <a:extLst>
              <a:ext uri="{FF2B5EF4-FFF2-40B4-BE49-F238E27FC236}">
                <a16:creationId xmlns:a16="http://schemas.microsoft.com/office/drawing/2014/main" id="{50FAE4F6-34F8-357E-DC36-17635A8A9E3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863779" y="508837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937708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" presetClass="emph" presetSubtype="2" fill="hold" nodeType="clickEffect">
                                  <p:stCondLst>
                                    <p:cond delay="0"/>
                                  </p:stCondLst>
                                  <p:iterate type="lt">
                                    <p:tmPct val="0"/>
                                  </p:iterate>
                                  <p:childTnLst>
                                    <p:animClr clrSpc="rgb" dir="cw">
                                      <p:cBhvr override="childStyle">
                                        <p:cTn id="6" dur="20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C00000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7" presetID="15" presetClass="emph" presetSubtype="0" nodeType="withEffect">
                                  <p:stCondLst>
                                    <p:cond delay="0"/>
                                  </p:stCondLst>
                                  <p:iterate type="lt">
                                    <p:tmAbs val="25"/>
                                  </p:iterate>
                                  <p:childTnLst>
                                    <p:set>
                                      <p:cBhvr override="childStyle">
                                        <p:cTn id="8" dur="indefinite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style.fontWeight</p:attrName>
                                        </p:attrNameLst>
                                      </p:cBhvr>
                                      <p:to>
                                        <p:strVal val="bold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3" presetClass="emph" presetSubtype="2" fill="hold" nodeType="withEffect">
                                  <p:stCondLst>
                                    <p:cond delay="0"/>
                                  </p:stCondLst>
                                  <p:iterate type="lt">
                                    <p:tmPct val="0"/>
                                  </p:iterate>
                                  <p:childTnLst>
                                    <p:animClr clrSpc="rgb" dir="cw">
                                      <p:cBhvr override="childStyle">
                                        <p:cTn id="10" dur="2000" fill="hold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C00000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11" presetID="15" presetClass="emph" presetSubtype="0" nodeType="withEffect">
                                  <p:stCondLst>
                                    <p:cond delay="0"/>
                                  </p:stCondLst>
                                  <p:iterate type="lt">
                                    <p:tmAbs val="25"/>
                                  </p:iterate>
                                  <p:childTnLst>
                                    <p:set>
                                      <p:cBhvr override="childStyle">
                                        <p:cTn id="12" dur="indefinite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style.fontWeight</p:attrName>
                                        </p:attrNameLst>
                                      </p:cBhvr>
                                      <p:to>
                                        <p:strVal val="bold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3" presetClass="emph" presetSubtype="2" fill="hold" nodeType="withEffect">
                                  <p:stCondLst>
                                    <p:cond delay="0"/>
                                  </p:stCondLst>
                                  <p:iterate type="lt">
                                    <p:tmPct val="0"/>
                                  </p:iterate>
                                  <p:childTnLst>
                                    <p:animClr clrSpc="rgb" dir="cw">
                                      <p:cBhvr override="childStyle">
                                        <p:cTn id="14" dur="2000" fill="hold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C00000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15" presetID="15" presetClass="emph" presetSubtype="0" nodeType="withEffect">
                                  <p:stCondLst>
                                    <p:cond delay="0"/>
                                  </p:stCondLst>
                                  <p:iterate type="lt">
                                    <p:tmAbs val="25"/>
                                  </p:iterate>
                                  <p:childTnLst>
                                    <p:set>
                                      <p:cBhvr override="childStyle">
                                        <p:cTn id="16" dur="indefinite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style.fontWeight</p:attrName>
                                        </p:attrNameLst>
                                      </p:cBhvr>
                                      <p:to>
                                        <p:strVal val="bold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3" presetClass="emph" presetSubtype="2" fill="hold" nodeType="withEffect">
                                  <p:stCondLst>
                                    <p:cond delay="0"/>
                                  </p:stCondLst>
                                  <p:iterate type="lt">
                                    <p:tmPct val="0"/>
                                  </p:iterate>
                                  <p:childTnLst>
                                    <p:animClr clrSpc="rgb" dir="cw">
                                      <p:cBhvr override="childStyle">
                                        <p:cTn id="18" dur="2000" fill="hold"/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C00000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19" presetID="15" presetClass="emph" presetSubtype="0" nodeType="withEffect">
                                  <p:stCondLst>
                                    <p:cond delay="0"/>
                                  </p:stCondLst>
                                  <p:iterate type="lt">
                                    <p:tmAbs val="25"/>
                                  </p:iterate>
                                  <p:childTnLst>
                                    <p:set>
                                      <p:cBhvr override="childStyle">
                                        <p:cTn id="20" dur="indefinite"/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style.fontWeight</p:attrName>
                                        </p:attrNameLst>
                                      </p:cBhvr>
                                      <p:to>
                                        <p:strVal val="bold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32CA2F5-EBB6-B652-36C7-434A39EC8E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35199752-1F67-A6D3-38C8-305EED099EC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4417DB04-90A8-7146-B11E-BE03C15AEB9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800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0081191A-C1FB-3FCC-A36A-A6E067F2515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21863" y="508838"/>
            <a:ext cx="5217958" cy="6239661"/>
            <a:chOff x="-19221" y="251144"/>
            <a:chExt cx="5217958" cy="6239661"/>
          </a:xfrm>
        </p:grpSpPr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DE54E007-336A-DA3E-AA79-2BE8738081A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251144"/>
              <a:ext cx="5187198" cy="6239661"/>
            </a:xfrm>
            <a:custGeom>
              <a:avLst/>
              <a:gdLst>
                <a:gd name="connsiteX0" fmla="*/ 2011811 w 5187198"/>
                <a:gd name="connsiteY0" fmla="*/ 4 h 6239661"/>
                <a:gd name="connsiteX1" fmla="*/ 2617011 w 5187198"/>
                <a:gd name="connsiteY1" fmla="*/ 70590 h 6239661"/>
                <a:gd name="connsiteX2" fmla="*/ 2690321 w 5187198"/>
                <a:gd name="connsiteY2" fmla="*/ 88146 h 6239661"/>
                <a:gd name="connsiteX3" fmla="*/ 2726863 w 5187198"/>
                <a:gd name="connsiteY3" fmla="*/ 97127 h 6239661"/>
                <a:gd name="connsiteX4" fmla="*/ 2762951 w 5187198"/>
                <a:gd name="connsiteY4" fmla="*/ 107375 h 6239661"/>
                <a:gd name="connsiteX5" fmla="*/ 2834843 w 5187198"/>
                <a:gd name="connsiteY5" fmla="*/ 128493 h 6239661"/>
                <a:gd name="connsiteX6" fmla="*/ 2906574 w 5187198"/>
                <a:gd name="connsiteY6" fmla="*/ 151076 h 6239661"/>
                <a:gd name="connsiteX7" fmla="*/ 3049504 w 5187198"/>
                <a:gd name="connsiteY7" fmla="*/ 202124 h 6239661"/>
                <a:gd name="connsiteX8" fmla="*/ 3189518 w 5187198"/>
                <a:gd name="connsiteY8" fmla="*/ 260159 h 6239661"/>
                <a:gd name="connsiteX9" fmla="*/ 3326048 w 5187198"/>
                <a:gd name="connsiteY9" fmla="*/ 325143 h 6239661"/>
                <a:gd name="connsiteX10" fmla="*/ 3459166 w 5187198"/>
                <a:gd name="connsiteY10" fmla="*/ 395936 h 6239661"/>
                <a:gd name="connsiteX11" fmla="*/ 3588578 w 5187198"/>
                <a:gd name="connsiteY11" fmla="*/ 472343 h 6239661"/>
                <a:gd name="connsiteX12" fmla="*/ 3651864 w 5187198"/>
                <a:gd name="connsiteY12" fmla="*/ 512600 h 6239661"/>
                <a:gd name="connsiteX13" fmla="*/ 3714514 w 5187198"/>
                <a:gd name="connsiteY13" fmla="*/ 553499 h 6239661"/>
                <a:gd name="connsiteX14" fmla="*/ 4181221 w 5187198"/>
                <a:gd name="connsiteY14" fmla="*/ 922912 h 6239661"/>
                <a:gd name="connsiteX15" fmla="*/ 4582963 w 5187198"/>
                <a:gd name="connsiteY15" fmla="*/ 1358264 h 6239661"/>
                <a:gd name="connsiteX16" fmla="*/ 4670721 w 5187198"/>
                <a:gd name="connsiteY16" fmla="*/ 1477644 h 6239661"/>
                <a:gd name="connsiteX17" fmla="*/ 4752378 w 5187198"/>
                <a:gd name="connsiteY17" fmla="*/ 1601187 h 6239661"/>
                <a:gd name="connsiteX18" fmla="*/ 4772168 w 5187198"/>
                <a:gd name="connsiteY18" fmla="*/ 1632456 h 6239661"/>
                <a:gd name="connsiteX19" fmla="*/ 4782117 w 5187198"/>
                <a:gd name="connsiteY19" fmla="*/ 1648104 h 6239661"/>
                <a:gd name="connsiteX20" fmla="*/ 4791381 w 5187198"/>
                <a:gd name="connsiteY20" fmla="*/ 1664150 h 6239661"/>
                <a:gd name="connsiteX21" fmla="*/ 4828190 w 5187198"/>
                <a:gd name="connsiteY21" fmla="*/ 1728379 h 6239661"/>
                <a:gd name="connsiteX22" fmla="*/ 4864832 w 5187198"/>
                <a:gd name="connsiteY22" fmla="*/ 1792796 h 6239661"/>
                <a:gd name="connsiteX23" fmla="*/ 4899201 w 5187198"/>
                <a:gd name="connsiteY23" fmla="*/ 1858342 h 6239661"/>
                <a:gd name="connsiteX24" fmla="*/ 4933266 w 5187198"/>
                <a:gd name="connsiteY24" fmla="*/ 1924155 h 6239661"/>
                <a:gd name="connsiteX25" fmla="*/ 4964403 w 5187198"/>
                <a:gd name="connsiteY25" fmla="*/ 1991384 h 6239661"/>
                <a:gd name="connsiteX26" fmla="*/ 4995019 w 5187198"/>
                <a:gd name="connsiteY26" fmla="*/ 2058823 h 6239661"/>
                <a:gd name="connsiteX27" fmla="*/ 5021999 w 5187198"/>
                <a:gd name="connsiteY27" fmla="*/ 2127723 h 6239661"/>
                <a:gd name="connsiteX28" fmla="*/ 5048321 w 5187198"/>
                <a:gd name="connsiteY28" fmla="*/ 2196908 h 6239661"/>
                <a:gd name="connsiteX29" fmla="*/ 5070546 w 5187198"/>
                <a:gd name="connsiteY29" fmla="*/ 2267547 h 6239661"/>
                <a:gd name="connsiteX30" fmla="*/ 5092171 w 5187198"/>
                <a:gd name="connsiteY30" fmla="*/ 2338256 h 6239661"/>
                <a:gd name="connsiteX31" fmla="*/ 5110305 w 5187198"/>
                <a:gd name="connsiteY31" fmla="*/ 2409886 h 6239661"/>
                <a:gd name="connsiteX32" fmla="*/ 5186393 w 5187198"/>
                <a:gd name="connsiteY32" fmla="*/ 2992022 h 6239661"/>
                <a:gd name="connsiteX33" fmla="*/ 5149045 w 5187198"/>
                <a:gd name="connsiteY33" fmla="*/ 3571816 h 6239661"/>
                <a:gd name="connsiteX34" fmla="*/ 5126572 w 5187198"/>
                <a:gd name="connsiteY34" fmla="*/ 3714520 h 6239661"/>
                <a:gd name="connsiteX35" fmla="*/ 5099067 w 5187198"/>
                <a:gd name="connsiteY35" fmla="*/ 3856108 h 6239661"/>
                <a:gd name="connsiteX36" fmla="*/ 5095699 w 5187198"/>
                <a:gd name="connsiteY36" fmla="*/ 3873868 h 6239661"/>
                <a:gd name="connsiteX37" fmla="*/ 5091573 w 5187198"/>
                <a:gd name="connsiteY37" fmla="*/ 3891426 h 6239661"/>
                <a:gd name="connsiteX38" fmla="*/ 5083324 w 5187198"/>
                <a:gd name="connsiteY38" fmla="*/ 3926541 h 6239661"/>
                <a:gd name="connsiteX39" fmla="*/ 5067256 w 5187198"/>
                <a:gd name="connsiteY39" fmla="*/ 3996889 h 6239661"/>
                <a:gd name="connsiteX40" fmla="*/ 5059194 w 5187198"/>
                <a:gd name="connsiteY40" fmla="*/ 4032171 h 6239661"/>
                <a:gd name="connsiteX41" fmla="*/ 5049522 w 5187198"/>
                <a:gd name="connsiteY41" fmla="*/ 4067833 h 6239661"/>
                <a:gd name="connsiteX42" fmla="*/ 5040067 w 5187198"/>
                <a:gd name="connsiteY42" fmla="*/ 4103553 h 6239661"/>
                <a:gd name="connsiteX43" fmla="*/ 5028960 w 5187198"/>
                <a:gd name="connsiteY43" fmla="*/ 4138946 h 6239661"/>
                <a:gd name="connsiteX44" fmla="*/ 4917351 w 5187198"/>
                <a:gd name="connsiteY44" fmla="*/ 4417041 h 6239661"/>
                <a:gd name="connsiteX45" fmla="*/ 4756163 w 5187198"/>
                <a:gd name="connsiteY45" fmla="*/ 4676402 h 6239661"/>
                <a:gd name="connsiteX46" fmla="*/ 4322493 w 5187198"/>
                <a:gd name="connsiteY46" fmla="*/ 5105604 h 6239661"/>
                <a:gd name="connsiteX47" fmla="*/ 3840510 w 5187198"/>
                <a:gd name="connsiteY47" fmla="*/ 5429590 h 6239661"/>
                <a:gd name="connsiteX48" fmla="*/ 3606447 w 5187198"/>
                <a:gd name="connsiteY48" fmla="*/ 5572862 h 6239661"/>
                <a:gd name="connsiteX49" fmla="*/ 3488814 w 5187198"/>
                <a:gd name="connsiteY49" fmla="*/ 5647178 h 6239661"/>
                <a:gd name="connsiteX50" fmla="*/ 3365864 w 5187198"/>
                <a:gd name="connsiteY50" fmla="*/ 5722735 h 6239661"/>
                <a:gd name="connsiteX51" fmla="*/ 2839486 w 5187198"/>
                <a:gd name="connsiteY51" fmla="*/ 5999120 h 6239661"/>
                <a:gd name="connsiteX52" fmla="*/ 2242423 w 5187198"/>
                <a:gd name="connsiteY52" fmla="*/ 6192346 h 6239661"/>
                <a:gd name="connsiteX53" fmla="*/ 1589380 w 5187198"/>
                <a:gd name="connsiteY53" fmla="*/ 6230657 h 6239661"/>
                <a:gd name="connsiteX54" fmla="*/ 1548244 w 5187198"/>
                <a:gd name="connsiteY54" fmla="*/ 6226706 h 6239661"/>
                <a:gd name="connsiteX55" fmla="*/ 1507348 w 5187198"/>
                <a:gd name="connsiteY55" fmla="*/ 6221428 h 6239661"/>
                <a:gd name="connsiteX56" fmla="*/ 1466401 w 5187198"/>
                <a:gd name="connsiteY56" fmla="*/ 6215904 h 6239661"/>
                <a:gd name="connsiteX57" fmla="*/ 1425773 w 5187198"/>
                <a:gd name="connsiteY57" fmla="*/ 6209191 h 6239661"/>
                <a:gd name="connsiteX58" fmla="*/ 1344960 w 5187198"/>
                <a:gd name="connsiteY58" fmla="*/ 6193681 h 6239661"/>
                <a:gd name="connsiteX59" fmla="*/ 1265007 w 5187198"/>
                <a:gd name="connsiteY59" fmla="*/ 6175388 h 6239661"/>
                <a:gd name="connsiteX60" fmla="*/ 1225415 w 5187198"/>
                <a:gd name="connsiteY60" fmla="*/ 6165243 h 6239661"/>
                <a:gd name="connsiteX61" fmla="*/ 1186567 w 5187198"/>
                <a:gd name="connsiteY61" fmla="*/ 6154486 h 6239661"/>
                <a:gd name="connsiteX62" fmla="*/ 1111158 w 5187198"/>
                <a:gd name="connsiteY62" fmla="*/ 6130918 h 6239661"/>
                <a:gd name="connsiteX63" fmla="*/ 1035915 w 5187198"/>
                <a:gd name="connsiteY63" fmla="*/ 6107163 h 6239661"/>
                <a:gd name="connsiteX64" fmla="*/ 961579 w 5187198"/>
                <a:gd name="connsiteY64" fmla="*/ 6079594 h 6239661"/>
                <a:gd name="connsiteX65" fmla="*/ 395297 w 5187198"/>
                <a:gd name="connsiteY65" fmla="*/ 5792812 h 6239661"/>
                <a:gd name="connsiteX66" fmla="*/ 265239 w 5187198"/>
                <a:gd name="connsiteY66" fmla="*/ 5701511 h 6239661"/>
                <a:gd name="connsiteX67" fmla="*/ 233756 w 5187198"/>
                <a:gd name="connsiteY67" fmla="*/ 5677542 h 6239661"/>
                <a:gd name="connsiteX68" fmla="*/ 202800 w 5187198"/>
                <a:gd name="connsiteY68" fmla="*/ 5652902 h 6239661"/>
                <a:gd name="connsiteX69" fmla="*/ 140918 w 5187198"/>
                <a:gd name="connsiteY69" fmla="*/ 5603515 h 6239661"/>
                <a:gd name="connsiteX70" fmla="*/ 110625 w 5187198"/>
                <a:gd name="connsiteY70" fmla="*/ 5578127 h 6239661"/>
                <a:gd name="connsiteX71" fmla="*/ 95631 w 5187198"/>
                <a:gd name="connsiteY71" fmla="*/ 5565299 h 6239661"/>
                <a:gd name="connsiteX72" fmla="*/ 81966 w 5187198"/>
                <a:gd name="connsiteY72" fmla="*/ 5550973 h 6239661"/>
                <a:gd name="connsiteX73" fmla="*/ 27991 w 5187198"/>
                <a:gd name="connsiteY73" fmla="*/ 5493272 h 6239661"/>
                <a:gd name="connsiteX74" fmla="*/ 1454 w 5187198"/>
                <a:gd name="connsiteY74" fmla="*/ 5464252 h 6239661"/>
                <a:gd name="connsiteX75" fmla="*/ 0 w 5187198"/>
                <a:gd name="connsiteY75" fmla="*/ 5462518 h 6239661"/>
                <a:gd name="connsiteX76" fmla="*/ 0 w 5187198"/>
                <a:gd name="connsiteY76" fmla="*/ 4720187 h 6239661"/>
                <a:gd name="connsiteX77" fmla="*/ 109684 w 5187198"/>
                <a:gd name="connsiteY77" fmla="*/ 4836724 h 6239661"/>
                <a:gd name="connsiteX78" fmla="*/ 306959 w 5187198"/>
                <a:gd name="connsiteY78" fmla="*/ 5007200 h 6239661"/>
                <a:gd name="connsiteX79" fmla="*/ 358101 w 5187198"/>
                <a:gd name="connsiteY79" fmla="*/ 5046057 h 6239661"/>
                <a:gd name="connsiteX80" fmla="*/ 383328 w 5187198"/>
                <a:gd name="connsiteY80" fmla="*/ 5065684 h 6239661"/>
                <a:gd name="connsiteX81" fmla="*/ 409503 w 5187198"/>
                <a:gd name="connsiteY81" fmla="*/ 5083942 h 6239661"/>
                <a:gd name="connsiteX82" fmla="*/ 461889 w 5187198"/>
                <a:gd name="connsiteY82" fmla="*/ 5119888 h 6239661"/>
                <a:gd name="connsiteX83" fmla="*/ 474883 w 5187198"/>
                <a:gd name="connsiteY83" fmla="*/ 5128933 h 6239661"/>
                <a:gd name="connsiteX84" fmla="*/ 486410 w 5187198"/>
                <a:gd name="connsiteY84" fmla="*/ 5139557 h 6239661"/>
                <a:gd name="connsiteX85" fmla="*/ 510852 w 5187198"/>
                <a:gd name="connsiteY85" fmla="*/ 5159089 h 6239661"/>
                <a:gd name="connsiteX86" fmla="*/ 560653 w 5187198"/>
                <a:gd name="connsiteY86" fmla="*/ 5196893 h 6239661"/>
                <a:gd name="connsiteX87" fmla="*/ 585485 w 5187198"/>
                <a:gd name="connsiteY87" fmla="*/ 5215834 h 6239661"/>
                <a:gd name="connsiteX88" fmla="*/ 610707 w 5187198"/>
                <a:gd name="connsiteY88" fmla="*/ 5234185 h 6239661"/>
                <a:gd name="connsiteX89" fmla="*/ 714768 w 5187198"/>
                <a:gd name="connsiteY89" fmla="*/ 5303103 h 6239661"/>
                <a:gd name="connsiteX90" fmla="*/ 1166634 w 5187198"/>
                <a:gd name="connsiteY90" fmla="*/ 5513322 h 6239661"/>
                <a:gd name="connsiteX91" fmla="*/ 1225991 w 5187198"/>
                <a:gd name="connsiteY91" fmla="*/ 5533632 h 6239661"/>
                <a:gd name="connsiteX92" fmla="*/ 1286680 w 5187198"/>
                <a:gd name="connsiteY92" fmla="*/ 5550705 h 6239661"/>
                <a:gd name="connsiteX93" fmla="*/ 1347310 w 5187198"/>
                <a:gd name="connsiteY93" fmla="*/ 5567995 h 6239661"/>
                <a:gd name="connsiteX94" fmla="*/ 1377002 w 5187198"/>
                <a:gd name="connsiteY94" fmla="*/ 5575719 h 6239661"/>
                <a:gd name="connsiteX95" fmla="*/ 1406328 w 5187198"/>
                <a:gd name="connsiteY95" fmla="*/ 5582649 h 6239661"/>
                <a:gd name="connsiteX96" fmla="*/ 1465060 w 5187198"/>
                <a:gd name="connsiteY96" fmla="*/ 5594909 h 6239661"/>
                <a:gd name="connsiteX97" fmla="*/ 1523881 w 5187198"/>
                <a:gd name="connsiteY97" fmla="*/ 5605105 h 6239661"/>
                <a:gd name="connsiteX98" fmla="*/ 1553325 w 5187198"/>
                <a:gd name="connsiteY98" fmla="*/ 5609865 h 6239661"/>
                <a:gd name="connsiteX99" fmla="*/ 1582813 w 5187198"/>
                <a:gd name="connsiteY99" fmla="*/ 5613593 h 6239661"/>
                <a:gd name="connsiteX100" fmla="*/ 1612301 w 5187198"/>
                <a:gd name="connsiteY100" fmla="*/ 5617321 h 6239661"/>
                <a:gd name="connsiteX101" fmla="*/ 1641863 w 5187198"/>
                <a:gd name="connsiteY101" fmla="*/ 5619910 h 6239661"/>
                <a:gd name="connsiteX102" fmla="*/ 2117508 w 5187198"/>
                <a:gd name="connsiteY102" fmla="*/ 5595156 h 6239661"/>
                <a:gd name="connsiteX103" fmla="*/ 2597368 w 5187198"/>
                <a:gd name="connsiteY103" fmla="*/ 5447381 h 6239661"/>
                <a:gd name="connsiteX104" fmla="*/ 3082968 w 5187198"/>
                <a:gd name="connsiteY104" fmla="*/ 5223245 h 6239661"/>
                <a:gd name="connsiteX105" fmla="*/ 3334855 w 5187198"/>
                <a:gd name="connsiteY105" fmla="*/ 5097383 h 6239661"/>
                <a:gd name="connsiteX106" fmla="*/ 3599509 w 5187198"/>
                <a:gd name="connsiteY106" fmla="*/ 4976217 h 6239661"/>
                <a:gd name="connsiteX107" fmla="*/ 4112002 w 5187198"/>
                <a:gd name="connsiteY107" fmla="*/ 4766359 h 6239661"/>
                <a:gd name="connsiteX108" fmla="*/ 4348983 w 5187198"/>
                <a:gd name="connsiteY108" fmla="*/ 4649833 h 6239661"/>
                <a:gd name="connsiteX109" fmla="*/ 4560505 w 5187198"/>
                <a:gd name="connsiteY109" fmla="*/ 4501564 h 6239661"/>
                <a:gd name="connsiteX110" fmla="*/ 4731963 w 5187198"/>
                <a:gd name="connsiteY110" fmla="*/ 4309870 h 6239661"/>
                <a:gd name="connsiteX111" fmla="*/ 4852344 w 5187198"/>
                <a:gd name="connsiteY111" fmla="*/ 4078640 h 6239661"/>
                <a:gd name="connsiteX112" fmla="*/ 4863972 w 5187198"/>
                <a:gd name="connsiteY112" fmla="*/ 4047790 h 6239661"/>
                <a:gd name="connsiteX113" fmla="*/ 4874144 w 5187198"/>
                <a:gd name="connsiteY113" fmla="*/ 4016320 h 6239661"/>
                <a:gd name="connsiteX114" fmla="*/ 4884127 w 5187198"/>
                <a:gd name="connsiteY114" fmla="*/ 3984682 h 6239661"/>
                <a:gd name="connsiteX115" fmla="*/ 4892800 w 5187198"/>
                <a:gd name="connsiteY115" fmla="*/ 3951883 h 6239661"/>
                <a:gd name="connsiteX116" fmla="*/ 4909526 w 5187198"/>
                <a:gd name="connsiteY116" fmla="*/ 3886001 h 6239661"/>
                <a:gd name="connsiteX117" fmla="*/ 4917687 w 5187198"/>
                <a:gd name="connsiteY117" fmla="*/ 3852948 h 6239661"/>
                <a:gd name="connsiteX118" fmla="*/ 4921768 w 5187198"/>
                <a:gd name="connsiteY118" fmla="*/ 3836422 h 6239661"/>
                <a:gd name="connsiteX119" fmla="*/ 4924845 w 5187198"/>
                <a:gd name="connsiteY119" fmla="*/ 3819742 h 6239661"/>
                <a:gd name="connsiteX120" fmla="*/ 4948230 w 5187198"/>
                <a:gd name="connsiteY120" fmla="*/ 3685744 h 6239661"/>
                <a:gd name="connsiteX121" fmla="*/ 4962782 w 5187198"/>
                <a:gd name="connsiteY121" fmla="*/ 3550540 h 6239661"/>
                <a:gd name="connsiteX122" fmla="*/ 4939468 w 5187198"/>
                <a:gd name="connsiteY122" fmla="*/ 3010249 h 6239661"/>
                <a:gd name="connsiteX123" fmla="*/ 4816901 w 5187198"/>
                <a:gd name="connsiteY123" fmla="*/ 2488224 h 6239661"/>
                <a:gd name="connsiteX124" fmla="*/ 4797005 w 5187198"/>
                <a:gd name="connsiteY124" fmla="*/ 2424470 h 6239661"/>
                <a:gd name="connsiteX125" fmla="*/ 4774433 w 5187198"/>
                <a:gd name="connsiteY125" fmla="*/ 2361620 h 6239661"/>
                <a:gd name="connsiteX126" fmla="*/ 4752459 w 5187198"/>
                <a:gd name="connsiteY126" fmla="*/ 2298700 h 6239661"/>
                <a:gd name="connsiteX127" fmla="*/ 4728083 w 5187198"/>
                <a:gd name="connsiteY127" fmla="*/ 2236526 h 6239661"/>
                <a:gd name="connsiteX128" fmla="*/ 4704471 w 5187198"/>
                <a:gd name="connsiteY128" fmla="*/ 2174095 h 6239661"/>
                <a:gd name="connsiteX129" fmla="*/ 4678399 w 5187198"/>
                <a:gd name="connsiteY129" fmla="*/ 2112626 h 6239661"/>
                <a:gd name="connsiteX130" fmla="*/ 4652601 w 5187198"/>
                <a:gd name="connsiteY130" fmla="*/ 2050999 h 6239661"/>
                <a:gd name="connsiteX131" fmla="*/ 4624205 w 5187198"/>
                <a:gd name="connsiteY131" fmla="*/ 1990415 h 6239661"/>
                <a:gd name="connsiteX132" fmla="*/ 4595398 w 5187198"/>
                <a:gd name="connsiteY132" fmla="*/ 1930069 h 6239661"/>
                <a:gd name="connsiteX133" fmla="*/ 4563827 w 5187198"/>
                <a:gd name="connsiteY133" fmla="*/ 1870952 h 6239661"/>
                <a:gd name="connsiteX134" fmla="*/ 4531433 w 5187198"/>
                <a:gd name="connsiteY134" fmla="*/ 1812311 h 6239661"/>
                <a:gd name="connsiteX135" fmla="*/ 4523315 w 5187198"/>
                <a:gd name="connsiteY135" fmla="*/ 1797616 h 6239661"/>
                <a:gd name="connsiteX136" fmla="*/ 4514482 w 5187198"/>
                <a:gd name="connsiteY136" fmla="*/ 1783425 h 6239661"/>
                <a:gd name="connsiteX137" fmla="*/ 4496845 w 5187198"/>
                <a:gd name="connsiteY137" fmla="*/ 1754936 h 6239661"/>
                <a:gd name="connsiteX138" fmla="*/ 4461463 w 5187198"/>
                <a:gd name="connsiteY138" fmla="*/ 1697929 h 6239661"/>
                <a:gd name="connsiteX139" fmla="*/ 4452660 w 5187198"/>
                <a:gd name="connsiteY139" fmla="*/ 1683629 h 6239661"/>
                <a:gd name="connsiteX140" fmla="*/ 4443141 w 5187198"/>
                <a:gd name="connsiteY140" fmla="*/ 1669834 h 6239661"/>
                <a:gd name="connsiteX141" fmla="*/ 4424241 w 5187198"/>
                <a:gd name="connsiteY141" fmla="*/ 1642166 h 6239661"/>
                <a:gd name="connsiteX142" fmla="*/ 4346886 w 5187198"/>
                <a:gd name="connsiteY142" fmla="*/ 1532412 h 6239661"/>
                <a:gd name="connsiteX143" fmla="*/ 3985497 w 5187198"/>
                <a:gd name="connsiteY143" fmla="*/ 1134649 h 6239661"/>
                <a:gd name="connsiteX144" fmla="*/ 3545665 w 5187198"/>
                <a:gd name="connsiteY144" fmla="*/ 825877 h 6239661"/>
                <a:gd name="connsiteX145" fmla="*/ 3486190 w 5187198"/>
                <a:gd name="connsiteY145" fmla="*/ 794756 h 6239661"/>
                <a:gd name="connsiteX146" fmla="*/ 3426182 w 5187198"/>
                <a:gd name="connsiteY146" fmla="*/ 764765 h 6239661"/>
                <a:gd name="connsiteX147" fmla="*/ 3365044 w 5187198"/>
                <a:gd name="connsiteY147" fmla="*/ 737255 h 6239661"/>
                <a:gd name="connsiteX148" fmla="*/ 3334529 w 5187198"/>
                <a:gd name="connsiteY148" fmla="*/ 723514 h 6239661"/>
                <a:gd name="connsiteX149" fmla="*/ 3303733 w 5187198"/>
                <a:gd name="connsiteY149" fmla="*/ 710395 h 6239661"/>
                <a:gd name="connsiteX150" fmla="*/ 3179033 w 5187198"/>
                <a:gd name="connsiteY150" fmla="*/ 662259 h 6239661"/>
                <a:gd name="connsiteX151" fmla="*/ 3052408 w 5187198"/>
                <a:gd name="connsiteY151" fmla="*/ 620447 h 6239661"/>
                <a:gd name="connsiteX152" fmla="*/ 2924325 w 5187198"/>
                <a:gd name="connsiteY152" fmla="*/ 584505 h 6239661"/>
                <a:gd name="connsiteX153" fmla="*/ 2859667 w 5187198"/>
                <a:gd name="connsiteY153" fmla="*/ 569266 h 6239661"/>
                <a:gd name="connsiteX154" fmla="*/ 2795226 w 5187198"/>
                <a:gd name="connsiteY154" fmla="*/ 554085 h 6239661"/>
                <a:gd name="connsiteX155" fmla="*/ 2729702 w 5187198"/>
                <a:gd name="connsiteY155" fmla="*/ 540354 h 6239661"/>
                <a:gd name="connsiteX156" fmla="*/ 2663758 w 5187198"/>
                <a:gd name="connsiteY156" fmla="*/ 527322 h 6239661"/>
                <a:gd name="connsiteX157" fmla="*/ 2630927 w 5187198"/>
                <a:gd name="connsiteY157" fmla="*/ 520495 h 6239661"/>
                <a:gd name="connsiteX158" fmla="*/ 2597965 w 5187198"/>
                <a:gd name="connsiteY158" fmla="*/ 515024 h 6239661"/>
                <a:gd name="connsiteX159" fmla="*/ 2532205 w 5187198"/>
                <a:gd name="connsiteY159" fmla="*/ 503895 h 6239661"/>
                <a:gd name="connsiteX160" fmla="*/ 2010064 w 5187198"/>
                <a:gd name="connsiteY160" fmla="*/ 452552 h 6239661"/>
                <a:gd name="connsiteX161" fmla="*/ 1494552 w 5187198"/>
                <a:gd name="connsiteY161" fmla="*/ 485055 h 6239661"/>
                <a:gd name="connsiteX162" fmla="*/ 1366896 w 5187198"/>
                <a:gd name="connsiteY162" fmla="*/ 509389 h 6239661"/>
                <a:gd name="connsiteX163" fmla="*/ 1240175 w 5187198"/>
                <a:gd name="connsiteY163" fmla="*/ 541045 h 6239661"/>
                <a:gd name="connsiteX164" fmla="*/ 1177438 w 5187198"/>
                <a:gd name="connsiteY164" fmla="*/ 560170 h 6239661"/>
                <a:gd name="connsiteX165" fmla="*/ 1145987 w 5187198"/>
                <a:gd name="connsiteY165" fmla="*/ 569826 h 6239661"/>
                <a:gd name="connsiteX166" fmla="*/ 1130315 w 5187198"/>
                <a:gd name="connsiteY166" fmla="*/ 574669 h 6239661"/>
                <a:gd name="connsiteX167" fmla="*/ 1114873 w 5187198"/>
                <a:gd name="connsiteY167" fmla="*/ 580384 h 6239661"/>
                <a:gd name="connsiteX168" fmla="*/ 1052839 w 5187198"/>
                <a:gd name="connsiteY168" fmla="*/ 602943 h 6239661"/>
                <a:gd name="connsiteX169" fmla="*/ 991135 w 5187198"/>
                <a:gd name="connsiteY169" fmla="*/ 626866 h 6239661"/>
                <a:gd name="connsiteX170" fmla="*/ 930179 w 5187198"/>
                <a:gd name="connsiteY170" fmla="*/ 653191 h 6239661"/>
                <a:gd name="connsiteX171" fmla="*/ 869768 w 5187198"/>
                <a:gd name="connsiteY171" fmla="*/ 680937 h 6239661"/>
                <a:gd name="connsiteX172" fmla="*/ 810085 w 5187198"/>
                <a:gd name="connsiteY172" fmla="*/ 710734 h 6239661"/>
                <a:gd name="connsiteX173" fmla="*/ 751220 w 5187198"/>
                <a:gd name="connsiteY173" fmla="*/ 741794 h 6239661"/>
                <a:gd name="connsiteX174" fmla="*/ 532669 w 5187198"/>
                <a:gd name="connsiteY174" fmla="*/ 881688 h 6239661"/>
                <a:gd name="connsiteX175" fmla="*/ 354185 w 5187198"/>
                <a:gd name="connsiteY175" fmla="*/ 1050286 h 6239661"/>
                <a:gd name="connsiteX176" fmla="*/ 315980 w 5187198"/>
                <a:gd name="connsiteY176" fmla="*/ 1098125 h 6239661"/>
                <a:gd name="connsiteX177" fmla="*/ 280345 w 5187198"/>
                <a:gd name="connsiteY177" fmla="*/ 1149782 h 6239661"/>
                <a:gd name="connsiteX178" fmla="*/ 245890 w 5187198"/>
                <a:gd name="connsiteY178" fmla="*/ 1203959 h 6239661"/>
                <a:gd name="connsiteX179" fmla="*/ 212162 w 5187198"/>
                <a:gd name="connsiteY179" fmla="*/ 1260184 h 6239661"/>
                <a:gd name="connsiteX180" fmla="*/ 80716 w 5187198"/>
                <a:gd name="connsiteY180" fmla="*/ 1502476 h 6239661"/>
                <a:gd name="connsiteX181" fmla="*/ 0 w 5187198"/>
                <a:gd name="connsiteY181" fmla="*/ 1648841 h 6239661"/>
                <a:gd name="connsiteX182" fmla="*/ 0 w 5187198"/>
                <a:gd name="connsiteY182" fmla="*/ 954863 h 6239661"/>
                <a:gd name="connsiteX183" fmla="*/ 43491 w 5187198"/>
                <a:gd name="connsiteY183" fmla="*/ 895513 h 6239661"/>
                <a:gd name="connsiteX184" fmla="*/ 93923 w 5187198"/>
                <a:gd name="connsiteY184" fmla="*/ 834489 h 6239661"/>
                <a:gd name="connsiteX185" fmla="*/ 323465 w 5187198"/>
                <a:gd name="connsiteY185" fmla="*/ 617671 h 6239661"/>
                <a:gd name="connsiteX186" fmla="*/ 574777 w 5187198"/>
                <a:gd name="connsiteY186" fmla="*/ 446794 h 6239661"/>
                <a:gd name="connsiteX187" fmla="*/ 638943 w 5187198"/>
                <a:gd name="connsiteY187" fmla="*/ 408925 h 6239661"/>
                <a:gd name="connsiteX188" fmla="*/ 703505 w 5187198"/>
                <a:gd name="connsiteY188" fmla="*/ 371742 h 6239661"/>
                <a:gd name="connsiteX189" fmla="*/ 769262 w 5187198"/>
                <a:gd name="connsiteY189" fmla="*/ 336154 h 6239661"/>
                <a:gd name="connsiteX190" fmla="*/ 835552 w 5187198"/>
                <a:gd name="connsiteY190" fmla="*/ 301173 h 6239661"/>
                <a:gd name="connsiteX191" fmla="*/ 902979 w 5187198"/>
                <a:gd name="connsiteY191" fmla="*/ 268004 h 6239661"/>
                <a:gd name="connsiteX192" fmla="*/ 971127 w 5187198"/>
                <a:gd name="connsiteY192" fmla="*/ 235607 h 6239661"/>
                <a:gd name="connsiteX193" fmla="*/ 988238 w 5187198"/>
                <a:gd name="connsiteY193" fmla="*/ 227556 h 6239661"/>
                <a:gd name="connsiteX194" fmla="*/ 1005744 w 5187198"/>
                <a:gd name="connsiteY194" fmla="*/ 220191 h 6239661"/>
                <a:gd name="connsiteX195" fmla="*/ 1040729 w 5187198"/>
                <a:gd name="connsiteY195" fmla="*/ 205569 h 6239661"/>
                <a:gd name="connsiteX196" fmla="*/ 1110835 w 5187198"/>
                <a:gd name="connsiteY196" fmla="*/ 176248 h 6239661"/>
                <a:gd name="connsiteX197" fmla="*/ 1254256 w 5187198"/>
                <a:gd name="connsiteY197" fmla="*/ 123796 h 6239661"/>
                <a:gd name="connsiteX198" fmla="*/ 1401310 w 5187198"/>
                <a:gd name="connsiteY198" fmla="*/ 79852 h 6239661"/>
                <a:gd name="connsiteX199" fmla="*/ 2011811 w 5187198"/>
                <a:gd name="connsiteY199" fmla="*/ 4 h 62396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</a:cxnLst>
              <a:rect l="l" t="t" r="r" b="b"/>
              <a:pathLst>
                <a:path w="5187198" h="6239661">
                  <a:moveTo>
                    <a:pt x="2011811" y="4"/>
                  </a:moveTo>
                  <a:cubicBezTo>
                    <a:pt x="2217306" y="120"/>
                    <a:pt x="2420903" y="25925"/>
                    <a:pt x="2617011" y="70590"/>
                  </a:cubicBezTo>
                  <a:lnTo>
                    <a:pt x="2690321" y="88146"/>
                  </a:lnTo>
                  <a:lnTo>
                    <a:pt x="2726863" y="97127"/>
                  </a:lnTo>
                  <a:lnTo>
                    <a:pt x="2762951" y="107375"/>
                  </a:lnTo>
                  <a:lnTo>
                    <a:pt x="2834843" y="128493"/>
                  </a:lnTo>
                  <a:cubicBezTo>
                    <a:pt x="2858788" y="135605"/>
                    <a:pt x="2882632" y="142226"/>
                    <a:pt x="2906574" y="151076"/>
                  </a:cubicBezTo>
                  <a:cubicBezTo>
                    <a:pt x="2954475" y="167852"/>
                    <a:pt x="3002363" y="183813"/>
                    <a:pt x="3049504" y="202124"/>
                  </a:cubicBezTo>
                  <a:lnTo>
                    <a:pt x="3189518" y="260159"/>
                  </a:lnTo>
                  <a:lnTo>
                    <a:pt x="3326048" y="325143"/>
                  </a:lnTo>
                  <a:cubicBezTo>
                    <a:pt x="3370687" y="348464"/>
                    <a:pt x="3414908" y="372485"/>
                    <a:pt x="3459166" y="395936"/>
                  </a:cubicBezTo>
                  <a:cubicBezTo>
                    <a:pt x="3502947" y="420302"/>
                    <a:pt x="3545491" y="447118"/>
                    <a:pt x="3588578" y="472343"/>
                  </a:cubicBezTo>
                  <a:cubicBezTo>
                    <a:pt x="3610346" y="484551"/>
                    <a:pt x="3630797" y="499072"/>
                    <a:pt x="3651864" y="512600"/>
                  </a:cubicBezTo>
                  <a:lnTo>
                    <a:pt x="3714514" y="553499"/>
                  </a:lnTo>
                  <a:cubicBezTo>
                    <a:pt x="3880005" y="664844"/>
                    <a:pt x="4036083" y="788388"/>
                    <a:pt x="4181221" y="922912"/>
                  </a:cubicBezTo>
                  <a:cubicBezTo>
                    <a:pt x="4326221" y="1057515"/>
                    <a:pt x="4461955" y="1202038"/>
                    <a:pt x="4582963" y="1358264"/>
                  </a:cubicBezTo>
                  <a:cubicBezTo>
                    <a:pt x="4614206" y="1396543"/>
                    <a:pt x="4642091" y="1437400"/>
                    <a:pt x="4670721" y="1477644"/>
                  </a:cubicBezTo>
                  <a:cubicBezTo>
                    <a:pt x="4700172" y="1517414"/>
                    <a:pt x="4725864" y="1559538"/>
                    <a:pt x="4752378" y="1601187"/>
                  </a:cubicBezTo>
                  <a:lnTo>
                    <a:pt x="4772168" y="1632456"/>
                  </a:lnTo>
                  <a:lnTo>
                    <a:pt x="4782117" y="1648104"/>
                  </a:lnTo>
                  <a:lnTo>
                    <a:pt x="4791381" y="1664150"/>
                  </a:lnTo>
                  <a:lnTo>
                    <a:pt x="4828190" y="1728379"/>
                  </a:lnTo>
                  <a:cubicBezTo>
                    <a:pt x="4840266" y="1749930"/>
                    <a:pt x="4853470" y="1770740"/>
                    <a:pt x="4864832" y="1792796"/>
                  </a:cubicBezTo>
                  <a:lnTo>
                    <a:pt x="4899201" y="1858342"/>
                  </a:lnTo>
                  <a:cubicBezTo>
                    <a:pt x="4910484" y="1880260"/>
                    <a:pt x="4922532" y="1901920"/>
                    <a:pt x="4933266" y="1924155"/>
                  </a:cubicBezTo>
                  <a:lnTo>
                    <a:pt x="4964403" y="1991384"/>
                  </a:lnTo>
                  <a:cubicBezTo>
                    <a:pt x="4974618" y="2013829"/>
                    <a:pt x="4985323" y="2036171"/>
                    <a:pt x="4995019" y="2058823"/>
                  </a:cubicBezTo>
                  <a:lnTo>
                    <a:pt x="5021999" y="2127723"/>
                  </a:lnTo>
                  <a:lnTo>
                    <a:pt x="5048321" y="2196908"/>
                  </a:lnTo>
                  <a:lnTo>
                    <a:pt x="5070546" y="2267547"/>
                  </a:lnTo>
                  <a:cubicBezTo>
                    <a:pt x="5078054" y="2291004"/>
                    <a:pt x="5085044" y="2314670"/>
                    <a:pt x="5092171" y="2338256"/>
                  </a:cubicBezTo>
                  <a:cubicBezTo>
                    <a:pt x="5098670" y="2362023"/>
                    <a:pt x="5104296" y="2386019"/>
                    <a:pt x="5110305" y="2409886"/>
                  </a:cubicBezTo>
                  <a:cubicBezTo>
                    <a:pt x="5158097" y="2600976"/>
                    <a:pt x="5182068" y="2797044"/>
                    <a:pt x="5186393" y="2992022"/>
                  </a:cubicBezTo>
                  <a:cubicBezTo>
                    <a:pt x="5191013" y="3187195"/>
                    <a:pt x="5175397" y="3380886"/>
                    <a:pt x="5149045" y="3571816"/>
                  </a:cubicBezTo>
                  <a:cubicBezTo>
                    <a:pt x="5141154" y="3619431"/>
                    <a:pt x="5133539" y="3666889"/>
                    <a:pt x="5126572" y="3714520"/>
                  </a:cubicBezTo>
                  <a:cubicBezTo>
                    <a:pt x="5117276" y="3761759"/>
                    <a:pt x="5107793" y="3808831"/>
                    <a:pt x="5099067" y="3856108"/>
                  </a:cubicBezTo>
                  <a:lnTo>
                    <a:pt x="5095699" y="3873868"/>
                  </a:lnTo>
                  <a:lnTo>
                    <a:pt x="5091573" y="3891426"/>
                  </a:lnTo>
                  <a:lnTo>
                    <a:pt x="5083324" y="3926541"/>
                  </a:lnTo>
                  <a:lnTo>
                    <a:pt x="5067256" y="3996889"/>
                  </a:lnTo>
                  <a:cubicBezTo>
                    <a:pt x="5064451" y="4008657"/>
                    <a:pt x="5062244" y="4020353"/>
                    <a:pt x="5059194" y="4032171"/>
                  </a:cubicBezTo>
                  <a:lnTo>
                    <a:pt x="5049522" y="4067833"/>
                  </a:lnTo>
                  <a:lnTo>
                    <a:pt x="5040067" y="4103553"/>
                  </a:lnTo>
                  <a:cubicBezTo>
                    <a:pt x="5036554" y="4115363"/>
                    <a:pt x="5032689" y="4127194"/>
                    <a:pt x="5028960" y="4138946"/>
                  </a:cubicBezTo>
                  <a:cubicBezTo>
                    <a:pt x="4999693" y="4233462"/>
                    <a:pt x="4962869" y="4326764"/>
                    <a:pt x="4917351" y="4417041"/>
                  </a:cubicBezTo>
                  <a:cubicBezTo>
                    <a:pt x="4871860" y="4507209"/>
                    <a:pt x="4817597" y="4594215"/>
                    <a:pt x="4756163" y="4676402"/>
                  </a:cubicBezTo>
                  <a:cubicBezTo>
                    <a:pt x="4632803" y="4840875"/>
                    <a:pt x="4480597" y="4982783"/>
                    <a:pt x="4322493" y="5105604"/>
                  </a:cubicBezTo>
                  <a:cubicBezTo>
                    <a:pt x="4163928" y="5228420"/>
                    <a:pt x="3999564" y="5332640"/>
                    <a:pt x="3840510" y="5429590"/>
                  </a:cubicBezTo>
                  <a:cubicBezTo>
                    <a:pt x="3760954" y="5478172"/>
                    <a:pt x="3682353" y="5524924"/>
                    <a:pt x="3606447" y="5572862"/>
                  </a:cubicBezTo>
                  <a:lnTo>
                    <a:pt x="3488814" y="5647178"/>
                  </a:lnTo>
                  <a:cubicBezTo>
                    <a:pt x="3448270" y="5672597"/>
                    <a:pt x="3407323" y="5697792"/>
                    <a:pt x="3365864" y="5722735"/>
                  </a:cubicBezTo>
                  <a:cubicBezTo>
                    <a:pt x="3200163" y="5822424"/>
                    <a:pt x="3026125" y="5917328"/>
                    <a:pt x="2839486" y="5999120"/>
                  </a:cubicBezTo>
                  <a:cubicBezTo>
                    <a:pt x="2653201" y="6080891"/>
                    <a:pt x="2453560" y="6149344"/>
                    <a:pt x="2242423" y="6192346"/>
                  </a:cubicBezTo>
                  <a:cubicBezTo>
                    <a:pt x="2031719" y="6235463"/>
                    <a:pt x="1808952" y="6251353"/>
                    <a:pt x="1589380" y="6230657"/>
                  </a:cubicBezTo>
                  <a:lnTo>
                    <a:pt x="1548244" y="6226706"/>
                  </a:lnTo>
                  <a:cubicBezTo>
                    <a:pt x="1534528" y="6225117"/>
                    <a:pt x="1520898" y="6223203"/>
                    <a:pt x="1507348" y="6221428"/>
                  </a:cubicBezTo>
                  <a:lnTo>
                    <a:pt x="1466401" y="6215904"/>
                  </a:lnTo>
                  <a:cubicBezTo>
                    <a:pt x="1452772" y="6213991"/>
                    <a:pt x="1439316" y="6211428"/>
                    <a:pt x="1425773" y="6209191"/>
                  </a:cubicBezTo>
                  <a:cubicBezTo>
                    <a:pt x="1398775" y="6204391"/>
                    <a:pt x="1371610" y="6199779"/>
                    <a:pt x="1344960" y="6193681"/>
                  </a:cubicBezTo>
                  <a:cubicBezTo>
                    <a:pt x="1318251" y="6187799"/>
                    <a:pt x="1291260" y="6182538"/>
                    <a:pt x="1265007" y="6175388"/>
                  </a:cubicBezTo>
                  <a:lnTo>
                    <a:pt x="1225415" y="6165243"/>
                  </a:lnTo>
                  <a:cubicBezTo>
                    <a:pt x="1212163" y="6161924"/>
                    <a:pt x="1198939" y="6158496"/>
                    <a:pt x="1186567" y="6154486"/>
                  </a:cubicBezTo>
                  <a:lnTo>
                    <a:pt x="1111158" y="6130918"/>
                  </a:lnTo>
                  <a:lnTo>
                    <a:pt x="1035915" y="6107163"/>
                  </a:lnTo>
                  <a:cubicBezTo>
                    <a:pt x="1010846" y="6099055"/>
                    <a:pt x="986357" y="6088784"/>
                    <a:pt x="961579" y="6079594"/>
                  </a:cubicBezTo>
                  <a:cubicBezTo>
                    <a:pt x="763709" y="6005594"/>
                    <a:pt x="572401" y="5909703"/>
                    <a:pt x="395297" y="5792812"/>
                  </a:cubicBezTo>
                  <a:lnTo>
                    <a:pt x="265239" y="5701511"/>
                  </a:lnTo>
                  <a:cubicBezTo>
                    <a:pt x="254227" y="5694155"/>
                    <a:pt x="244103" y="5685646"/>
                    <a:pt x="233756" y="5677542"/>
                  </a:cubicBezTo>
                  <a:lnTo>
                    <a:pt x="202800" y="5652902"/>
                  </a:lnTo>
                  <a:lnTo>
                    <a:pt x="140918" y="5603515"/>
                  </a:lnTo>
                  <a:cubicBezTo>
                    <a:pt x="130598" y="5595302"/>
                    <a:pt x="120280" y="5587089"/>
                    <a:pt x="110625" y="5578127"/>
                  </a:cubicBezTo>
                  <a:cubicBezTo>
                    <a:pt x="105647" y="5573779"/>
                    <a:pt x="100444" y="5569834"/>
                    <a:pt x="95631" y="5565299"/>
                  </a:cubicBezTo>
                  <a:cubicBezTo>
                    <a:pt x="90955" y="5560684"/>
                    <a:pt x="86505" y="5555666"/>
                    <a:pt x="81966" y="5550973"/>
                  </a:cubicBezTo>
                  <a:lnTo>
                    <a:pt x="27991" y="5493272"/>
                  </a:lnTo>
                  <a:cubicBezTo>
                    <a:pt x="19109" y="5483589"/>
                    <a:pt x="9758" y="5474359"/>
                    <a:pt x="1454" y="5464252"/>
                  </a:cubicBezTo>
                  <a:lnTo>
                    <a:pt x="0" y="5462518"/>
                  </a:lnTo>
                  <a:lnTo>
                    <a:pt x="0" y="4720187"/>
                  </a:lnTo>
                  <a:lnTo>
                    <a:pt x="109684" y="4836724"/>
                  </a:lnTo>
                  <a:cubicBezTo>
                    <a:pt x="173316" y="4897375"/>
                    <a:pt x="239447" y="4954160"/>
                    <a:pt x="306959" y="5007200"/>
                  </a:cubicBezTo>
                  <a:lnTo>
                    <a:pt x="358101" y="5046057"/>
                  </a:lnTo>
                  <a:lnTo>
                    <a:pt x="383328" y="5065684"/>
                  </a:lnTo>
                  <a:cubicBezTo>
                    <a:pt x="391637" y="5072316"/>
                    <a:pt x="400805" y="5077902"/>
                    <a:pt x="409503" y="5083942"/>
                  </a:cubicBezTo>
                  <a:lnTo>
                    <a:pt x="461889" y="5119888"/>
                  </a:lnTo>
                  <a:cubicBezTo>
                    <a:pt x="466184" y="5122893"/>
                    <a:pt x="470616" y="5125820"/>
                    <a:pt x="474883" y="5128933"/>
                  </a:cubicBezTo>
                  <a:cubicBezTo>
                    <a:pt x="478982" y="5132235"/>
                    <a:pt x="482476" y="5136069"/>
                    <a:pt x="486410" y="5139557"/>
                  </a:cubicBezTo>
                  <a:cubicBezTo>
                    <a:pt x="494140" y="5146613"/>
                    <a:pt x="502565" y="5152812"/>
                    <a:pt x="510852" y="5159089"/>
                  </a:cubicBezTo>
                  <a:lnTo>
                    <a:pt x="560653" y="5196893"/>
                  </a:lnTo>
                  <a:lnTo>
                    <a:pt x="585485" y="5215834"/>
                  </a:lnTo>
                  <a:cubicBezTo>
                    <a:pt x="593773" y="5222111"/>
                    <a:pt x="601864" y="5228685"/>
                    <a:pt x="610707" y="5234185"/>
                  </a:cubicBezTo>
                  <a:lnTo>
                    <a:pt x="714768" y="5303103"/>
                  </a:lnTo>
                  <a:cubicBezTo>
                    <a:pt x="856162" y="5390603"/>
                    <a:pt x="1008099" y="5459947"/>
                    <a:pt x="1166634" y="5513322"/>
                  </a:cubicBezTo>
                  <a:cubicBezTo>
                    <a:pt x="1186540" y="5519932"/>
                    <a:pt x="1205774" y="5527751"/>
                    <a:pt x="1225991" y="5533632"/>
                  </a:cubicBezTo>
                  <a:lnTo>
                    <a:pt x="1286680" y="5550705"/>
                  </a:lnTo>
                  <a:lnTo>
                    <a:pt x="1347310" y="5567995"/>
                  </a:lnTo>
                  <a:cubicBezTo>
                    <a:pt x="1357469" y="5571180"/>
                    <a:pt x="1367261" y="5573572"/>
                    <a:pt x="1377002" y="5575719"/>
                  </a:cubicBezTo>
                  <a:lnTo>
                    <a:pt x="1406328" y="5582649"/>
                  </a:lnTo>
                  <a:cubicBezTo>
                    <a:pt x="1425825" y="5587757"/>
                    <a:pt x="1445490" y="5590939"/>
                    <a:pt x="1465060" y="5594909"/>
                  </a:cubicBezTo>
                  <a:cubicBezTo>
                    <a:pt x="1484652" y="5599231"/>
                    <a:pt x="1504324" y="5601952"/>
                    <a:pt x="1523881" y="5605105"/>
                  </a:cubicBezTo>
                  <a:cubicBezTo>
                    <a:pt x="1533660" y="5606682"/>
                    <a:pt x="1543460" y="5608613"/>
                    <a:pt x="1553325" y="5609865"/>
                  </a:cubicBezTo>
                  <a:lnTo>
                    <a:pt x="1582813" y="5613593"/>
                  </a:lnTo>
                  <a:lnTo>
                    <a:pt x="1612301" y="5617321"/>
                  </a:lnTo>
                  <a:lnTo>
                    <a:pt x="1641863" y="5619910"/>
                  </a:lnTo>
                  <a:cubicBezTo>
                    <a:pt x="1799348" y="5633940"/>
                    <a:pt x="1957913" y="5625770"/>
                    <a:pt x="2117508" y="5595156"/>
                  </a:cubicBezTo>
                  <a:cubicBezTo>
                    <a:pt x="2277124" y="5564895"/>
                    <a:pt x="2437004" y="5512449"/>
                    <a:pt x="2597368" y="5447381"/>
                  </a:cubicBezTo>
                  <a:cubicBezTo>
                    <a:pt x="2757791" y="5382096"/>
                    <a:pt x="2918855" y="5304464"/>
                    <a:pt x="3082968" y="5223245"/>
                  </a:cubicBezTo>
                  <a:lnTo>
                    <a:pt x="3334855" y="5097383"/>
                  </a:lnTo>
                  <a:cubicBezTo>
                    <a:pt x="3423528" y="5054142"/>
                    <a:pt x="3511773" y="5013798"/>
                    <a:pt x="3599509" y="4976217"/>
                  </a:cubicBezTo>
                  <a:cubicBezTo>
                    <a:pt x="3774960" y="4900701"/>
                    <a:pt x="3948276" y="4837481"/>
                    <a:pt x="4112002" y="4766359"/>
                  </a:cubicBezTo>
                  <a:cubicBezTo>
                    <a:pt x="4193972" y="4730827"/>
                    <a:pt x="4273429" y="4692997"/>
                    <a:pt x="4348983" y="4649833"/>
                  </a:cubicBezTo>
                  <a:cubicBezTo>
                    <a:pt x="4424508" y="4606778"/>
                    <a:pt x="4496050" y="4558250"/>
                    <a:pt x="4560505" y="4501564"/>
                  </a:cubicBezTo>
                  <a:cubicBezTo>
                    <a:pt x="4625198" y="4445289"/>
                    <a:pt x="4682991" y="4381021"/>
                    <a:pt x="4731963" y="4309870"/>
                  </a:cubicBezTo>
                  <a:cubicBezTo>
                    <a:pt x="4781043" y="4238747"/>
                    <a:pt x="4821275" y="4160848"/>
                    <a:pt x="4852344" y="4078640"/>
                  </a:cubicBezTo>
                  <a:lnTo>
                    <a:pt x="4863972" y="4047790"/>
                  </a:lnTo>
                  <a:lnTo>
                    <a:pt x="4874144" y="4016320"/>
                  </a:lnTo>
                  <a:lnTo>
                    <a:pt x="4884127" y="3984682"/>
                  </a:lnTo>
                  <a:cubicBezTo>
                    <a:pt x="4887242" y="3973925"/>
                    <a:pt x="4889981" y="3962835"/>
                    <a:pt x="4892800" y="3951883"/>
                  </a:cubicBezTo>
                  <a:lnTo>
                    <a:pt x="4909526" y="3886001"/>
                  </a:lnTo>
                  <a:lnTo>
                    <a:pt x="4917687" y="3852948"/>
                  </a:lnTo>
                  <a:lnTo>
                    <a:pt x="4921768" y="3836422"/>
                  </a:lnTo>
                  <a:lnTo>
                    <a:pt x="4924845" y="3819742"/>
                  </a:lnTo>
                  <a:cubicBezTo>
                    <a:pt x="4933092" y="3775120"/>
                    <a:pt x="4941231" y="3730469"/>
                    <a:pt x="4948230" y="3685744"/>
                  </a:cubicBezTo>
                  <a:cubicBezTo>
                    <a:pt x="4953579" y="3640694"/>
                    <a:pt x="4958249" y="3595577"/>
                    <a:pt x="4962782" y="3550540"/>
                  </a:cubicBezTo>
                  <a:cubicBezTo>
                    <a:pt x="4976580" y="3369692"/>
                    <a:pt x="4965812" y="3187942"/>
                    <a:pt x="4939468" y="3010249"/>
                  </a:cubicBezTo>
                  <a:cubicBezTo>
                    <a:pt x="4912965" y="2832281"/>
                    <a:pt x="4870237" y="2658196"/>
                    <a:pt x="4816901" y="2488224"/>
                  </a:cubicBezTo>
                  <a:cubicBezTo>
                    <a:pt x="4810197" y="2466954"/>
                    <a:pt x="4803984" y="2445582"/>
                    <a:pt x="4797005" y="2424470"/>
                  </a:cubicBezTo>
                  <a:cubicBezTo>
                    <a:pt x="4789399" y="2403537"/>
                    <a:pt x="4781686" y="2382574"/>
                    <a:pt x="4774433" y="2361620"/>
                  </a:cubicBezTo>
                  <a:lnTo>
                    <a:pt x="4752459" y="2298700"/>
                  </a:lnTo>
                  <a:lnTo>
                    <a:pt x="4728083" y="2236526"/>
                  </a:lnTo>
                  <a:cubicBezTo>
                    <a:pt x="4719957" y="2215802"/>
                    <a:pt x="4712352" y="2194869"/>
                    <a:pt x="4704471" y="2174095"/>
                  </a:cubicBezTo>
                  <a:lnTo>
                    <a:pt x="4678399" y="2112626"/>
                  </a:lnTo>
                  <a:lnTo>
                    <a:pt x="4652601" y="2050999"/>
                  </a:lnTo>
                  <a:cubicBezTo>
                    <a:pt x="4643711" y="2030533"/>
                    <a:pt x="4633616" y="2010672"/>
                    <a:pt x="4624205" y="1990415"/>
                  </a:cubicBezTo>
                  <a:lnTo>
                    <a:pt x="4595398" y="1930069"/>
                  </a:lnTo>
                  <a:cubicBezTo>
                    <a:pt x="4585714" y="1909969"/>
                    <a:pt x="4574413" y="1890713"/>
                    <a:pt x="4563827" y="1870952"/>
                  </a:cubicBezTo>
                  <a:lnTo>
                    <a:pt x="4531433" y="1812311"/>
                  </a:lnTo>
                  <a:lnTo>
                    <a:pt x="4523315" y="1797616"/>
                  </a:lnTo>
                  <a:lnTo>
                    <a:pt x="4514482" y="1783425"/>
                  </a:lnTo>
                  <a:lnTo>
                    <a:pt x="4496845" y="1754936"/>
                  </a:lnTo>
                  <a:lnTo>
                    <a:pt x="4461463" y="1697929"/>
                  </a:lnTo>
                  <a:lnTo>
                    <a:pt x="4452660" y="1683629"/>
                  </a:lnTo>
                  <a:lnTo>
                    <a:pt x="4443141" y="1669834"/>
                  </a:lnTo>
                  <a:lnTo>
                    <a:pt x="4424241" y="1642166"/>
                  </a:lnTo>
                  <a:cubicBezTo>
                    <a:pt x="4399005" y="1605265"/>
                    <a:pt x="4374512" y="1567751"/>
                    <a:pt x="4346886" y="1532412"/>
                  </a:cubicBezTo>
                  <a:cubicBezTo>
                    <a:pt x="4240477" y="1388328"/>
                    <a:pt x="4120362" y="1253437"/>
                    <a:pt x="3985497" y="1134649"/>
                  </a:cubicBezTo>
                  <a:cubicBezTo>
                    <a:pt x="3850799" y="1015675"/>
                    <a:pt x="3702920" y="911715"/>
                    <a:pt x="3545665" y="825877"/>
                  </a:cubicBezTo>
                  <a:lnTo>
                    <a:pt x="3486190" y="794756"/>
                  </a:lnTo>
                  <a:cubicBezTo>
                    <a:pt x="3466181" y="784640"/>
                    <a:pt x="3446893" y="773560"/>
                    <a:pt x="3426182" y="764765"/>
                  </a:cubicBezTo>
                  <a:lnTo>
                    <a:pt x="3365044" y="737255"/>
                  </a:lnTo>
                  <a:lnTo>
                    <a:pt x="3334529" y="723514"/>
                  </a:lnTo>
                  <a:cubicBezTo>
                    <a:pt x="3324394" y="718943"/>
                    <a:pt x="3314287" y="714265"/>
                    <a:pt x="3303733" y="710395"/>
                  </a:cubicBezTo>
                  <a:cubicBezTo>
                    <a:pt x="3262013" y="694346"/>
                    <a:pt x="3220711" y="677599"/>
                    <a:pt x="3179033" y="662259"/>
                  </a:cubicBezTo>
                  <a:lnTo>
                    <a:pt x="3052408" y="620447"/>
                  </a:lnTo>
                  <a:lnTo>
                    <a:pt x="2924325" y="584505"/>
                  </a:lnTo>
                  <a:cubicBezTo>
                    <a:pt x="2903106" y="578471"/>
                    <a:pt x="2881119" y="574434"/>
                    <a:pt x="2859667" y="569266"/>
                  </a:cubicBezTo>
                  <a:lnTo>
                    <a:pt x="2795226" y="554085"/>
                  </a:lnTo>
                  <a:cubicBezTo>
                    <a:pt x="2774078" y="548652"/>
                    <a:pt x="2751709" y="544744"/>
                    <a:pt x="2729702" y="540354"/>
                  </a:cubicBezTo>
                  <a:lnTo>
                    <a:pt x="2663758" y="527322"/>
                  </a:lnTo>
                  <a:lnTo>
                    <a:pt x="2630927" y="520495"/>
                  </a:lnTo>
                  <a:lnTo>
                    <a:pt x="2597965" y="515024"/>
                  </a:lnTo>
                  <a:cubicBezTo>
                    <a:pt x="2575970" y="511449"/>
                    <a:pt x="2554112" y="507795"/>
                    <a:pt x="2532205" y="503895"/>
                  </a:cubicBezTo>
                  <a:cubicBezTo>
                    <a:pt x="2357016" y="475037"/>
                    <a:pt x="2182954" y="456682"/>
                    <a:pt x="2010064" y="452552"/>
                  </a:cubicBezTo>
                  <a:cubicBezTo>
                    <a:pt x="1837255" y="448558"/>
                    <a:pt x="1665388" y="457916"/>
                    <a:pt x="1494552" y="485055"/>
                  </a:cubicBezTo>
                  <a:cubicBezTo>
                    <a:pt x="1452133" y="492816"/>
                    <a:pt x="1409569" y="501117"/>
                    <a:pt x="1366896" y="509389"/>
                  </a:cubicBezTo>
                  <a:cubicBezTo>
                    <a:pt x="1324862" y="520035"/>
                    <a:pt x="1282333" y="529505"/>
                    <a:pt x="1240175" y="541045"/>
                  </a:cubicBezTo>
                  <a:lnTo>
                    <a:pt x="1177438" y="560170"/>
                  </a:lnTo>
                  <a:lnTo>
                    <a:pt x="1145987" y="569826"/>
                  </a:lnTo>
                  <a:lnTo>
                    <a:pt x="1130315" y="574669"/>
                  </a:lnTo>
                  <a:lnTo>
                    <a:pt x="1114873" y="580384"/>
                  </a:lnTo>
                  <a:lnTo>
                    <a:pt x="1052839" y="602943"/>
                  </a:lnTo>
                  <a:cubicBezTo>
                    <a:pt x="1032151" y="610499"/>
                    <a:pt x="1011255" y="617535"/>
                    <a:pt x="991135" y="626866"/>
                  </a:cubicBezTo>
                  <a:lnTo>
                    <a:pt x="930179" y="653191"/>
                  </a:lnTo>
                  <a:cubicBezTo>
                    <a:pt x="909850" y="662002"/>
                    <a:pt x="889443" y="670676"/>
                    <a:pt x="869768" y="680937"/>
                  </a:cubicBezTo>
                  <a:lnTo>
                    <a:pt x="810085" y="710734"/>
                  </a:lnTo>
                  <a:cubicBezTo>
                    <a:pt x="790331" y="720859"/>
                    <a:pt x="770124" y="730514"/>
                    <a:pt x="751220" y="741794"/>
                  </a:cubicBezTo>
                  <a:cubicBezTo>
                    <a:pt x="673929" y="784955"/>
                    <a:pt x="598827" y="830326"/>
                    <a:pt x="532669" y="881688"/>
                  </a:cubicBezTo>
                  <a:cubicBezTo>
                    <a:pt x="464226" y="931625"/>
                    <a:pt x="406969" y="988270"/>
                    <a:pt x="354185" y="1050286"/>
                  </a:cubicBezTo>
                  <a:lnTo>
                    <a:pt x="315980" y="1098125"/>
                  </a:lnTo>
                  <a:lnTo>
                    <a:pt x="280345" y="1149782"/>
                  </a:lnTo>
                  <a:cubicBezTo>
                    <a:pt x="268144" y="1166335"/>
                    <a:pt x="257438" y="1185955"/>
                    <a:pt x="245890" y="1203959"/>
                  </a:cubicBezTo>
                  <a:cubicBezTo>
                    <a:pt x="234552" y="1222481"/>
                    <a:pt x="223171" y="1240298"/>
                    <a:pt x="212162" y="1260184"/>
                  </a:cubicBezTo>
                  <a:cubicBezTo>
                    <a:pt x="168299" y="1337574"/>
                    <a:pt x="125055" y="1419360"/>
                    <a:pt x="80716" y="1502476"/>
                  </a:cubicBezTo>
                  <a:lnTo>
                    <a:pt x="0" y="1648841"/>
                  </a:lnTo>
                  <a:lnTo>
                    <a:pt x="0" y="954863"/>
                  </a:lnTo>
                  <a:lnTo>
                    <a:pt x="43491" y="895513"/>
                  </a:lnTo>
                  <a:cubicBezTo>
                    <a:pt x="59888" y="874984"/>
                    <a:pt x="77014" y="854766"/>
                    <a:pt x="93923" y="834489"/>
                  </a:cubicBezTo>
                  <a:cubicBezTo>
                    <a:pt x="163245" y="754880"/>
                    <a:pt x="240806" y="679565"/>
                    <a:pt x="323465" y="617671"/>
                  </a:cubicBezTo>
                  <a:cubicBezTo>
                    <a:pt x="405002" y="553042"/>
                    <a:pt x="490132" y="499230"/>
                    <a:pt x="574777" y="446794"/>
                  </a:cubicBezTo>
                  <a:cubicBezTo>
                    <a:pt x="595733" y="433050"/>
                    <a:pt x="617442" y="421248"/>
                    <a:pt x="638943" y="408925"/>
                  </a:cubicBezTo>
                  <a:lnTo>
                    <a:pt x="703505" y="371742"/>
                  </a:lnTo>
                  <a:cubicBezTo>
                    <a:pt x="724798" y="358900"/>
                    <a:pt x="747120" y="347842"/>
                    <a:pt x="769262" y="336154"/>
                  </a:cubicBezTo>
                  <a:lnTo>
                    <a:pt x="835552" y="301173"/>
                  </a:lnTo>
                  <a:cubicBezTo>
                    <a:pt x="857427" y="289183"/>
                    <a:pt x="880470" y="278896"/>
                    <a:pt x="902979" y="268004"/>
                  </a:cubicBezTo>
                  <a:lnTo>
                    <a:pt x="971127" y="235607"/>
                  </a:lnTo>
                  <a:lnTo>
                    <a:pt x="988238" y="227556"/>
                  </a:lnTo>
                  <a:lnTo>
                    <a:pt x="1005744" y="220191"/>
                  </a:lnTo>
                  <a:lnTo>
                    <a:pt x="1040729" y="205569"/>
                  </a:lnTo>
                  <a:lnTo>
                    <a:pt x="1110835" y="176248"/>
                  </a:lnTo>
                  <a:cubicBezTo>
                    <a:pt x="1157999" y="157703"/>
                    <a:pt x="1206322" y="141323"/>
                    <a:pt x="1254256" y="123796"/>
                  </a:cubicBezTo>
                  <a:cubicBezTo>
                    <a:pt x="1302938" y="108671"/>
                    <a:pt x="1352074" y="94017"/>
                    <a:pt x="1401310" y="79852"/>
                  </a:cubicBezTo>
                  <a:cubicBezTo>
                    <a:pt x="1599497" y="26774"/>
                    <a:pt x="1806373" y="-329"/>
                    <a:pt x="2011811" y="4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F73117AC-2CCC-E1D4-50A1-B0EE5CB2829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297400"/>
              <a:ext cx="5215811" cy="6107388"/>
            </a:xfrm>
            <a:custGeom>
              <a:avLst/>
              <a:gdLst>
                <a:gd name="connsiteX0" fmla="*/ 1869139 w 5215811"/>
                <a:gd name="connsiteY0" fmla="*/ 9 h 6107388"/>
                <a:gd name="connsiteX1" fmla="*/ 2791149 w 5215811"/>
                <a:gd name="connsiteY1" fmla="*/ 130229 h 6107388"/>
                <a:gd name="connsiteX2" fmla="*/ 4760307 w 5215811"/>
                <a:gd name="connsiteY2" fmla="*/ 1608408 h 6107388"/>
                <a:gd name="connsiteX3" fmla="*/ 5108574 w 5215811"/>
                <a:gd name="connsiteY3" fmla="*/ 4050383 h 6107388"/>
                <a:gd name="connsiteX4" fmla="*/ 3434916 w 5215811"/>
                <a:gd name="connsiteY4" fmla="*/ 5503134 h 6107388"/>
                <a:gd name="connsiteX5" fmla="*/ 1137841 w 5215811"/>
                <a:gd name="connsiteY5" fmla="*/ 6033968 h 6107388"/>
                <a:gd name="connsiteX6" fmla="*/ 217555 w 5215811"/>
                <a:gd name="connsiteY6" fmla="*/ 5598945 h 6107388"/>
                <a:gd name="connsiteX7" fmla="*/ 0 w 5215811"/>
                <a:gd name="connsiteY7" fmla="*/ 5419622 h 6107388"/>
                <a:gd name="connsiteX8" fmla="*/ 0 w 5215811"/>
                <a:gd name="connsiteY8" fmla="*/ 4571683 h 6107388"/>
                <a:gd name="connsiteX9" fmla="*/ 18056 w 5215811"/>
                <a:gd name="connsiteY9" fmla="*/ 4599282 h 6107388"/>
                <a:gd name="connsiteX10" fmla="*/ 358324 w 5215811"/>
                <a:gd name="connsiteY10" fmla="*/ 4988154 h 6107388"/>
                <a:gd name="connsiteX11" fmla="*/ 1282741 w 5215811"/>
                <a:gd name="connsiteY11" fmla="*/ 5493193 h 6107388"/>
                <a:gd name="connsiteX12" fmla="*/ 2172794 w 5215811"/>
                <a:gd name="connsiteY12" fmla="*/ 5470630 h 6107388"/>
                <a:gd name="connsiteX13" fmla="*/ 3146893 w 5215811"/>
                <a:gd name="connsiteY13" fmla="*/ 5016296 h 6107388"/>
                <a:gd name="connsiteX14" fmla="*/ 3574114 w 5215811"/>
                <a:gd name="connsiteY14" fmla="*/ 4791124 h 6107388"/>
                <a:gd name="connsiteX15" fmla="*/ 4244948 w 5215811"/>
                <a:gd name="connsiteY15" fmla="*/ 4392664 h 6107388"/>
                <a:gd name="connsiteX16" fmla="*/ 4556385 w 5215811"/>
                <a:gd name="connsiteY16" fmla="*/ 3902656 h 6107388"/>
                <a:gd name="connsiteX17" fmla="*/ 4616354 w 5215811"/>
                <a:gd name="connsiteY17" fmla="*/ 2851680 h 6107388"/>
                <a:gd name="connsiteX18" fmla="*/ 4269266 w 5215811"/>
                <a:gd name="connsiteY18" fmla="*/ 1889625 h 6107388"/>
                <a:gd name="connsiteX19" fmla="*/ 2645976 w 5215811"/>
                <a:gd name="connsiteY19" fmla="*/ 671162 h 6107388"/>
                <a:gd name="connsiteX20" fmla="*/ 1648930 w 5215811"/>
                <a:gd name="connsiteY20" fmla="*/ 573017 h 6107388"/>
                <a:gd name="connsiteX21" fmla="*/ 771768 w 5215811"/>
                <a:gd name="connsiteY21" fmla="*/ 865882 h 6107388"/>
                <a:gd name="connsiteX22" fmla="*/ 433617 w 5215811"/>
                <a:gd name="connsiteY22" fmla="*/ 1119441 h 6107388"/>
                <a:gd name="connsiteX23" fmla="*/ 200571 w 5215811"/>
                <a:gd name="connsiteY23" fmla="*/ 1486480 h 6107388"/>
                <a:gd name="connsiteX24" fmla="*/ 47077 w 5215811"/>
                <a:gd name="connsiteY24" fmla="*/ 1753604 h 6107388"/>
                <a:gd name="connsiteX25" fmla="*/ 0 w 5215811"/>
                <a:gd name="connsiteY25" fmla="*/ 1831655 h 6107388"/>
                <a:gd name="connsiteX26" fmla="*/ 0 w 5215811"/>
                <a:gd name="connsiteY26" fmla="*/ 751112 h 6107388"/>
                <a:gd name="connsiteX27" fmla="*/ 6994 w 5215811"/>
                <a:gd name="connsiteY27" fmla="*/ 742614 h 6107388"/>
                <a:gd name="connsiteX28" fmla="*/ 484047 w 5215811"/>
                <a:gd name="connsiteY28" fmla="*/ 378777 h 6107388"/>
                <a:gd name="connsiteX29" fmla="*/ 1869139 w 5215811"/>
                <a:gd name="connsiteY29" fmla="*/ 9 h 61073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5811" h="6107388">
                  <a:moveTo>
                    <a:pt x="1869139" y="9"/>
                  </a:moveTo>
                  <a:cubicBezTo>
                    <a:pt x="2160924" y="-706"/>
                    <a:pt x="2465752" y="43039"/>
                    <a:pt x="2791149" y="130229"/>
                  </a:cubicBezTo>
                  <a:cubicBezTo>
                    <a:pt x="3651198" y="360678"/>
                    <a:pt x="4339884" y="907924"/>
                    <a:pt x="4760307" y="1608408"/>
                  </a:cubicBezTo>
                  <a:cubicBezTo>
                    <a:pt x="5188180" y="2321320"/>
                    <a:pt x="5338357" y="3192822"/>
                    <a:pt x="5108574" y="4050383"/>
                  </a:cubicBezTo>
                  <a:cubicBezTo>
                    <a:pt x="4880820" y="4900373"/>
                    <a:pt x="4152841" y="5098512"/>
                    <a:pt x="3434916" y="5503134"/>
                  </a:cubicBezTo>
                  <a:cubicBezTo>
                    <a:pt x="2717099" y="5907783"/>
                    <a:pt x="2005568" y="6266474"/>
                    <a:pt x="1137841" y="6033968"/>
                  </a:cubicBezTo>
                  <a:cubicBezTo>
                    <a:pt x="783079" y="5938910"/>
                    <a:pt x="479573" y="5790114"/>
                    <a:pt x="217555" y="5598945"/>
                  </a:cubicBezTo>
                  <a:lnTo>
                    <a:pt x="0" y="5419622"/>
                  </a:lnTo>
                  <a:lnTo>
                    <a:pt x="0" y="4571683"/>
                  </a:lnTo>
                  <a:lnTo>
                    <a:pt x="18056" y="4599282"/>
                  </a:lnTo>
                  <a:cubicBezTo>
                    <a:pt x="124071" y="4746782"/>
                    <a:pt x="237002" y="4875718"/>
                    <a:pt x="358324" y="4988154"/>
                  </a:cubicBezTo>
                  <a:cubicBezTo>
                    <a:pt x="621323" y="5231809"/>
                    <a:pt x="923667" y="5396979"/>
                    <a:pt x="1282741" y="5493193"/>
                  </a:cubicBezTo>
                  <a:cubicBezTo>
                    <a:pt x="1573894" y="5571207"/>
                    <a:pt x="1856732" y="5563878"/>
                    <a:pt x="2172794" y="5470630"/>
                  </a:cubicBezTo>
                  <a:cubicBezTo>
                    <a:pt x="2498985" y="5374183"/>
                    <a:pt x="2832844" y="5193315"/>
                    <a:pt x="3146893" y="5016296"/>
                  </a:cubicBezTo>
                  <a:cubicBezTo>
                    <a:pt x="3293538" y="4933641"/>
                    <a:pt x="3436182" y="4861160"/>
                    <a:pt x="3574114" y="4791124"/>
                  </a:cubicBezTo>
                  <a:cubicBezTo>
                    <a:pt x="3841238" y="4655550"/>
                    <a:pt x="4071901" y="4538375"/>
                    <a:pt x="4244948" y="4392664"/>
                  </a:cubicBezTo>
                  <a:cubicBezTo>
                    <a:pt x="4405844" y="4257259"/>
                    <a:pt x="4501845" y="4106204"/>
                    <a:pt x="4556385" y="3902656"/>
                  </a:cubicBezTo>
                  <a:cubicBezTo>
                    <a:pt x="4649063" y="3556776"/>
                    <a:pt x="4669271" y="3203187"/>
                    <a:pt x="4616354" y="2851680"/>
                  </a:cubicBezTo>
                  <a:cubicBezTo>
                    <a:pt x="4565198" y="2511774"/>
                    <a:pt x="4448474" y="2188147"/>
                    <a:pt x="4269266" y="1889625"/>
                  </a:cubicBezTo>
                  <a:cubicBezTo>
                    <a:pt x="3907781" y="1287586"/>
                    <a:pt x="3331245" y="854780"/>
                    <a:pt x="2645976" y="671162"/>
                  </a:cubicBezTo>
                  <a:cubicBezTo>
                    <a:pt x="2278249" y="572630"/>
                    <a:pt x="1952074" y="540526"/>
                    <a:pt x="1648930" y="573017"/>
                  </a:cubicBezTo>
                  <a:cubicBezTo>
                    <a:pt x="1351746" y="604901"/>
                    <a:pt x="1064785" y="700731"/>
                    <a:pt x="771768" y="865882"/>
                  </a:cubicBezTo>
                  <a:cubicBezTo>
                    <a:pt x="568061" y="980657"/>
                    <a:pt x="486465" y="1058486"/>
                    <a:pt x="433617" y="1119441"/>
                  </a:cubicBezTo>
                  <a:cubicBezTo>
                    <a:pt x="358307" y="1206256"/>
                    <a:pt x="292149" y="1323808"/>
                    <a:pt x="200571" y="1486480"/>
                  </a:cubicBezTo>
                  <a:cubicBezTo>
                    <a:pt x="156644" y="1564432"/>
                    <a:pt x="106654" y="1653214"/>
                    <a:pt x="47077" y="1753604"/>
                  </a:cubicBezTo>
                  <a:lnTo>
                    <a:pt x="0" y="1831655"/>
                  </a:lnTo>
                  <a:lnTo>
                    <a:pt x="0" y="751112"/>
                  </a:lnTo>
                  <a:lnTo>
                    <a:pt x="6994" y="742614"/>
                  </a:lnTo>
                  <a:cubicBezTo>
                    <a:pt x="117721" y="617683"/>
                    <a:pt x="259696" y="505222"/>
                    <a:pt x="484047" y="378777"/>
                  </a:cubicBezTo>
                  <a:cubicBezTo>
                    <a:pt x="932751" y="125890"/>
                    <a:pt x="1382831" y="1200"/>
                    <a:pt x="1869139" y="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74C2FB99-E09B-06F0-773C-A0706D0A074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319367"/>
              <a:ext cx="5217956" cy="6100079"/>
            </a:xfrm>
            <a:custGeom>
              <a:avLst/>
              <a:gdLst>
                <a:gd name="connsiteX0" fmla="*/ 1951393 w 5217956"/>
                <a:gd name="connsiteY0" fmla="*/ 82 h 6100079"/>
                <a:gd name="connsiteX1" fmla="*/ 2855177 w 5217956"/>
                <a:gd name="connsiteY1" fmla="*/ 125419 h 6100079"/>
                <a:gd name="connsiteX2" fmla="*/ 4779341 w 5217956"/>
                <a:gd name="connsiteY2" fmla="*/ 1591542 h 6100079"/>
                <a:gd name="connsiteX3" fmla="*/ 5108573 w 5217956"/>
                <a:gd name="connsiteY3" fmla="*/ 4028416 h 6100079"/>
                <a:gd name="connsiteX4" fmla="*/ 3459358 w 5217956"/>
                <a:gd name="connsiteY4" fmla="*/ 5487716 h 6100079"/>
                <a:gd name="connsiteX5" fmla="*/ 1203274 w 5217956"/>
                <a:gd name="connsiteY5" fmla="*/ 6029534 h 6100079"/>
                <a:gd name="connsiteX6" fmla="*/ 59920 w 5217956"/>
                <a:gd name="connsiteY6" fmla="*/ 5396467 h 6100079"/>
                <a:gd name="connsiteX7" fmla="*/ 0 w 5217956"/>
                <a:gd name="connsiteY7" fmla="*/ 5333382 h 6100079"/>
                <a:gd name="connsiteX8" fmla="*/ 0 w 5217956"/>
                <a:gd name="connsiteY8" fmla="*/ 4205833 h 6100079"/>
                <a:gd name="connsiteX9" fmla="*/ 58036 w 5217956"/>
                <a:gd name="connsiteY9" fmla="*/ 4310048 h 6100079"/>
                <a:gd name="connsiteX10" fmla="*/ 520779 w 5217956"/>
                <a:gd name="connsiteY10" fmla="*/ 4907591 h 6100079"/>
                <a:gd name="connsiteX11" fmla="*/ 1377154 w 5217956"/>
                <a:gd name="connsiteY11" fmla="*/ 5380604 h 6100079"/>
                <a:gd name="connsiteX12" fmla="*/ 3123340 w 5217956"/>
                <a:gd name="connsiteY12" fmla="*/ 4905715 h 6100079"/>
                <a:gd name="connsiteX13" fmla="*/ 3547863 w 5217956"/>
                <a:gd name="connsiteY13" fmla="*/ 4676342 h 6100079"/>
                <a:gd name="connsiteX14" fmla="*/ 4186753 w 5217956"/>
                <a:gd name="connsiteY14" fmla="*/ 4289376 h 6100079"/>
                <a:gd name="connsiteX15" fmla="*/ 4459565 w 5217956"/>
                <a:gd name="connsiteY15" fmla="*/ 3854399 h 6100079"/>
                <a:gd name="connsiteX16" fmla="*/ 4521015 w 5217956"/>
                <a:gd name="connsiteY16" fmla="*/ 2849377 h 6100079"/>
                <a:gd name="connsiteX17" fmla="*/ 4199723 w 5217956"/>
                <a:gd name="connsiteY17" fmla="*/ 1931213 h 6100079"/>
                <a:gd name="connsiteX18" fmla="*/ 2681217 w 5217956"/>
                <a:gd name="connsiteY18" fmla="*/ 774211 h 6100079"/>
                <a:gd name="connsiteX19" fmla="*/ 926547 w 5217956"/>
                <a:gd name="connsiteY19" fmla="*/ 967112 h 6100079"/>
                <a:gd name="connsiteX20" fmla="*/ 622677 w 5217956"/>
                <a:gd name="connsiteY20" fmla="*/ 1197863 h 6100079"/>
                <a:gd name="connsiteX21" fmla="*/ 404892 w 5217956"/>
                <a:gd name="connsiteY21" fmla="*/ 1547314 h 6100079"/>
                <a:gd name="connsiteX22" fmla="*/ 40135 w 5217956"/>
                <a:gd name="connsiteY22" fmla="*/ 2159090 h 6100079"/>
                <a:gd name="connsiteX23" fmla="*/ 0 w 5217956"/>
                <a:gd name="connsiteY23" fmla="*/ 2219367 h 6100079"/>
                <a:gd name="connsiteX24" fmla="*/ 0 w 5217956"/>
                <a:gd name="connsiteY24" fmla="*/ 915659 h 6100079"/>
                <a:gd name="connsiteX25" fmla="*/ 58609 w 5217956"/>
                <a:gd name="connsiteY25" fmla="*/ 828051 h 6100079"/>
                <a:gd name="connsiteX26" fmla="*/ 590688 w 5217956"/>
                <a:gd name="connsiteY26" fmla="*/ 385385 h 6100079"/>
                <a:gd name="connsiteX27" fmla="*/ 1951393 w 5217956"/>
                <a:gd name="connsiteY27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5217956" h="6100079">
                  <a:moveTo>
                    <a:pt x="1951393" y="82"/>
                  </a:moveTo>
                  <a:cubicBezTo>
                    <a:pt x="2237631" y="-2119"/>
                    <a:pt x="2536431" y="40011"/>
                    <a:pt x="2855177" y="125419"/>
                  </a:cubicBezTo>
                  <a:cubicBezTo>
                    <a:pt x="3697704" y="351173"/>
                    <a:pt x="4370490" y="894159"/>
                    <a:pt x="4779341" y="1591542"/>
                  </a:cubicBezTo>
                  <a:cubicBezTo>
                    <a:pt x="5195534" y="2301324"/>
                    <a:pt x="5338356" y="3170855"/>
                    <a:pt x="5108573" y="4028416"/>
                  </a:cubicBezTo>
                  <a:cubicBezTo>
                    <a:pt x="4880819" y="4878406"/>
                    <a:pt x="4165603" y="5079965"/>
                    <a:pt x="3459358" y="5487716"/>
                  </a:cubicBezTo>
                  <a:cubicBezTo>
                    <a:pt x="2753114" y="5895466"/>
                    <a:pt x="2053264" y="6257288"/>
                    <a:pt x="1203274" y="6029534"/>
                  </a:cubicBezTo>
                  <a:cubicBezTo>
                    <a:pt x="739884" y="5905369"/>
                    <a:pt x="366399" y="5685345"/>
                    <a:pt x="59920" y="5396467"/>
                  </a:cubicBezTo>
                  <a:lnTo>
                    <a:pt x="0" y="5333382"/>
                  </a:lnTo>
                  <a:lnTo>
                    <a:pt x="0" y="4205833"/>
                  </a:lnTo>
                  <a:lnTo>
                    <a:pt x="58036" y="4310048"/>
                  </a:lnTo>
                  <a:cubicBezTo>
                    <a:pt x="197935" y="4550245"/>
                    <a:pt x="350594" y="4747142"/>
                    <a:pt x="520779" y="4907591"/>
                  </a:cubicBezTo>
                  <a:cubicBezTo>
                    <a:pt x="763600" y="5136565"/>
                    <a:pt x="1043821" y="5291288"/>
                    <a:pt x="1377154" y="5380604"/>
                  </a:cubicBezTo>
                  <a:cubicBezTo>
                    <a:pt x="1963029" y="5537589"/>
                    <a:pt x="2470519" y="5282804"/>
                    <a:pt x="3123340" y="4905715"/>
                  </a:cubicBezTo>
                  <a:cubicBezTo>
                    <a:pt x="3269800" y="4821157"/>
                    <a:pt x="3411134" y="4747512"/>
                    <a:pt x="3547863" y="4676342"/>
                  </a:cubicBezTo>
                  <a:cubicBezTo>
                    <a:pt x="3804497" y="4542710"/>
                    <a:pt x="4026085" y="4427393"/>
                    <a:pt x="4186753" y="4289376"/>
                  </a:cubicBezTo>
                  <a:cubicBezTo>
                    <a:pt x="4329009" y="4167293"/>
                    <a:pt x="4410589" y="4037181"/>
                    <a:pt x="4459565" y="3854399"/>
                  </a:cubicBezTo>
                  <a:cubicBezTo>
                    <a:pt x="4548302" y="3523229"/>
                    <a:pt x="4568981" y="3185183"/>
                    <a:pt x="4521015" y="2849377"/>
                  </a:cubicBezTo>
                  <a:cubicBezTo>
                    <a:pt x="4474709" y="2524680"/>
                    <a:pt x="4366564" y="2215756"/>
                    <a:pt x="4199723" y="1931213"/>
                  </a:cubicBezTo>
                  <a:cubicBezTo>
                    <a:pt x="3863270" y="1357325"/>
                    <a:pt x="3323982" y="946439"/>
                    <a:pt x="2681217" y="774211"/>
                  </a:cubicBezTo>
                  <a:cubicBezTo>
                    <a:pt x="2001139" y="591984"/>
                    <a:pt x="1476322" y="649699"/>
                    <a:pt x="926547" y="967112"/>
                  </a:cubicBezTo>
                  <a:cubicBezTo>
                    <a:pt x="740730" y="1074393"/>
                    <a:pt x="668642" y="1143989"/>
                    <a:pt x="622677" y="1197863"/>
                  </a:cubicBezTo>
                  <a:cubicBezTo>
                    <a:pt x="555599" y="1276450"/>
                    <a:pt x="492360" y="1390031"/>
                    <a:pt x="404892" y="1547314"/>
                  </a:cubicBezTo>
                  <a:cubicBezTo>
                    <a:pt x="317047" y="1705133"/>
                    <a:pt x="204816" y="1906756"/>
                    <a:pt x="40135" y="2159090"/>
                  </a:cubicBezTo>
                  <a:lnTo>
                    <a:pt x="0" y="2219367"/>
                  </a:lnTo>
                  <a:lnTo>
                    <a:pt x="0" y="915659"/>
                  </a:lnTo>
                  <a:lnTo>
                    <a:pt x="58609" y="828051"/>
                  </a:lnTo>
                  <a:cubicBezTo>
                    <a:pt x="177453" y="670481"/>
                    <a:pt x="325846" y="538291"/>
                    <a:pt x="590688" y="385385"/>
                  </a:cubicBezTo>
                  <a:cubicBezTo>
                    <a:pt x="1032158" y="130559"/>
                    <a:pt x="1474329" y="3750"/>
                    <a:pt x="1951393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88B16814-402A-FC88-FC1F-B73F1A932CE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319367"/>
              <a:ext cx="5217957" cy="6100079"/>
            </a:xfrm>
            <a:custGeom>
              <a:avLst/>
              <a:gdLst>
                <a:gd name="connsiteX0" fmla="*/ 1951394 w 5217957"/>
                <a:gd name="connsiteY0" fmla="*/ 82 h 6100079"/>
                <a:gd name="connsiteX1" fmla="*/ 2855178 w 5217957"/>
                <a:gd name="connsiteY1" fmla="*/ 125419 h 6100079"/>
                <a:gd name="connsiteX2" fmla="*/ 4779341 w 5217957"/>
                <a:gd name="connsiteY2" fmla="*/ 1591542 h 6100079"/>
                <a:gd name="connsiteX3" fmla="*/ 5108574 w 5217957"/>
                <a:gd name="connsiteY3" fmla="*/ 4028416 h 6100079"/>
                <a:gd name="connsiteX4" fmla="*/ 3459359 w 5217957"/>
                <a:gd name="connsiteY4" fmla="*/ 5487716 h 6100079"/>
                <a:gd name="connsiteX5" fmla="*/ 1203275 w 5217957"/>
                <a:gd name="connsiteY5" fmla="*/ 6029534 h 6100079"/>
                <a:gd name="connsiteX6" fmla="*/ 59921 w 5217957"/>
                <a:gd name="connsiteY6" fmla="*/ 5396467 h 6100079"/>
                <a:gd name="connsiteX7" fmla="*/ 0 w 5217957"/>
                <a:gd name="connsiteY7" fmla="*/ 5333381 h 6100079"/>
                <a:gd name="connsiteX8" fmla="*/ 0 w 5217957"/>
                <a:gd name="connsiteY8" fmla="*/ 4427327 h 6100079"/>
                <a:gd name="connsiteX9" fmla="*/ 112056 w 5217957"/>
                <a:gd name="connsiteY9" fmla="*/ 4602502 h 6100079"/>
                <a:gd name="connsiteX10" fmla="*/ 443875 w 5217957"/>
                <a:gd name="connsiteY10" fmla="*/ 4989110 h 6100079"/>
                <a:gd name="connsiteX11" fmla="*/ 1348175 w 5217957"/>
                <a:gd name="connsiteY11" fmla="*/ 5488759 h 6100079"/>
                <a:gd name="connsiteX12" fmla="*/ 2221463 w 5217957"/>
                <a:gd name="connsiteY12" fmla="*/ 5461704 h 6100079"/>
                <a:gd name="connsiteX13" fmla="*/ 3179339 w 5217957"/>
                <a:gd name="connsiteY13" fmla="*/ 5003023 h 6100079"/>
                <a:gd name="connsiteX14" fmla="*/ 3599638 w 5217957"/>
                <a:gd name="connsiteY14" fmla="*/ 4775996 h 6100079"/>
                <a:gd name="connsiteX15" fmla="*/ 4259765 w 5217957"/>
                <a:gd name="connsiteY15" fmla="*/ 4374667 h 6100079"/>
                <a:gd name="connsiteX16" fmla="*/ 4567742 w 5217957"/>
                <a:gd name="connsiteY16" fmla="*/ 3883732 h 6100079"/>
                <a:gd name="connsiteX17" fmla="*/ 4631929 w 5217957"/>
                <a:gd name="connsiteY17" fmla="*/ 2833886 h 6100079"/>
                <a:gd name="connsiteX18" fmla="*/ 4296412 w 5217957"/>
                <a:gd name="connsiteY18" fmla="*/ 1874932 h 6100079"/>
                <a:gd name="connsiteX19" fmla="*/ 2710219 w 5217957"/>
                <a:gd name="connsiteY19" fmla="*/ 666410 h 6100079"/>
                <a:gd name="connsiteX20" fmla="*/ 1732642 w 5217957"/>
                <a:gd name="connsiteY20" fmla="*/ 573480 h 6100079"/>
                <a:gd name="connsiteX21" fmla="*/ 870621 w 5217957"/>
                <a:gd name="connsiteY21" fmla="*/ 870402 h 6100079"/>
                <a:gd name="connsiteX22" fmla="*/ 537555 w 5217957"/>
                <a:gd name="connsiteY22" fmla="*/ 1125324 h 6100079"/>
                <a:gd name="connsiteX23" fmla="*/ 306995 w 5217957"/>
                <a:gd name="connsiteY23" fmla="*/ 1493030 h 6100079"/>
                <a:gd name="connsiteX24" fmla="*/ 23579 w 5217957"/>
                <a:gd name="connsiteY24" fmla="*/ 1977465 h 6100079"/>
                <a:gd name="connsiteX25" fmla="*/ 0 w 5217957"/>
                <a:gd name="connsiteY25" fmla="*/ 2014291 h 6100079"/>
                <a:gd name="connsiteX26" fmla="*/ 0 w 5217957"/>
                <a:gd name="connsiteY26" fmla="*/ 915660 h 6100079"/>
                <a:gd name="connsiteX27" fmla="*/ 58609 w 5217957"/>
                <a:gd name="connsiteY27" fmla="*/ 828051 h 6100079"/>
                <a:gd name="connsiteX28" fmla="*/ 590689 w 5217957"/>
                <a:gd name="connsiteY28" fmla="*/ 385385 h 6100079"/>
                <a:gd name="connsiteX29" fmla="*/ 1951394 w 5217957"/>
                <a:gd name="connsiteY29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7957" h="6100079">
                  <a:moveTo>
                    <a:pt x="1951394" y="82"/>
                  </a:moveTo>
                  <a:cubicBezTo>
                    <a:pt x="2237632" y="-2119"/>
                    <a:pt x="2536431" y="40011"/>
                    <a:pt x="2855178" y="125419"/>
                  </a:cubicBezTo>
                  <a:cubicBezTo>
                    <a:pt x="3697704" y="351173"/>
                    <a:pt x="4370491" y="894159"/>
                    <a:pt x="4779341" y="1591542"/>
                  </a:cubicBezTo>
                  <a:cubicBezTo>
                    <a:pt x="5195535" y="2301324"/>
                    <a:pt x="5338357" y="3170855"/>
                    <a:pt x="5108574" y="4028416"/>
                  </a:cubicBezTo>
                  <a:cubicBezTo>
                    <a:pt x="4880820" y="4878406"/>
                    <a:pt x="4165604" y="5079965"/>
                    <a:pt x="3459359" y="5487716"/>
                  </a:cubicBezTo>
                  <a:cubicBezTo>
                    <a:pt x="2753115" y="5895466"/>
                    <a:pt x="2053265" y="6257288"/>
                    <a:pt x="1203275" y="6029534"/>
                  </a:cubicBezTo>
                  <a:cubicBezTo>
                    <a:pt x="739885" y="5905369"/>
                    <a:pt x="366400" y="5685345"/>
                    <a:pt x="59921" y="5396467"/>
                  </a:cubicBezTo>
                  <a:lnTo>
                    <a:pt x="0" y="5333381"/>
                  </a:lnTo>
                  <a:lnTo>
                    <a:pt x="0" y="4427327"/>
                  </a:lnTo>
                  <a:lnTo>
                    <a:pt x="112056" y="4602502"/>
                  </a:lnTo>
                  <a:cubicBezTo>
                    <a:pt x="215300" y="4749260"/>
                    <a:pt x="325419" y="4877443"/>
                    <a:pt x="443875" y="4989110"/>
                  </a:cubicBezTo>
                  <a:cubicBezTo>
                    <a:pt x="700709" y="5231113"/>
                    <a:pt x="996455" y="5394516"/>
                    <a:pt x="1348175" y="5488759"/>
                  </a:cubicBezTo>
                  <a:cubicBezTo>
                    <a:pt x="1633379" y="5565179"/>
                    <a:pt x="1910917" y="5556430"/>
                    <a:pt x="2221463" y="5461704"/>
                  </a:cubicBezTo>
                  <a:cubicBezTo>
                    <a:pt x="2541923" y="5363721"/>
                    <a:pt x="2870374" y="5181404"/>
                    <a:pt x="3179339" y="5003023"/>
                  </a:cubicBezTo>
                  <a:cubicBezTo>
                    <a:pt x="3323713" y="4919760"/>
                    <a:pt x="3463978" y="4846641"/>
                    <a:pt x="3599638" y="4775996"/>
                  </a:cubicBezTo>
                  <a:cubicBezTo>
                    <a:pt x="3862436" y="4639263"/>
                    <a:pt x="4089314" y="4521074"/>
                    <a:pt x="4259765" y="4374667"/>
                  </a:cubicBezTo>
                  <a:cubicBezTo>
                    <a:pt x="4418282" y="4238625"/>
                    <a:pt x="4513201" y="4087280"/>
                    <a:pt x="4567742" y="3883732"/>
                  </a:cubicBezTo>
                  <a:cubicBezTo>
                    <a:pt x="4660420" y="3537853"/>
                    <a:pt x="4682033" y="3184640"/>
                    <a:pt x="4631929" y="2833886"/>
                  </a:cubicBezTo>
                  <a:cubicBezTo>
                    <a:pt x="4583584" y="2494734"/>
                    <a:pt x="4470646" y="2172121"/>
                    <a:pt x="4296412" y="1874932"/>
                  </a:cubicBezTo>
                  <a:cubicBezTo>
                    <a:pt x="3944879" y="1275559"/>
                    <a:pt x="3381537" y="846289"/>
                    <a:pt x="2710219" y="666410"/>
                  </a:cubicBezTo>
                  <a:cubicBezTo>
                    <a:pt x="2349955" y="569877"/>
                    <a:pt x="2030161" y="539483"/>
                    <a:pt x="1732642" y="573480"/>
                  </a:cubicBezTo>
                  <a:cubicBezTo>
                    <a:pt x="1440866" y="606814"/>
                    <a:pt x="1158880" y="703976"/>
                    <a:pt x="870621" y="870402"/>
                  </a:cubicBezTo>
                  <a:cubicBezTo>
                    <a:pt x="670160" y="986048"/>
                    <a:pt x="589753" y="1064195"/>
                    <a:pt x="537555" y="1125324"/>
                  </a:cubicBezTo>
                  <a:cubicBezTo>
                    <a:pt x="463218" y="1212400"/>
                    <a:pt x="397708" y="1330125"/>
                    <a:pt x="306995" y="1493030"/>
                  </a:cubicBezTo>
                  <a:cubicBezTo>
                    <a:pt x="234596" y="1623167"/>
                    <a:pt x="145436" y="1783409"/>
                    <a:pt x="23579" y="1977465"/>
                  </a:cubicBezTo>
                  <a:lnTo>
                    <a:pt x="0" y="2014291"/>
                  </a:lnTo>
                  <a:lnTo>
                    <a:pt x="0" y="915660"/>
                  </a:lnTo>
                  <a:lnTo>
                    <a:pt x="58609" y="828051"/>
                  </a:lnTo>
                  <a:cubicBezTo>
                    <a:pt x="177453" y="670481"/>
                    <a:pt x="325847" y="538291"/>
                    <a:pt x="590689" y="385385"/>
                  </a:cubicBezTo>
                  <a:cubicBezTo>
                    <a:pt x="1032159" y="130559"/>
                    <a:pt x="1474330" y="3750"/>
                    <a:pt x="1951394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2" name="Titel 1">
            <a:extLst>
              <a:ext uri="{FF2B5EF4-FFF2-40B4-BE49-F238E27FC236}">
                <a16:creationId xmlns:a16="http://schemas.microsoft.com/office/drawing/2014/main" id="{544D423C-8ED6-165C-3690-2ECA99F7E0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1529" y="1243013"/>
            <a:ext cx="3855720" cy="4371974"/>
          </a:xfrm>
        </p:spPr>
        <p:txBody>
          <a:bodyPr>
            <a:normAutofit/>
          </a:bodyPr>
          <a:lstStyle/>
          <a:p>
            <a:r>
              <a:rPr lang="de-DE" sz="3600" b="1" dirty="0">
                <a:solidFill>
                  <a:srgbClr val="C00000"/>
                </a:solidFill>
                <a:latin typeface="Orbitron" pitchFamily="2" charset="0"/>
              </a:rPr>
              <a:t>Unsere Rollen</a:t>
            </a:r>
          </a:p>
        </p:txBody>
      </p:sp>
      <p:sp>
        <p:nvSpPr>
          <p:cNvPr id="5" name="Inhaltsplatzhalter 4">
            <a:extLst>
              <a:ext uri="{FF2B5EF4-FFF2-40B4-BE49-F238E27FC236}">
                <a16:creationId xmlns:a16="http://schemas.microsoft.com/office/drawing/2014/main" id="{6053A3FF-FD98-7DC3-92AA-F97162606E0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62109" y="2596607"/>
            <a:ext cx="6009750" cy="408053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de-CH" sz="1800" b="1" dirty="0"/>
              <a:t>Stakeholder: </a:t>
            </a:r>
            <a:r>
              <a:rPr lang="de-CH" sz="1800" u="sng" dirty="0">
                <a:hlinkClick r:id="rId2"/>
              </a:rPr>
              <a:t>Silvan Gehrig</a:t>
            </a:r>
            <a:r>
              <a:rPr lang="de-CH" sz="1800" dirty="0"/>
              <a:t> </a:t>
            </a:r>
            <a:endParaRPr lang="de-DE" sz="1800" dirty="0"/>
          </a:p>
          <a:p>
            <a:pPr marL="0" indent="0">
              <a:buNone/>
            </a:pPr>
            <a:endParaRPr lang="de-CH" sz="1800" dirty="0"/>
          </a:p>
          <a:p>
            <a:pPr marL="0" indent="0">
              <a:buNone/>
            </a:pPr>
            <a:endParaRPr lang="de-DE" sz="1800" dirty="0"/>
          </a:p>
          <a:p>
            <a:pPr marL="0" indent="0">
              <a:buNone/>
            </a:pPr>
            <a:r>
              <a:rPr lang="de-CH" sz="1800" b="1" dirty="0" err="1"/>
              <a:t>Product</a:t>
            </a:r>
            <a:r>
              <a:rPr lang="de-CH" sz="1800" b="1" dirty="0"/>
              <a:t> </a:t>
            </a:r>
            <a:r>
              <a:rPr lang="de-CH" sz="1800" b="1" dirty="0" err="1"/>
              <a:t>Owners</a:t>
            </a:r>
            <a:r>
              <a:rPr lang="de-CH" sz="1800" b="1" dirty="0"/>
              <a:t>:</a:t>
            </a:r>
            <a:endParaRPr lang="de-DE" sz="1800" dirty="0"/>
          </a:p>
          <a:p>
            <a:endParaRPr lang="de-DE" sz="1800" dirty="0"/>
          </a:p>
          <a:p>
            <a:r>
              <a:rPr lang="de-CH" sz="1800" dirty="0"/>
              <a:t>Chief Engineer / Designer / QA Analyst: </a:t>
            </a:r>
            <a:r>
              <a:rPr lang="de-CH" sz="1800" u="sng" dirty="0">
                <a:hlinkClick r:id="rId3"/>
              </a:rPr>
              <a:t>Noel Emele</a:t>
            </a:r>
            <a:endParaRPr lang="de-DE" sz="1800" dirty="0"/>
          </a:p>
          <a:p>
            <a:pPr marL="0" indent="0">
              <a:buNone/>
            </a:pPr>
            <a:endParaRPr lang="de-DE" sz="1800" dirty="0"/>
          </a:p>
          <a:p>
            <a:r>
              <a:rPr lang="de-CH" sz="1800" dirty="0"/>
              <a:t>Developer:  </a:t>
            </a:r>
            <a:r>
              <a:rPr lang="de-CH" sz="1800" u="sng" dirty="0">
                <a:hlinkClick r:id="rId4"/>
              </a:rPr>
              <a:t>Florian Elser</a:t>
            </a:r>
            <a:endParaRPr lang="de-DE" sz="1800" dirty="0"/>
          </a:p>
          <a:p>
            <a:endParaRPr lang="de-DE" sz="1800" dirty="0"/>
          </a:p>
        </p:txBody>
      </p:sp>
      <p:pic>
        <p:nvPicPr>
          <p:cNvPr id="6" name="Grafik 5" descr="Ein Bild, das Schuhwerk, Kleidung, Text, Cartoon enthält.&#10;&#10;KI-generierte Inhalte können fehlerhaft sein.">
            <a:extLst>
              <a:ext uri="{FF2B5EF4-FFF2-40B4-BE49-F238E27FC236}">
                <a16:creationId xmlns:a16="http://schemas.microsoft.com/office/drawing/2014/main" id="{B4B82D56-33BC-7E5C-5CFA-C95CD0E1F37E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710946" y="1781040"/>
            <a:ext cx="2320601" cy="2270011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3" name="Rechteck 2">
            <a:extLst>
              <a:ext uri="{FF2B5EF4-FFF2-40B4-BE49-F238E27FC236}">
                <a16:creationId xmlns:a16="http://schemas.microsoft.com/office/drawing/2014/main" id="{9F58E07C-14E3-996E-7421-84BD944B62A9}"/>
              </a:ext>
            </a:extLst>
          </p:cNvPr>
          <p:cNvSpPr/>
          <p:nvPr/>
        </p:nvSpPr>
        <p:spPr>
          <a:xfrm>
            <a:off x="10810984" y="0"/>
            <a:ext cx="1019991" cy="147437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17" name="Grafik 16" descr="Gruppe von Männern Silhouette">
            <a:extLst>
              <a:ext uri="{FF2B5EF4-FFF2-40B4-BE49-F238E27FC236}">
                <a16:creationId xmlns:a16="http://schemas.microsoft.com/office/drawing/2014/main" id="{DC6CD4CF-7431-4E47-778F-36763EFD7F81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0846493" y="458857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1178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1000" fill="hold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1000" fill="hold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8" dur="1000" fill="hold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9" dur="1000" fill="hold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2" dur="1000" fill="hold"/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3" dur="1000" fill="hold"/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72160EF-E0CB-EEA5-DC90-0DACCE83DD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15564571-F9E4-2329-1609-3B7836FF345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46361B0-1BA5-361D-309E-D3F15017ADA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800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48BBEA45-BBE3-3026-7F1C-E1C468CEC9D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21863" y="508838"/>
            <a:ext cx="5217958" cy="6239661"/>
            <a:chOff x="-19221" y="251144"/>
            <a:chExt cx="5217958" cy="6239661"/>
          </a:xfrm>
        </p:grpSpPr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A9D27594-B03B-ADEC-9C0F-FF351CC3BDB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251144"/>
              <a:ext cx="5187198" cy="6239661"/>
            </a:xfrm>
            <a:custGeom>
              <a:avLst/>
              <a:gdLst>
                <a:gd name="connsiteX0" fmla="*/ 2011811 w 5187198"/>
                <a:gd name="connsiteY0" fmla="*/ 4 h 6239661"/>
                <a:gd name="connsiteX1" fmla="*/ 2617011 w 5187198"/>
                <a:gd name="connsiteY1" fmla="*/ 70590 h 6239661"/>
                <a:gd name="connsiteX2" fmla="*/ 2690321 w 5187198"/>
                <a:gd name="connsiteY2" fmla="*/ 88146 h 6239661"/>
                <a:gd name="connsiteX3" fmla="*/ 2726863 w 5187198"/>
                <a:gd name="connsiteY3" fmla="*/ 97127 h 6239661"/>
                <a:gd name="connsiteX4" fmla="*/ 2762951 w 5187198"/>
                <a:gd name="connsiteY4" fmla="*/ 107375 h 6239661"/>
                <a:gd name="connsiteX5" fmla="*/ 2834843 w 5187198"/>
                <a:gd name="connsiteY5" fmla="*/ 128493 h 6239661"/>
                <a:gd name="connsiteX6" fmla="*/ 2906574 w 5187198"/>
                <a:gd name="connsiteY6" fmla="*/ 151076 h 6239661"/>
                <a:gd name="connsiteX7" fmla="*/ 3049504 w 5187198"/>
                <a:gd name="connsiteY7" fmla="*/ 202124 h 6239661"/>
                <a:gd name="connsiteX8" fmla="*/ 3189518 w 5187198"/>
                <a:gd name="connsiteY8" fmla="*/ 260159 h 6239661"/>
                <a:gd name="connsiteX9" fmla="*/ 3326048 w 5187198"/>
                <a:gd name="connsiteY9" fmla="*/ 325143 h 6239661"/>
                <a:gd name="connsiteX10" fmla="*/ 3459166 w 5187198"/>
                <a:gd name="connsiteY10" fmla="*/ 395936 h 6239661"/>
                <a:gd name="connsiteX11" fmla="*/ 3588578 w 5187198"/>
                <a:gd name="connsiteY11" fmla="*/ 472343 h 6239661"/>
                <a:gd name="connsiteX12" fmla="*/ 3651864 w 5187198"/>
                <a:gd name="connsiteY12" fmla="*/ 512600 h 6239661"/>
                <a:gd name="connsiteX13" fmla="*/ 3714514 w 5187198"/>
                <a:gd name="connsiteY13" fmla="*/ 553499 h 6239661"/>
                <a:gd name="connsiteX14" fmla="*/ 4181221 w 5187198"/>
                <a:gd name="connsiteY14" fmla="*/ 922912 h 6239661"/>
                <a:gd name="connsiteX15" fmla="*/ 4582963 w 5187198"/>
                <a:gd name="connsiteY15" fmla="*/ 1358264 h 6239661"/>
                <a:gd name="connsiteX16" fmla="*/ 4670721 w 5187198"/>
                <a:gd name="connsiteY16" fmla="*/ 1477644 h 6239661"/>
                <a:gd name="connsiteX17" fmla="*/ 4752378 w 5187198"/>
                <a:gd name="connsiteY17" fmla="*/ 1601187 h 6239661"/>
                <a:gd name="connsiteX18" fmla="*/ 4772168 w 5187198"/>
                <a:gd name="connsiteY18" fmla="*/ 1632456 h 6239661"/>
                <a:gd name="connsiteX19" fmla="*/ 4782117 w 5187198"/>
                <a:gd name="connsiteY19" fmla="*/ 1648104 h 6239661"/>
                <a:gd name="connsiteX20" fmla="*/ 4791381 w 5187198"/>
                <a:gd name="connsiteY20" fmla="*/ 1664150 h 6239661"/>
                <a:gd name="connsiteX21" fmla="*/ 4828190 w 5187198"/>
                <a:gd name="connsiteY21" fmla="*/ 1728379 h 6239661"/>
                <a:gd name="connsiteX22" fmla="*/ 4864832 w 5187198"/>
                <a:gd name="connsiteY22" fmla="*/ 1792796 h 6239661"/>
                <a:gd name="connsiteX23" fmla="*/ 4899201 w 5187198"/>
                <a:gd name="connsiteY23" fmla="*/ 1858342 h 6239661"/>
                <a:gd name="connsiteX24" fmla="*/ 4933266 w 5187198"/>
                <a:gd name="connsiteY24" fmla="*/ 1924155 h 6239661"/>
                <a:gd name="connsiteX25" fmla="*/ 4964403 w 5187198"/>
                <a:gd name="connsiteY25" fmla="*/ 1991384 h 6239661"/>
                <a:gd name="connsiteX26" fmla="*/ 4995019 w 5187198"/>
                <a:gd name="connsiteY26" fmla="*/ 2058823 h 6239661"/>
                <a:gd name="connsiteX27" fmla="*/ 5021999 w 5187198"/>
                <a:gd name="connsiteY27" fmla="*/ 2127723 h 6239661"/>
                <a:gd name="connsiteX28" fmla="*/ 5048321 w 5187198"/>
                <a:gd name="connsiteY28" fmla="*/ 2196908 h 6239661"/>
                <a:gd name="connsiteX29" fmla="*/ 5070546 w 5187198"/>
                <a:gd name="connsiteY29" fmla="*/ 2267547 h 6239661"/>
                <a:gd name="connsiteX30" fmla="*/ 5092171 w 5187198"/>
                <a:gd name="connsiteY30" fmla="*/ 2338256 h 6239661"/>
                <a:gd name="connsiteX31" fmla="*/ 5110305 w 5187198"/>
                <a:gd name="connsiteY31" fmla="*/ 2409886 h 6239661"/>
                <a:gd name="connsiteX32" fmla="*/ 5186393 w 5187198"/>
                <a:gd name="connsiteY32" fmla="*/ 2992022 h 6239661"/>
                <a:gd name="connsiteX33" fmla="*/ 5149045 w 5187198"/>
                <a:gd name="connsiteY33" fmla="*/ 3571816 h 6239661"/>
                <a:gd name="connsiteX34" fmla="*/ 5126572 w 5187198"/>
                <a:gd name="connsiteY34" fmla="*/ 3714520 h 6239661"/>
                <a:gd name="connsiteX35" fmla="*/ 5099067 w 5187198"/>
                <a:gd name="connsiteY35" fmla="*/ 3856108 h 6239661"/>
                <a:gd name="connsiteX36" fmla="*/ 5095699 w 5187198"/>
                <a:gd name="connsiteY36" fmla="*/ 3873868 h 6239661"/>
                <a:gd name="connsiteX37" fmla="*/ 5091573 w 5187198"/>
                <a:gd name="connsiteY37" fmla="*/ 3891426 h 6239661"/>
                <a:gd name="connsiteX38" fmla="*/ 5083324 w 5187198"/>
                <a:gd name="connsiteY38" fmla="*/ 3926541 h 6239661"/>
                <a:gd name="connsiteX39" fmla="*/ 5067256 w 5187198"/>
                <a:gd name="connsiteY39" fmla="*/ 3996889 h 6239661"/>
                <a:gd name="connsiteX40" fmla="*/ 5059194 w 5187198"/>
                <a:gd name="connsiteY40" fmla="*/ 4032171 h 6239661"/>
                <a:gd name="connsiteX41" fmla="*/ 5049522 w 5187198"/>
                <a:gd name="connsiteY41" fmla="*/ 4067833 h 6239661"/>
                <a:gd name="connsiteX42" fmla="*/ 5040067 w 5187198"/>
                <a:gd name="connsiteY42" fmla="*/ 4103553 h 6239661"/>
                <a:gd name="connsiteX43" fmla="*/ 5028960 w 5187198"/>
                <a:gd name="connsiteY43" fmla="*/ 4138946 h 6239661"/>
                <a:gd name="connsiteX44" fmla="*/ 4917351 w 5187198"/>
                <a:gd name="connsiteY44" fmla="*/ 4417041 h 6239661"/>
                <a:gd name="connsiteX45" fmla="*/ 4756163 w 5187198"/>
                <a:gd name="connsiteY45" fmla="*/ 4676402 h 6239661"/>
                <a:gd name="connsiteX46" fmla="*/ 4322493 w 5187198"/>
                <a:gd name="connsiteY46" fmla="*/ 5105604 h 6239661"/>
                <a:gd name="connsiteX47" fmla="*/ 3840510 w 5187198"/>
                <a:gd name="connsiteY47" fmla="*/ 5429590 h 6239661"/>
                <a:gd name="connsiteX48" fmla="*/ 3606447 w 5187198"/>
                <a:gd name="connsiteY48" fmla="*/ 5572862 h 6239661"/>
                <a:gd name="connsiteX49" fmla="*/ 3488814 w 5187198"/>
                <a:gd name="connsiteY49" fmla="*/ 5647178 h 6239661"/>
                <a:gd name="connsiteX50" fmla="*/ 3365864 w 5187198"/>
                <a:gd name="connsiteY50" fmla="*/ 5722735 h 6239661"/>
                <a:gd name="connsiteX51" fmla="*/ 2839486 w 5187198"/>
                <a:gd name="connsiteY51" fmla="*/ 5999120 h 6239661"/>
                <a:gd name="connsiteX52" fmla="*/ 2242423 w 5187198"/>
                <a:gd name="connsiteY52" fmla="*/ 6192346 h 6239661"/>
                <a:gd name="connsiteX53" fmla="*/ 1589380 w 5187198"/>
                <a:gd name="connsiteY53" fmla="*/ 6230657 h 6239661"/>
                <a:gd name="connsiteX54" fmla="*/ 1548244 w 5187198"/>
                <a:gd name="connsiteY54" fmla="*/ 6226706 h 6239661"/>
                <a:gd name="connsiteX55" fmla="*/ 1507348 w 5187198"/>
                <a:gd name="connsiteY55" fmla="*/ 6221428 h 6239661"/>
                <a:gd name="connsiteX56" fmla="*/ 1466401 w 5187198"/>
                <a:gd name="connsiteY56" fmla="*/ 6215904 h 6239661"/>
                <a:gd name="connsiteX57" fmla="*/ 1425773 w 5187198"/>
                <a:gd name="connsiteY57" fmla="*/ 6209191 h 6239661"/>
                <a:gd name="connsiteX58" fmla="*/ 1344960 w 5187198"/>
                <a:gd name="connsiteY58" fmla="*/ 6193681 h 6239661"/>
                <a:gd name="connsiteX59" fmla="*/ 1265007 w 5187198"/>
                <a:gd name="connsiteY59" fmla="*/ 6175388 h 6239661"/>
                <a:gd name="connsiteX60" fmla="*/ 1225415 w 5187198"/>
                <a:gd name="connsiteY60" fmla="*/ 6165243 h 6239661"/>
                <a:gd name="connsiteX61" fmla="*/ 1186567 w 5187198"/>
                <a:gd name="connsiteY61" fmla="*/ 6154486 h 6239661"/>
                <a:gd name="connsiteX62" fmla="*/ 1111158 w 5187198"/>
                <a:gd name="connsiteY62" fmla="*/ 6130918 h 6239661"/>
                <a:gd name="connsiteX63" fmla="*/ 1035915 w 5187198"/>
                <a:gd name="connsiteY63" fmla="*/ 6107163 h 6239661"/>
                <a:gd name="connsiteX64" fmla="*/ 961579 w 5187198"/>
                <a:gd name="connsiteY64" fmla="*/ 6079594 h 6239661"/>
                <a:gd name="connsiteX65" fmla="*/ 395297 w 5187198"/>
                <a:gd name="connsiteY65" fmla="*/ 5792812 h 6239661"/>
                <a:gd name="connsiteX66" fmla="*/ 265239 w 5187198"/>
                <a:gd name="connsiteY66" fmla="*/ 5701511 h 6239661"/>
                <a:gd name="connsiteX67" fmla="*/ 233756 w 5187198"/>
                <a:gd name="connsiteY67" fmla="*/ 5677542 h 6239661"/>
                <a:gd name="connsiteX68" fmla="*/ 202800 w 5187198"/>
                <a:gd name="connsiteY68" fmla="*/ 5652902 h 6239661"/>
                <a:gd name="connsiteX69" fmla="*/ 140918 w 5187198"/>
                <a:gd name="connsiteY69" fmla="*/ 5603515 h 6239661"/>
                <a:gd name="connsiteX70" fmla="*/ 110625 w 5187198"/>
                <a:gd name="connsiteY70" fmla="*/ 5578127 h 6239661"/>
                <a:gd name="connsiteX71" fmla="*/ 95631 w 5187198"/>
                <a:gd name="connsiteY71" fmla="*/ 5565299 h 6239661"/>
                <a:gd name="connsiteX72" fmla="*/ 81966 w 5187198"/>
                <a:gd name="connsiteY72" fmla="*/ 5550973 h 6239661"/>
                <a:gd name="connsiteX73" fmla="*/ 27991 w 5187198"/>
                <a:gd name="connsiteY73" fmla="*/ 5493272 h 6239661"/>
                <a:gd name="connsiteX74" fmla="*/ 1454 w 5187198"/>
                <a:gd name="connsiteY74" fmla="*/ 5464252 h 6239661"/>
                <a:gd name="connsiteX75" fmla="*/ 0 w 5187198"/>
                <a:gd name="connsiteY75" fmla="*/ 5462518 h 6239661"/>
                <a:gd name="connsiteX76" fmla="*/ 0 w 5187198"/>
                <a:gd name="connsiteY76" fmla="*/ 4720187 h 6239661"/>
                <a:gd name="connsiteX77" fmla="*/ 109684 w 5187198"/>
                <a:gd name="connsiteY77" fmla="*/ 4836724 h 6239661"/>
                <a:gd name="connsiteX78" fmla="*/ 306959 w 5187198"/>
                <a:gd name="connsiteY78" fmla="*/ 5007200 h 6239661"/>
                <a:gd name="connsiteX79" fmla="*/ 358101 w 5187198"/>
                <a:gd name="connsiteY79" fmla="*/ 5046057 h 6239661"/>
                <a:gd name="connsiteX80" fmla="*/ 383328 w 5187198"/>
                <a:gd name="connsiteY80" fmla="*/ 5065684 h 6239661"/>
                <a:gd name="connsiteX81" fmla="*/ 409503 w 5187198"/>
                <a:gd name="connsiteY81" fmla="*/ 5083942 h 6239661"/>
                <a:gd name="connsiteX82" fmla="*/ 461889 w 5187198"/>
                <a:gd name="connsiteY82" fmla="*/ 5119888 h 6239661"/>
                <a:gd name="connsiteX83" fmla="*/ 474883 w 5187198"/>
                <a:gd name="connsiteY83" fmla="*/ 5128933 h 6239661"/>
                <a:gd name="connsiteX84" fmla="*/ 486410 w 5187198"/>
                <a:gd name="connsiteY84" fmla="*/ 5139557 h 6239661"/>
                <a:gd name="connsiteX85" fmla="*/ 510852 w 5187198"/>
                <a:gd name="connsiteY85" fmla="*/ 5159089 h 6239661"/>
                <a:gd name="connsiteX86" fmla="*/ 560653 w 5187198"/>
                <a:gd name="connsiteY86" fmla="*/ 5196893 h 6239661"/>
                <a:gd name="connsiteX87" fmla="*/ 585485 w 5187198"/>
                <a:gd name="connsiteY87" fmla="*/ 5215834 h 6239661"/>
                <a:gd name="connsiteX88" fmla="*/ 610707 w 5187198"/>
                <a:gd name="connsiteY88" fmla="*/ 5234185 h 6239661"/>
                <a:gd name="connsiteX89" fmla="*/ 714768 w 5187198"/>
                <a:gd name="connsiteY89" fmla="*/ 5303103 h 6239661"/>
                <a:gd name="connsiteX90" fmla="*/ 1166634 w 5187198"/>
                <a:gd name="connsiteY90" fmla="*/ 5513322 h 6239661"/>
                <a:gd name="connsiteX91" fmla="*/ 1225991 w 5187198"/>
                <a:gd name="connsiteY91" fmla="*/ 5533632 h 6239661"/>
                <a:gd name="connsiteX92" fmla="*/ 1286680 w 5187198"/>
                <a:gd name="connsiteY92" fmla="*/ 5550705 h 6239661"/>
                <a:gd name="connsiteX93" fmla="*/ 1347310 w 5187198"/>
                <a:gd name="connsiteY93" fmla="*/ 5567995 h 6239661"/>
                <a:gd name="connsiteX94" fmla="*/ 1377002 w 5187198"/>
                <a:gd name="connsiteY94" fmla="*/ 5575719 h 6239661"/>
                <a:gd name="connsiteX95" fmla="*/ 1406328 w 5187198"/>
                <a:gd name="connsiteY95" fmla="*/ 5582649 h 6239661"/>
                <a:gd name="connsiteX96" fmla="*/ 1465060 w 5187198"/>
                <a:gd name="connsiteY96" fmla="*/ 5594909 h 6239661"/>
                <a:gd name="connsiteX97" fmla="*/ 1523881 w 5187198"/>
                <a:gd name="connsiteY97" fmla="*/ 5605105 h 6239661"/>
                <a:gd name="connsiteX98" fmla="*/ 1553325 w 5187198"/>
                <a:gd name="connsiteY98" fmla="*/ 5609865 h 6239661"/>
                <a:gd name="connsiteX99" fmla="*/ 1582813 w 5187198"/>
                <a:gd name="connsiteY99" fmla="*/ 5613593 h 6239661"/>
                <a:gd name="connsiteX100" fmla="*/ 1612301 w 5187198"/>
                <a:gd name="connsiteY100" fmla="*/ 5617321 h 6239661"/>
                <a:gd name="connsiteX101" fmla="*/ 1641863 w 5187198"/>
                <a:gd name="connsiteY101" fmla="*/ 5619910 h 6239661"/>
                <a:gd name="connsiteX102" fmla="*/ 2117508 w 5187198"/>
                <a:gd name="connsiteY102" fmla="*/ 5595156 h 6239661"/>
                <a:gd name="connsiteX103" fmla="*/ 2597368 w 5187198"/>
                <a:gd name="connsiteY103" fmla="*/ 5447381 h 6239661"/>
                <a:gd name="connsiteX104" fmla="*/ 3082968 w 5187198"/>
                <a:gd name="connsiteY104" fmla="*/ 5223245 h 6239661"/>
                <a:gd name="connsiteX105" fmla="*/ 3334855 w 5187198"/>
                <a:gd name="connsiteY105" fmla="*/ 5097383 h 6239661"/>
                <a:gd name="connsiteX106" fmla="*/ 3599509 w 5187198"/>
                <a:gd name="connsiteY106" fmla="*/ 4976217 h 6239661"/>
                <a:gd name="connsiteX107" fmla="*/ 4112002 w 5187198"/>
                <a:gd name="connsiteY107" fmla="*/ 4766359 h 6239661"/>
                <a:gd name="connsiteX108" fmla="*/ 4348983 w 5187198"/>
                <a:gd name="connsiteY108" fmla="*/ 4649833 h 6239661"/>
                <a:gd name="connsiteX109" fmla="*/ 4560505 w 5187198"/>
                <a:gd name="connsiteY109" fmla="*/ 4501564 h 6239661"/>
                <a:gd name="connsiteX110" fmla="*/ 4731963 w 5187198"/>
                <a:gd name="connsiteY110" fmla="*/ 4309870 h 6239661"/>
                <a:gd name="connsiteX111" fmla="*/ 4852344 w 5187198"/>
                <a:gd name="connsiteY111" fmla="*/ 4078640 h 6239661"/>
                <a:gd name="connsiteX112" fmla="*/ 4863972 w 5187198"/>
                <a:gd name="connsiteY112" fmla="*/ 4047790 h 6239661"/>
                <a:gd name="connsiteX113" fmla="*/ 4874144 w 5187198"/>
                <a:gd name="connsiteY113" fmla="*/ 4016320 h 6239661"/>
                <a:gd name="connsiteX114" fmla="*/ 4884127 w 5187198"/>
                <a:gd name="connsiteY114" fmla="*/ 3984682 h 6239661"/>
                <a:gd name="connsiteX115" fmla="*/ 4892800 w 5187198"/>
                <a:gd name="connsiteY115" fmla="*/ 3951883 h 6239661"/>
                <a:gd name="connsiteX116" fmla="*/ 4909526 w 5187198"/>
                <a:gd name="connsiteY116" fmla="*/ 3886001 h 6239661"/>
                <a:gd name="connsiteX117" fmla="*/ 4917687 w 5187198"/>
                <a:gd name="connsiteY117" fmla="*/ 3852948 h 6239661"/>
                <a:gd name="connsiteX118" fmla="*/ 4921768 w 5187198"/>
                <a:gd name="connsiteY118" fmla="*/ 3836422 h 6239661"/>
                <a:gd name="connsiteX119" fmla="*/ 4924845 w 5187198"/>
                <a:gd name="connsiteY119" fmla="*/ 3819742 h 6239661"/>
                <a:gd name="connsiteX120" fmla="*/ 4948230 w 5187198"/>
                <a:gd name="connsiteY120" fmla="*/ 3685744 h 6239661"/>
                <a:gd name="connsiteX121" fmla="*/ 4962782 w 5187198"/>
                <a:gd name="connsiteY121" fmla="*/ 3550540 h 6239661"/>
                <a:gd name="connsiteX122" fmla="*/ 4939468 w 5187198"/>
                <a:gd name="connsiteY122" fmla="*/ 3010249 h 6239661"/>
                <a:gd name="connsiteX123" fmla="*/ 4816901 w 5187198"/>
                <a:gd name="connsiteY123" fmla="*/ 2488224 h 6239661"/>
                <a:gd name="connsiteX124" fmla="*/ 4797005 w 5187198"/>
                <a:gd name="connsiteY124" fmla="*/ 2424470 h 6239661"/>
                <a:gd name="connsiteX125" fmla="*/ 4774433 w 5187198"/>
                <a:gd name="connsiteY125" fmla="*/ 2361620 h 6239661"/>
                <a:gd name="connsiteX126" fmla="*/ 4752459 w 5187198"/>
                <a:gd name="connsiteY126" fmla="*/ 2298700 h 6239661"/>
                <a:gd name="connsiteX127" fmla="*/ 4728083 w 5187198"/>
                <a:gd name="connsiteY127" fmla="*/ 2236526 h 6239661"/>
                <a:gd name="connsiteX128" fmla="*/ 4704471 w 5187198"/>
                <a:gd name="connsiteY128" fmla="*/ 2174095 h 6239661"/>
                <a:gd name="connsiteX129" fmla="*/ 4678399 w 5187198"/>
                <a:gd name="connsiteY129" fmla="*/ 2112626 h 6239661"/>
                <a:gd name="connsiteX130" fmla="*/ 4652601 w 5187198"/>
                <a:gd name="connsiteY130" fmla="*/ 2050999 h 6239661"/>
                <a:gd name="connsiteX131" fmla="*/ 4624205 w 5187198"/>
                <a:gd name="connsiteY131" fmla="*/ 1990415 h 6239661"/>
                <a:gd name="connsiteX132" fmla="*/ 4595398 w 5187198"/>
                <a:gd name="connsiteY132" fmla="*/ 1930069 h 6239661"/>
                <a:gd name="connsiteX133" fmla="*/ 4563827 w 5187198"/>
                <a:gd name="connsiteY133" fmla="*/ 1870952 h 6239661"/>
                <a:gd name="connsiteX134" fmla="*/ 4531433 w 5187198"/>
                <a:gd name="connsiteY134" fmla="*/ 1812311 h 6239661"/>
                <a:gd name="connsiteX135" fmla="*/ 4523315 w 5187198"/>
                <a:gd name="connsiteY135" fmla="*/ 1797616 h 6239661"/>
                <a:gd name="connsiteX136" fmla="*/ 4514482 w 5187198"/>
                <a:gd name="connsiteY136" fmla="*/ 1783425 h 6239661"/>
                <a:gd name="connsiteX137" fmla="*/ 4496845 w 5187198"/>
                <a:gd name="connsiteY137" fmla="*/ 1754936 h 6239661"/>
                <a:gd name="connsiteX138" fmla="*/ 4461463 w 5187198"/>
                <a:gd name="connsiteY138" fmla="*/ 1697929 h 6239661"/>
                <a:gd name="connsiteX139" fmla="*/ 4452660 w 5187198"/>
                <a:gd name="connsiteY139" fmla="*/ 1683629 h 6239661"/>
                <a:gd name="connsiteX140" fmla="*/ 4443141 w 5187198"/>
                <a:gd name="connsiteY140" fmla="*/ 1669834 h 6239661"/>
                <a:gd name="connsiteX141" fmla="*/ 4424241 w 5187198"/>
                <a:gd name="connsiteY141" fmla="*/ 1642166 h 6239661"/>
                <a:gd name="connsiteX142" fmla="*/ 4346886 w 5187198"/>
                <a:gd name="connsiteY142" fmla="*/ 1532412 h 6239661"/>
                <a:gd name="connsiteX143" fmla="*/ 3985497 w 5187198"/>
                <a:gd name="connsiteY143" fmla="*/ 1134649 h 6239661"/>
                <a:gd name="connsiteX144" fmla="*/ 3545665 w 5187198"/>
                <a:gd name="connsiteY144" fmla="*/ 825877 h 6239661"/>
                <a:gd name="connsiteX145" fmla="*/ 3486190 w 5187198"/>
                <a:gd name="connsiteY145" fmla="*/ 794756 h 6239661"/>
                <a:gd name="connsiteX146" fmla="*/ 3426182 w 5187198"/>
                <a:gd name="connsiteY146" fmla="*/ 764765 h 6239661"/>
                <a:gd name="connsiteX147" fmla="*/ 3365044 w 5187198"/>
                <a:gd name="connsiteY147" fmla="*/ 737255 h 6239661"/>
                <a:gd name="connsiteX148" fmla="*/ 3334529 w 5187198"/>
                <a:gd name="connsiteY148" fmla="*/ 723514 h 6239661"/>
                <a:gd name="connsiteX149" fmla="*/ 3303733 w 5187198"/>
                <a:gd name="connsiteY149" fmla="*/ 710395 h 6239661"/>
                <a:gd name="connsiteX150" fmla="*/ 3179033 w 5187198"/>
                <a:gd name="connsiteY150" fmla="*/ 662259 h 6239661"/>
                <a:gd name="connsiteX151" fmla="*/ 3052408 w 5187198"/>
                <a:gd name="connsiteY151" fmla="*/ 620447 h 6239661"/>
                <a:gd name="connsiteX152" fmla="*/ 2924325 w 5187198"/>
                <a:gd name="connsiteY152" fmla="*/ 584505 h 6239661"/>
                <a:gd name="connsiteX153" fmla="*/ 2859667 w 5187198"/>
                <a:gd name="connsiteY153" fmla="*/ 569266 h 6239661"/>
                <a:gd name="connsiteX154" fmla="*/ 2795226 w 5187198"/>
                <a:gd name="connsiteY154" fmla="*/ 554085 h 6239661"/>
                <a:gd name="connsiteX155" fmla="*/ 2729702 w 5187198"/>
                <a:gd name="connsiteY155" fmla="*/ 540354 h 6239661"/>
                <a:gd name="connsiteX156" fmla="*/ 2663758 w 5187198"/>
                <a:gd name="connsiteY156" fmla="*/ 527322 h 6239661"/>
                <a:gd name="connsiteX157" fmla="*/ 2630927 w 5187198"/>
                <a:gd name="connsiteY157" fmla="*/ 520495 h 6239661"/>
                <a:gd name="connsiteX158" fmla="*/ 2597965 w 5187198"/>
                <a:gd name="connsiteY158" fmla="*/ 515024 h 6239661"/>
                <a:gd name="connsiteX159" fmla="*/ 2532205 w 5187198"/>
                <a:gd name="connsiteY159" fmla="*/ 503895 h 6239661"/>
                <a:gd name="connsiteX160" fmla="*/ 2010064 w 5187198"/>
                <a:gd name="connsiteY160" fmla="*/ 452552 h 6239661"/>
                <a:gd name="connsiteX161" fmla="*/ 1494552 w 5187198"/>
                <a:gd name="connsiteY161" fmla="*/ 485055 h 6239661"/>
                <a:gd name="connsiteX162" fmla="*/ 1366896 w 5187198"/>
                <a:gd name="connsiteY162" fmla="*/ 509389 h 6239661"/>
                <a:gd name="connsiteX163" fmla="*/ 1240175 w 5187198"/>
                <a:gd name="connsiteY163" fmla="*/ 541045 h 6239661"/>
                <a:gd name="connsiteX164" fmla="*/ 1177438 w 5187198"/>
                <a:gd name="connsiteY164" fmla="*/ 560170 h 6239661"/>
                <a:gd name="connsiteX165" fmla="*/ 1145987 w 5187198"/>
                <a:gd name="connsiteY165" fmla="*/ 569826 h 6239661"/>
                <a:gd name="connsiteX166" fmla="*/ 1130315 w 5187198"/>
                <a:gd name="connsiteY166" fmla="*/ 574669 h 6239661"/>
                <a:gd name="connsiteX167" fmla="*/ 1114873 w 5187198"/>
                <a:gd name="connsiteY167" fmla="*/ 580384 h 6239661"/>
                <a:gd name="connsiteX168" fmla="*/ 1052839 w 5187198"/>
                <a:gd name="connsiteY168" fmla="*/ 602943 h 6239661"/>
                <a:gd name="connsiteX169" fmla="*/ 991135 w 5187198"/>
                <a:gd name="connsiteY169" fmla="*/ 626866 h 6239661"/>
                <a:gd name="connsiteX170" fmla="*/ 930179 w 5187198"/>
                <a:gd name="connsiteY170" fmla="*/ 653191 h 6239661"/>
                <a:gd name="connsiteX171" fmla="*/ 869768 w 5187198"/>
                <a:gd name="connsiteY171" fmla="*/ 680937 h 6239661"/>
                <a:gd name="connsiteX172" fmla="*/ 810085 w 5187198"/>
                <a:gd name="connsiteY172" fmla="*/ 710734 h 6239661"/>
                <a:gd name="connsiteX173" fmla="*/ 751220 w 5187198"/>
                <a:gd name="connsiteY173" fmla="*/ 741794 h 6239661"/>
                <a:gd name="connsiteX174" fmla="*/ 532669 w 5187198"/>
                <a:gd name="connsiteY174" fmla="*/ 881688 h 6239661"/>
                <a:gd name="connsiteX175" fmla="*/ 354185 w 5187198"/>
                <a:gd name="connsiteY175" fmla="*/ 1050286 h 6239661"/>
                <a:gd name="connsiteX176" fmla="*/ 315980 w 5187198"/>
                <a:gd name="connsiteY176" fmla="*/ 1098125 h 6239661"/>
                <a:gd name="connsiteX177" fmla="*/ 280345 w 5187198"/>
                <a:gd name="connsiteY177" fmla="*/ 1149782 h 6239661"/>
                <a:gd name="connsiteX178" fmla="*/ 245890 w 5187198"/>
                <a:gd name="connsiteY178" fmla="*/ 1203959 h 6239661"/>
                <a:gd name="connsiteX179" fmla="*/ 212162 w 5187198"/>
                <a:gd name="connsiteY179" fmla="*/ 1260184 h 6239661"/>
                <a:gd name="connsiteX180" fmla="*/ 80716 w 5187198"/>
                <a:gd name="connsiteY180" fmla="*/ 1502476 h 6239661"/>
                <a:gd name="connsiteX181" fmla="*/ 0 w 5187198"/>
                <a:gd name="connsiteY181" fmla="*/ 1648841 h 6239661"/>
                <a:gd name="connsiteX182" fmla="*/ 0 w 5187198"/>
                <a:gd name="connsiteY182" fmla="*/ 954863 h 6239661"/>
                <a:gd name="connsiteX183" fmla="*/ 43491 w 5187198"/>
                <a:gd name="connsiteY183" fmla="*/ 895513 h 6239661"/>
                <a:gd name="connsiteX184" fmla="*/ 93923 w 5187198"/>
                <a:gd name="connsiteY184" fmla="*/ 834489 h 6239661"/>
                <a:gd name="connsiteX185" fmla="*/ 323465 w 5187198"/>
                <a:gd name="connsiteY185" fmla="*/ 617671 h 6239661"/>
                <a:gd name="connsiteX186" fmla="*/ 574777 w 5187198"/>
                <a:gd name="connsiteY186" fmla="*/ 446794 h 6239661"/>
                <a:gd name="connsiteX187" fmla="*/ 638943 w 5187198"/>
                <a:gd name="connsiteY187" fmla="*/ 408925 h 6239661"/>
                <a:gd name="connsiteX188" fmla="*/ 703505 w 5187198"/>
                <a:gd name="connsiteY188" fmla="*/ 371742 h 6239661"/>
                <a:gd name="connsiteX189" fmla="*/ 769262 w 5187198"/>
                <a:gd name="connsiteY189" fmla="*/ 336154 h 6239661"/>
                <a:gd name="connsiteX190" fmla="*/ 835552 w 5187198"/>
                <a:gd name="connsiteY190" fmla="*/ 301173 h 6239661"/>
                <a:gd name="connsiteX191" fmla="*/ 902979 w 5187198"/>
                <a:gd name="connsiteY191" fmla="*/ 268004 h 6239661"/>
                <a:gd name="connsiteX192" fmla="*/ 971127 w 5187198"/>
                <a:gd name="connsiteY192" fmla="*/ 235607 h 6239661"/>
                <a:gd name="connsiteX193" fmla="*/ 988238 w 5187198"/>
                <a:gd name="connsiteY193" fmla="*/ 227556 h 6239661"/>
                <a:gd name="connsiteX194" fmla="*/ 1005744 w 5187198"/>
                <a:gd name="connsiteY194" fmla="*/ 220191 h 6239661"/>
                <a:gd name="connsiteX195" fmla="*/ 1040729 w 5187198"/>
                <a:gd name="connsiteY195" fmla="*/ 205569 h 6239661"/>
                <a:gd name="connsiteX196" fmla="*/ 1110835 w 5187198"/>
                <a:gd name="connsiteY196" fmla="*/ 176248 h 6239661"/>
                <a:gd name="connsiteX197" fmla="*/ 1254256 w 5187198"/>
                <a:gd name="connsiteY197" fmla="*/ 123796 h 6239661"/>
                <a:gd name="connsiteX198" fmla="*/ 1401310 w 5187198"/>
                <a:gd name="connsiteY198" fmla="*/ 79852 h 6239661"/>
                <a:gd name="connsiteX199" fmla="*/ 2011811 w 5187198"/>
                <a:gd name="connsiteY199" fmla="*/ 4 h 62396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</a:cxnLst>
              <a:rect l="l" t="t" r="r" b="b"/>
              <a:pathLst>
                <a:path w="5187198" h="6239661">
                  <a:moveTo>
                    <a:pt x="2011811" y="4"/>
                  </a:moveTo>
                  <a:cubicBezTo>
                    <a:pt x="2217306" y="120"/>
                    <a:pt x="2420903" y="25925"/>
                    <a:pt x="2617011" y="70590"/>
                  </a:cubicBezTo>
                  <a:lnTo>
                    <a:pt x="2690321" y="88146"/>
                  </a:lnTo>
                  <a:lnTo>
                    <a:pt x="2726863" y="97127"/>
                  </a:lnTo>
                  <a:lnTo>
                    <a:pt x="2762951" y="107375"/>
                  </a:lnTo>
                  <a:lnTo>
                    <a:pt x="2834843" y="128493"/>
                  </a:lnTo>
                  <a:cubicBezTo>
                    <a:pt x="2858788" y="135605"/>
                    <a:pt x="2882632" y="142226"/>
                    <a:pt x="2906574" y="151076"/>
                  </a:cubicBezTo>
                  <a:cubicBezTo>
                    <a:pt x="2954475" y="167852"/>
                    <a:pt x="3002363" y="183813"/>
                    <a:pt x="3049504" y="202124"/>
                  </a:cubicBezTo>
                  <a:lnTo>
                    <a:pt x="3189518" y="260159"/>
                  </a:lnTo>
                  <a:lnTo>
                    <a:pt x="3326048" y="325143"/>
                  </a:lnTo>
                  <a:cubicBezTo>
                    <a:pt x="3370687" y="348464"/>
                    <a:pt x="3414908" y="372485"/>
                    <a:pt x="3459166" y="395936"/>
                  </a:cubicBezTo>
                  <a:cubicBezTo>
                    <a:pt x="3502947" y="420302"/>
                    <a:pt x="3545491" y="447118"/>
                    <a:pt x="3588578" y="472343"/>
                  </a:cubicBezTo>
                  <a:cubicBezTo>
                    <a:pt x="3610346" y="484551"/>
                    <a:pt x="3630797" y="499072"/>
                    <a:pt x="3651864" y="512600"/>
                  </a:cubicBezTo>
                  <a:lnTo>
                    <a:pt x="3714514" y="553499"/>
                  </a:lnTo>
                  <a:cubicBezTo>
                    <a:pt x="3880005" y="664844"/>
                    <a:pt x="4036083" y="788388"/>
                    <a:pt x="4181221" y="922912"/>
                  </a:cubicBezTo>
                  <a:cubicBezTo>
                    <a:pt x="4326221" y="1057515"/>
                    <a:pt x="4461955" y="1202038"/>
                    <a:pt x="4582963" y="1358264"/>
                  </a:cubicBezTo>
                  <a:cubicBezTo>
                    <a:pt x="4614206" y="1396543"/>
                    <a:pt x="4642091" y="1437400"/>
                    <a:pt x="4670721" y="1477644"/>
                  </a:cubicBezTo>
                  <a:cubicBezTo>
                    <a:pt x="4700172" y="1517414"/>
                    <a:pt x="4725864" y="1559538"/>
                    <a:pt x="4752378" y="1601187"/>
                  </a:cubicBezTo>
                  <a:lnTo>
                    <a:pt x="4772168" y="1632456"/>
                  </a:lnTo>
                  <a:lnTo>
                    <a:pt x="4782117" y="1648104"/>
                  </a:lnTo>
                  <a:lnTo>
                    <a:pt x="4791381" y="1664150"/>
                  </a:lnTo>
                  <a:lnTo>
                    <a:pt x="4828190" y="1728379"/>
                  </a:lnTo>
                  <a:cubicBezTo>
                    <a:pt x="4840266" y="1749930"/>
                    <a:pt x="4853470" y="1770740"/>
                    <a:pt x="4864832" y="1792796"/>
                  </a:cubicBezTo>
                  <a:lnTo>
                    <a:pt x="4899201" y="1858342"/>
                  </a:lnTo>
                  <a:cubicBezTo>
                    <a:pt x="4910484" y="1880260"/>
                    <a:pt x="4922532" y="1901920"/>
                    <a:pt x="4933266" y="1924155"/>
                  </a:cubicBezTo>
                  <a:lnTo>
                    <a:pt x="4964403" y="1991384"/>
                  </a:lnTo>
                  <a:cubicBezTo>
                    <a:pt x="4974618" y="2013829"/>
                    <a:pt x="4985323" y="2036171"/>
                    <a:pt x="4995019" y="2058823"/>
                  </a:cubicBezTo>
                  <a:lnTo>
                    <a:pt x="5021999" y="2127723"/>
                  </a:lnTo>
                  <a:lnTo>
                    <a:pt x="5048321" y="2196908"/>
                  </a:lnTo>
                  <a:lnTo>
                    <a:pt x="5070546" y="2267547"/>
                  </a:lnTo>
                  <a:cubicBezTo>
                    <a:pt x="5078054" y="2291004"/>
                    <a:pt x="5085044" y="2314670"/>
                    <a:pt x="5092171" y="2338256"/>
                  </a:cubicBezTo>
                  <a:cubicBezTo>
                    <a:pt x="5098670" y="2362023"/>
                    <a:pt x="5104296" y="2386019"/>
                    <a:pt x="5110305" y="2409886"/>
                  </a:cubicBezTo>
                  <a:cubicBezTo>
                    <a:pt x="5158097" y="2600976"/>
                    <a:pt x="5182068" y="2797044"/>
                    <a:pt x="5186393" y="2992022"/>
                  </a:cubicBezTo>
                  <a:cubicBezTo>
                    <a:pt x="5191013" y="3187195"/>
                    <a:pt x="5175397" y="3380886"/>
                    <a:pt x="5149045" y="3571816"/>
                  </a:cubicBezTo>
                  <a:cubicBezTo>
                    <a:pt x="5141154" y="3619431"/>
                    <a:pt x="5133539" y="3666889"/>
                    <a:pt x="5126572" y="3714520"/>
                  </a:cubicBezTo>
                  <a:cubicBezTo>
                    <a:pt x="5117276" y="3761759"/>
                    <a:pt x="5107793" y="3808831"/>
                    <a:pt x="5099067" y="3856108"/>
                  </a:cubicBezTo>
                  <a:lnTo>
                    <a:pt x="5095699" y="3873868"/>
                  </a:lnTo>
                  <a:lnTo>
                    <a:pt x="5091573" y="3891426"/>
                  </a:lnTo>
                  <a:lnTo>
                    <a:pt x="5083324" y="3926541"/>
                  </a:lnTo>
                  <a:lnTo>
                    <a:pt x="5067256" y="3996889"/>
                  </a:lnTo>
                  <a:cubicBezTo>
                    <a:pt x="5064451" y="4008657"/>
                    <a:pt x="5062244" y="4020353"/>
                    <a:pt x="5059194" y="4032171"/>
                  </a:cubicBezTo>
                  <a:lnTo>
                    <a:pt x="5049522" y="4067833"/>
                  </a:lnTo>
                  <a:lnTo>
                    <a:pt x="5040067" y="4103553"/>
                  </a:lnTo>
                  <a:cubicBezTo>
                    <a:pt x="5036554" y="4115363"/>
                    <a:pt x="5032689" y="4127194"/>
                    <a:pt x="5028960" y="4138946"/>
                  </a:cubicBezTo>
                  <a:cubicBezTo>
                    <a:pt x="4999693" y="4233462"/>
                    <a:pt x="4962869" y="4326764"/>
                    <a:pt x="4917351" y="4417041"/>
                  </a:cubicBezTo>
                  <a:cubicBezTo>
                    <a:pt x="4871860" y="4507209"/>
                    <a:pt x="4817597" y="4594215"/>
                    <a:pt x="4756163" y="4676402"/>
                  </a:cubicBezTo>
                  <a:cubicBezTo>
                    <a:pt x="4632803" y="4840875"/>
                    <a:pt x="4480597" y="4982783"/>
                    <a:pt x="4322493" y="5105604"/>
                  </a:cubicBezTo>
                  <a:cubicBezTo>
                    <a:pt x="4163928" y="5228420"/>
                    <a:pt x="3999564" y="5332640"/>
                    <a:pt x="3840510" y="5429590"/>
                  </a:cubicBezTo>
                  <a:cubicBezTo>
                    <a:pt x="3760954" y="5478172"/>
                    <a:pt x="3682353" y="5524924"/>
                    <a:pt x="3606447" y="5572862"/>
                  </a:cubicBezTo>
                  <a:lnTo>
                    <a:pt x="3488814" y="5647178"/>
                  </a:lnTo>
                  <a:cubicBezTo>
                    <a:pt x="3448270" y="5672597"/>
                    <a:pt x="3407323" y="5697792"/>
                    <a:pt x="3365864" y="5722735"/>
                  </a:cubicBezTo>
                  <a:cubicBezTo>
                    <a:pt x="3200163" y="5822424"/>
                    <a:pt x="3026125" y="5917328"/>
                    <a:pt x="2839486" y="5999120"/>
                  </a:cubicBezTo>
                  <a:cubicBezTo>
                    <a:pt x="2653201" y="6080891"/>
                    <a:pt x="2453560" y="6149344"/>
                    <a:pt x="2242423" y="6192346"/>
                  </a:cubicBezTo>
                  <a:cubicBezTo>
                    <a:pt x="2031719" y="6235463"/>
                    <a:pt x="1808952" y="6251353"/>
                    <a:pt x="1589380" y="6230657"/>
                  </a:cubicBezTo>
                  <a:lnTo>
                    <a:pt x="1548244" y="6226706"/>
                  </a:lnTo>
                  <a:cubicBezTo>
                    <a:pt x="1534528" y="6225117"/>
                    <a:pt x="1520898" y="6223203"/>
                    <a:pt x="1507348" y="6221428"/>
                  </a:cubicBezTo>
                  <a:lnTo>
                    <a:pt x="1466401" y="6215904"/>
                  </a:lnTo>
                  <a:cubicBezTo>
                    <a:pt x="1452772" y="6213991"/>
                    <a:pt x="1439316" y="6211428"/>
                    <a:pt x="1425773" y="6209191"/>
                  </a:cubicBezTo>
                  <a:cubicBezTo>
                    <a:pt x="1398775" y="6204391"/>
                    <a:pt x="1371610" y="6199779"/>
                    <a:pt x="1344960" y="6193681"/>
                  </a:cubicBezTo>
                  <a:cubicBezTo>
                    <a:pt x="1318251" y="6187799"/>
                    <a:pt x="1291260" y="6182538"/>
                    <a:pt x="1265007" y="6175388"/>
                  </a:cubicBezTo>
                  <a:lnTo>
                    <a:pt x="1225415" y="6165243"/>
                  </a:lnTo>
                  <a:cubicBezTo>
                    <a:pt x="1212163" y="6161924"/>
                    <a:pt x="1198939" y="6158496"/>
                    <a:pt x="1186567" y="6154486"/>
                  </a:cubicBezTo>
                  <a:lnTo>
                    <a:pt x="1111158" y="6130918"/>
                  </a:lnTo>
                  <a:lnTo>
                    <a:pt x="1035915" y="6107163"/>
                  </a:lnTo>
                  <a:cubicBezTo>
                    <a:pt x="1010846" y="6099055"/>
                    <a:pt x="986357" y="6088784"/>
                    <a:pt x="961579" y="6079594"/>
                  </a:cubicBezTo>
                  <a:cubicBezTo>
                    <a:pt x="763709" y="6005594"/>
                    <a:pt x="572401" y="5909703"/>
                    <a:pt x="395297" y="5792812"/>
                  </a:cubicBezTo>
                  <a:lnTo>
                    <a:pt x="265239" y="5701511"/>
                  </a:lnTo>
                  <a:cubicBezTo>
                    <a:pt x="254227" y="5694155"/>
                    <a:pt x="244103" y="5685646"/>
                    <a:pt x="233756" y="5677542"/>
                  </a:cubicBezTo>
                  <a:lnTo>
                    <a:pt x="202800" y="5652902"/>
                  </a:lnTo>
                  <a:lnTo>
                    <a:pt x="140918" y="5603515"/>
                  </a:lnTo>
                  <a:cubicBezTo>
                    <a:pt x="130598" y="5595302"/>
                    <a:pt x="120280" y="5587089"/>
                    <a:pt x="110625" y="5578127"/>
                  </a:cubicBezTo>
                  <a:cubicBezTo>
                    <a:pt x="105647" y="5573779"/>
                    <a:pt x="100444" y="5569834"/>
                    <a:pt x="95631" y="5565299"/>
                  </a:cubicBezTo>
                  <a:cubicBezTo>
                    <a:pt x="90955" y="5560684"/>
                    <a:pt x="86505" y="5555666"/>
                    <a:pt x="81966" y="5550973"/>
                  </a:cubicBezTo>
                  <a:lnTo>
                    <a:pt x="27991" y="5493272"/>
                  </a:lnTo>
                  <a:cubicBezTo>
                    <a:pt x="19109" y="5483589"/>
                    <a:pt x="9758" y="5474359"/>
                    <a:pt x="1454" y="5464252"/>
                  </a:cubicBezTo>
                  <a:lnTo>
                    <a:pt x="0" y="5462518"/>
                  </a:lnTo>
                  <a:lnTo>
                    <a:pt x="0" y="4720187"/>
                  </a:lnTo>
                  <a:lnTo>
                    <a:pt x="109684" y="4836724"/>
                  </a:lnTo>
                  <a:cubicBezTo>
                    <a:pt x="173316" y="4897375"/>
                    <a:pt x="239447" y="4954160"/>
                    <a:pt x="306959" y="5007200"/>
                  </a:cubicBezTo>
                  <a:lnTo>
                    <a:pt x="358101" y="5046057"/>
                  </a:lnTo>
                  <a:lnTo>
                    <a:pt x="383328" y="5065684"/>
                  </a:lnTo>
                  <a:cubicBezTo>
                    <a:pt x="391637" y="5072316"/>
                    <a:pt x="400805" y="5077902"/>
                    <a:pt x="409503" y="5083942"/>
                  </a:cubicBezTo>
                  <a:lnTo>
                    <a:pt x="461889" y="5119888"/>
                  </a:lnTo>
                  <a:cubicBezTo>
                    <a:pt x="466184" y="5122893"/>
                    <a:pt x="470616" y="5125820"/>
                    <a:pt x="474883" y="5128933"/>
                  </a:cubicBezTo>
                  <a:cubicBezTo>
                    <a:pt x="478982" y="5132235"/>
                    <a:pt x="482476" y="5136069"/>
                    <a:pt x="486410" y="5139557"/>
                  </a:cubicBezTo>
                  <a:cubicBezTo>
                    <a:pt x="494140" y="5146613"/>
                    <a:pt x="502565" y="5152812"/>
                    <a:pt x="510852" y="5159089"/>
                  </a:cubicBezTo>
                  <a:lnTo>
                    <a:pt x="560653" y="5196893"/>
                  </a:lnTo>
                  <a:lnTo>
                    <a:pt x="585485" y="5215834"/>
                  </a:lnTo>
                  <a:cubicBezTo>
                    <a:pt x="593773" y="5222111"/>
                    <a:pt x="601864" y="5228685"/>
                    <a:pt x="610707" y="5234185"/>
                  </a:cubicBezTo>
                  <a:lnTo>
                    <a:pt x="714768" y="5303103"/>
                  </a:lnTo>
                  <a:cubicBezTo>
                    <a:pt x="856162" y="5390603"/>
                    <a:pt x="1008099" y="5459947"/>
                    <a:pt x="1166634" y="5513322"/>
                  </a:cubicBezTo>
                  <a:cubicBezTo>
                    <a:pt x="1186540" y="5519932"/>
                    <a:pt x="1205774" y="5527751"/>
                    <a:pt x="1225991" y="5533632"/>
                  </a:cubicBezTo>
                  <a:lnTo>
                    <a:pt x="1286680" y="5550705"/>
                  </a:lnTo>
                  <a:lnTo>
                    <a:pt x="1347310" y="5567995"/>
                  </a:lnTo>
                  <a:cubicBezTo>
                    <a:pt x="1357469" y="5571180"/>
                    <a:pt x="1367261" y="5573572"/>
                    <a:pt x="1377002" y="5575719"/>
                  </a:cubicBezTo>
                  <a:lnTo>
                    <a:pt x="1406328" y="5582649"/>
                  </a:lnTo>
                  <a:cubicBezTo>
                    <a:pt x="1425825" y="5587757"/>
                    <a:pt x="1445490" y="5590939"/>
                    <a:pt x="1465060" y="5594909"/>
                  </a:cubicBezTo>
                  <a:cubicBezTo>
                    <a:pt x="1484652" y="5599231"/>
                    <a:pt x="1504324" y="5601952"/>
                    <a:pt x="1523881" y="5605105"/>
                  </a:cubicBezTo>
                  <a:cubicBezTo>
                    <a:pt x="1533660" y="5606682"/>
                    <a:pt x="1543460" y="5608613"/>
                    <a:pt x="1553325" y="5609865"/>
                  </a:cubicBezTo>
                  <a:lnTo>
                    <a:pt x="1582813" y="5613593"/>
                  </a:lnTo>
                  <a:lnTo>
                    <a:pt x="1612301" y="5617321"/>
                  </a:lnTo>
                  <a:lnTo>
                    <a:pt x="1641863" y="5619910"/>
                  </a:lnTo>
                  <a:cubicBezTo>
                    <a:pt x="1799348" y="5633940"/>
                    <a:pt x="1957913" y="5625770"/>
                    <a:pt x="2117508" y="5595156"/>
                  </a:cubicBezTo>
                  <a:cubicBezTo>
                    <a:pt x="2277124" y="5564895"/>
                    <a:pt x="2437004" y="5512449"/>
                    <a:pt x="2597368" y="5447381"/>
                  </a:cubicBezTo>
                  <a:cubicBezTo>
                    <a:pt x="2757791" y="5382096"/>
                    <a:pt x="2918855" y="5304464"/>
                    <a:pt x="3082968" y="5223245"/>
                  </a:cubicBezTo>
                  <a:lnTo>
                    <a:pt x="3334855" y="5097383"/>
                  </a:lnTo>
                  <a:cubicBezTo>
                    <a:pt x="3423528" y="5054142"/>
                    <a:pt x="3511773" y="5013798"/>
                    <a:pt x="3599509" y="4976217"/>
                  </a:cubicBezTo>
                  <a:cubicBezTo>
                    <a:pt x="3774960" y="4900701"/>
                    <a:pt x="3948276" y="4837481"/>
                    <a:pt x="4112002" y="4766359"/>
                  </a:cubicBezTo>
                  <a:cubicBezTo>
                    <a:pt x="4193972" y="4730827"/>
                    <a:pt x="4273429" y="4692997"/>
                    <a:pt x="4348983" y="4649833"/>
                  </a:cubicBezTo>
                  <a:cubicBezTo>
                    <a:pt x="4424508" y="4606778"/>
                    <a:pt x="4496050" y="4558250"/>
                    <a:pt x="4560505" y="4501564"/>
                  </a:cubicBezTo>
                  <a:cubicBezTo>
                    <a:pt x="4625198" y="4445289"/>
                    <a:pt x="4682991" y="4381021"/>
                    <a:pt x="4731963" y="4309870"/>
                  </a:cubicBezTo>
                  <a:cubicBezTo>
                    <a:pt x="4781043" y="4238747"/>
                    <a:pt x="4821275" y="4160848"/>
                    <a:pt x="4852344" y="4078640"/>
                  </a:cubicBezTo>
                  <a:lnTo>
                    <a:pt x="4863972" y="4047790"/>
                  </a:lnTo>
                  <a:lnTo>
                    <a:pt x="4874144" y="4016320"/>
                  </a:lnTo>
                  <a:lnTo>
                    <a:pt x="4884127" y="3984682"/>
                  </a:lnTo>
                  <a:cubicBezTo>
                    <a:pt x="4887242" y="3973925"/>
                    <a:pt x="4889981" y="3962835"/>
                    <a:pt x="4892800" y="3951883"/>
                  </a:cubicBezTo>
                  <a:lnTo>
                    <a:pt x="4909526" y="3886001"/>
                  </a:lnTo>
                  <a:lnTo>
                    <a:pt x="4917687" y="3852948"/>
                  </a:lnTo>
                  <a:lnTo>
                    <a:pt x="4921768" y="3836422"/>
                  </a:lnTo>
                  <a:lnTo>
                    <a:pt x="4924845" y="3819742"/>
                  </a:lnTo>
                  <a:cubicBezTo>
                    <a:pt x="4933092" y="3775120"/>
                    <a:pt x="4941231" y="3730469"/>
                    <a:pt x="4948230" y="3685744"/>
                  </a:cubicBezTo>
                  <a:cubicBezTo>
                    <a:pt x="4953579" y="3640694"/>
                    <a:pt x="4958249" y="3595577"/>
                    <a:pt x="4962782" y="3550540"/>
                  </a:cubicBezTo>
                  <a:cubicBezTo>
                    <a:pt x="4976580" y="3369692"/>
                    <a:pt x="4965812" y="3187942"/>
                    <a:pt x="4939468" y="3010249"/>
                  </a:cubicBezTo>
                  <a:cubicBezTo>
                    <a:pt x="4912965" y="2832281"/>
                    <a:pt x="4870237" y="2658196"/>
                    <a:pt x="4816901" y="2488224"/>
                  </a:cubicBezTo>
                  <a:cubicBezTo>
                    <a:pt x="4810197" y="2466954"/>
                    <a:pt x="4803984" y="2445582"/>
                    <a:pt x="4797005" y="2424470"/>
                  </a:cubicBezTo>
                  <a:cubicBezTo>
                    <a:pt x="4789399" y="2403537"/>
                    <a:pt x="4781686" y="2382574"/>
                    <a:pt x="4774433" y="2361620"/>
                  </a:cubicBezTo>
                  <a:lnTo>
                    <a:pt x="4752459" y="2298700"/>
                  </a:lnTo>
                  <a:lnTo>
                    <a:pt x="4728083" y="2236526"/>
                  </a:lnTo>
                  <a:cubicBezTo>
                    <a:pt x="4719957" y="2215802"/>
                    <a:pt x="4712352" y="2194869"/>
                    <a:pt x="4704471" y="2174095"/>
                  </a:cubicBezTo>
                  <a:lnTo>
                    <a:pt x="4678399" y="2112626"/>
                  </a:lnTo>
                  <a:lnTo>
                    <a:pt x="4652601" y="2050999"/>
                  </a:lnTo>
                  <a:cubicBezTo>
                    <a:pt x="4643711" y="2030533"/>
                    <a:pt x="4633616" y="2010672"/>
                    <a:pt x="4624205" y="1990415"/>
                  </a:cubicBezTo>
                  <a:lnTo>
                    <a:pt x="4595398" y="1930069"/>
                  </a:lnTo>
                  <a:cubicBezTo>
                    <a:pt x="4585714" y="1909969"/>
                    <a:pt x="4574413" y="1890713"/>
                    <a:pt x="4563827" y="1870952"/>
                  </a:cubicBezTo>
                  <a:lnTo>
                    <a:pt x="4531433" y="1812311"/>
                  </a:lnTo>
                  <a:lnTo>
                    <a:pt x="4523315" y="1797616"/>
                  </a:lnTo>
                  <a:lnTo>
                    <a:pt x="4514482" y="1783425"/>
                  </a:lnTo>
                  <a:lnTo>
                    <a:pt x="4496845" y="1754936"/>
                  </a:lnTo>
                  <a:lnTo>
                    <a:pt x="4461463" y="1697929"/>
                  </a:lnTo>
                  <a:lnTo>
                    <a:pt x="4452660" y="1683629"/>
                  </a:lnTo>
                  <a:lnTo>
                    <a:pt x="4443141" y="1669834"/>
                  </a:lnTo>
                  <a:lnTo>
                    <a:pt x="4424241" y="1642166"/>
                  </a:lnTo>
                  <a:cubicBezTo>
                    <a:pt x="4399005" y="1605265"/>
                    <a:pt x="4374512" y="1567751"/>
                    <a:pt x="4346886" y="1532412"/>
                  </a:cubicBezTo>
                  <a:cubicBezTo>
                    <a:pt x="4240477" y="1388328"/>
                    <a:pt x="4120362" y="1253437"/>
                    <a:pt x="3985497" y="1134649"/>
                  </a:cubicBezTo>
                  <a:cubicBezTo>
                    <a:pt x="3850799" y="1015675"/>
                    <a:pt x="3702920" y="911715"/>
                    <a:pt x="3545665" y="825877"/>
                  </a:cubicBezTo>
                  <a:lnTo>
                    <a:pt x="3486190" y="794756"/>
                  </a:lnTo>
                  <a:cubicBezTo>
                    <a:pt x="3466181" y="784640"/>
                    <a:pt x="3446893" y="773560"/>
                    <a:pt x="3426182" y="764765"/>
                  </a:cubicBezTo>
                  <a:lnTo>
                    <a:pt x="3365044" y="737255"/>
                  </a:lnTo>
                  <a:lnTo>
                    <a:pt x="3334529" y="723514"/>
                  </a:lnTo>
                  <a:cubicBezTo>
                    <a:pt x="3324394" y="718943"/>
                    <a:pt x="3314287" y="714265"/>
                    <a:pt x="3303733" y="710395"/>
                  </a:cubicBezTo>
                  <a:cubicBezTo>
                    <a:pt x="3262013" y="694346"/>
                    <a:pt x="3220711" y="677599"/>
                    <a:pt x="3179033" y="662259"/>
                  </a:cubicBezTo>
                  <a:lnTo>
                    <a:pt x="3052408" y="620447"/>
                  </a:lnTo>
                  <a:lnTo>
                    <a:pt x="2924325" y="584505"/>
                  </a:lnTo>
                  <a:cubicBezTo>
                    <a:pt x="2903106" y="578471"/>
                    <a:pt x="2881119" y="574434"/>
                    <a:pt x="2859667" y="569266"/>
                  </a:cubicBezTo>
                  <a:lnTo>
                    <a:pt x="2795226" y="554085"/>
                  </a:lnTo>
                  <a:cubicBezTo>
                    <a:pt x="2774078" y="548652"/>
                    <a:pt x="2751709" y="544744"/>
                    <a:pt x="2729702" y="540354"/>
                  </a:cubicBezTo>
                  <a:lnTo>
                    <a:pt x="2663758" y="527322"/>
                  </a:lnTo>
                  <a:lnTo>
                    <a:pt x="2630927" y="520495"/>
                  </a:lnTo>
                  <a:lnTo>
                    <a:pt x="2597965" y="515024"/>
                  </a:lnTo>
                  <a:cubicBezTo>
                    <a:pt x="2575970" y="511449"/>
                    <a:pt x="2554112" y="507795"/>
                    <a:pt x="2532205" y="503895"/>
                  </a:cubicBezTo>
                  <a:cubicBezTo>
                    <a:pt x="2357016" y="475037"/>
                    <a:pt x="2182954" y="456682"/>
                    <a:pt x="2010064" y="452552"/>
                  </a:cubicBezTo>
                  <a:cubicBezTo>
                    <a:pt x="1837255" y="448558"/>
                    <a:pt x="1665388" y="457916"/>
                    <a:pt x="1494552" y="485055"/>
                  </a:cubicBezTo>
                  <a:cubicBezTo>
                    <a:pt x="1452133" y="492816"/>
                    <a:pt x="1409569" y="501117"/>
                    <a:pt x="1366896" y="509389"/>
                  </a:cubicBezTo>
                  <a:cubicBezTo>
                    <a:pt x="1324862" y="520035"/>
                    <a:pt x="1282333" y="529505"/>
                    <a:pt x="1240175" y="541045"/>
                  </a:cubicBezTo>
                  <a:lnTo>
                    <a:pt x="1177438" y="560170"/>
                  </a:lnTo>
                  <a:lnTo>
                    <a:pt x="1145987" y="569826"/>
                  </a:lnTo>
                  <a:lnTo>
                    <a:pt x="1130315" y="574669"/>
                  </a:lnTo>
                  <a:lnTo>
                    <a:pt x="1114873" y="580384"/>
                  </a:lnTo>
                  <a:lnTo>
                    <a:pt x="1052839" y="602943"/>
                  </a:lnTo>
                  <a:cubicBezTo>
                    <a:pt x="1032151" y="610499"/>
                    <a:pt x="1011255" y="617535"/>
                    <a:pt x="991135" y="626866"/>
                  </a:cubicBezTo>
                  <a:lnTo>
                    <a:pt x="930179" y="653191"/>
                  </a:lnTo>
                  <a:cubicBezTo>
                    <a:pt x="909850" y="662002"/>
                    <a:pt x="889443" y="670676"/>
                    <a:pt x="869768" y="680937"/>
                  </a:cubicBezTo>
                  <a:lnTo>
                    <a:pt x="810085" y="710734"/>
                  </a:lnTo>
                  <a:cubicBezTo>
                    <a:pt x="790331" y="720859"/>
                    <a:pt x="770124" y="730514"/>
                    <a:pt x="751220" y="741794"/>
                  </a:cubicBezTo>
                  <a:cubicBezTo>
                    <a:pt x="673929" y="784955"/>
                    <a:pt x="598827" y="830326"/>
                    <a:pt x="532669" y="881688"/>
                  </a:cubicBezTo>
                  <a:cubicBezTo>
                    <a:pt x="464226" y="931625"/>
                    <a:pt x="406969" y="988270"/>
                    <a:pt x="354185" y="1050286"/>
                  </a:cubicBezTo>
                  <a:lnTo>
                    <a:pt x="315980" y="1098125"/>
                  </a:lnTo>
                  <a:lnTo>
                    <a:pt x="280345" y="1149782"/>
                  </a:lnTo>
                  <a:cubicBezTo>
                    <a:pt x="268144" y="1166335"/>
                    <a:pt x="257438" y="1185955"/>
                    <a:pt x="245890" y="1203959"/>
                  </a:cubicBezTo>
                  <a:cubicBezTo>
                    <a:pt x="234552" y="1222481"/>
                    <a:pt x="223171" y="1240298"/>
                    <a:pt x="212162" y="1260184"/>
                  </a:cubicBezTo>
                  <a:cubicBezTo>
                    <a:pt x="168299" y="1337574"/>
                    <a:pt x="125055" y="1419360"/>
                    <a:pt x="80716" y="1502476"/>
                  </a:cubicBezTo>
                  <a:lnTo>
                    <a:pt x="0" y="1648841"/>
                  </a:lnTo>
                  <a:lnTo>
                    <a:pt x="0" y="954863"/>
                  </a:lnTo>
                  <a:lnTo>
                    <a:pt x="43491" y="895513"/>
                  </a:lnTo>
                  <a:cubicBezTo>
                    <a:pt x="59888" y="874984"/>
                    <a:pt x="77014" y="854766"/>
                    <a:pt x="93923" y="834489"/>
                  </a:cubicBezTo>
                  <a:cubicBezTo>
                    <a:pt x="163245" y="754880"/>
                    <a:pt x="240806" y="679565"/>
                    <a:pt x="323465" y="617671"/>
                  </a:cubicBezTo>
                  <a:cubicBezTo>
                    <a:pt x="405002" y="553042"/>
                    <a:pt x="490132" y="499230"/>
                    <a:pt x="574777" y="446794"/>
                  </a:cubicBezTo>
                  <a:cubicBezTo>
                    <a:pt x="595733" y="433050"/>
                    <a:pt x="617442" y="421248"/>
                    <a:pt x="638943" y="408925"/>
                  </a:cubicBezTo>
                  <a:lnTo>
                    <a:pt x="703505" y="371742"/>
                  </a:lnTo>
                  <a:cubicBezTo>
                    <a:pt x="724798" y="358900"/>
                    <a:pt x="747120" y="347842"/>
                    <a:pt x="769262" y="336154"/>
                  </a:cubicBezTo>
                  <a:lnTo>
                    <a:pt x="835552" y="301173"/>
                  </a:lnTo>
                  <a:cubicBezTo>
                    <a:pt x="857427" y="289183"/>
                    <a:pt x="880470" y="278896"/>
                    <a:pt x="902979" y="268004"/>
                  </a:cubicBezTo>
                  <a:lnTo>
                    <a:pt x="971127" y="235607"/>
                  </a:lnTo>
                  <a:lnTo>
                    <a:pt x="988238" y="227556"/>
                  </a:lnTo>
                  <a:lnTo>
                    <a:pt x="1005744" y="220191"/>
                  </a:lnTo>
                  <a:lnTo>
                    <a:pt x="1040729" y="205569"/>
                  </a:lnTo>
                  <a:lnTo>
                    <a:pt x="1110835" y="176248"/>
                  </a:lnTo>
                  <a:cubicBezTo>
                    <a:pt x="1157999" y="157703"/>
                    <a:pt x="1206322" y="141323"/>
                    <a:pt x="1254256" y="123796"/>
                  </a:cubicBezTo>
                  <a:cubicBezTo>
                    <a:pt x="1302938" y="108671"/>
                    <a:pt x="1352074" y="94017"/>
                    <a:pt x="1401310" y="79852"/>
                  </a:cubicBezTo>
                  <a:cubicBezTo>
                    <a:pt x="1599497" y="26774"/>
                    <a:pt x="1806373" y="-329"/>
                    <a:pt x="2011811" y="4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6075C4EA-AB52-9A36-35D9-D83BA927061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297400"/>
              <a:ext cx="5215811" cy="6107388"/>
            </a:xfrm>
            <a:custGeom>
              <a:avLst/>
              <a:gdLst>
                <a:gd name="connsiteX0" fmla="*/ 1869139 w 5215811"/>
                <a:gd name="connsiteY0" fmla="*/ 9 h 6107388"/>
                <a:gd name="connsiteX1" fmla="*/ 2791149 w 5215811"/>
                <a:gd name="connsiteY1" fmla="*/ 130229 h 6107388"/>
                <a:gd name="connsiteX2" fmla="*/ 4760307 w 5215811"/>
                <a:gd name="connsiteY2" fmla="*/ 1608408 h 6107388"/>
                <a:gd name="connsiteX3" fmla="*/ 5108574 w 5215811"/>
                <a:gd name="connsiteY3" fmla="*/ 4050383 h 6107388"/>
                <a:gd name="connsiteX4" fmla="*/ 3434916 w 5215811"/>
                <a:gd name="connsiteY4" fmla="*/ 5503134 h 6107388"/>
                <a:gd name="connsiteX5" fmla="*/ 1137841 w 5215811"/>
                <a:gd name="connsiteY5" fmla="*/ 6033968 h 6107388"/>
                <a:gd name="connsiteX6" fmla="*/ 217555 w 5215811"/>
                <a:gd name="connsiteY6" fmla="*/ 5598945 h 6107388"/>
                <a:gd name="connsiteX7" fmla="*/ 0 w 5215811"/>
                <a:gd name="connsiteY7" fmla="*/ 5419622 h 6107388"/>
                <a:gd name="connsiteX8" fmla="*/ 0 w 5215811"/>
                <a:gd name="connsiteY8" fmla="*/ 4571683 h 6107388"/>
                <a:gd name="connsiteX9" fmla="*/ 18056 w 5215811"/>
                <a:gd name="connsiteY9" fmla="*/ 4599282 h 6107388"/>
                <a:gd name="connsiteX10" fmla="*/ 358324 w 5215811"/>
                <a:gd name="connsiteY10" fmla="*/ 4988154 h 6107388"/>
                <a:gd name="connsiteX11" fmla="*/ 1282741 w 5215811"/>
                <a:gd name="connsiteY11" fmla="*/ 5493193 h 6107388"/>
                <a:gd name="connsiteX12" fmla="*/ 2172794 w 5215811"/>
                <a:gd name="connsiteY12" fmla="*/ 5470630 h 6107388"/>
                <a:gd name="connsiteX13" fmla="*/ 3146893 w 5215811"/>
                <a:gd name="connsiteY13" fmla="*/ 5016296 h 6107388"/>
                <a:gd name="connsiteX14" fmla="*/ 3574114 w 5215811"/>
                <a:gd name="connsiteY14" fmla="*/ 4791124 h 6107388"/>
                <a:gd name="connsiteX15" fmla="*/ 4244948 w 5215811"/>
                <a:gd name="connsiteY15" fmla="*/ 4392664 h 6107388"/>
                <a:gd name="connsiteX16" fmla="*/ 4556385 w 5215811"/>
                <a:gd name="connsiteY16" fmla="*/ 3902656 h 6107388"/>
                <a:gd name="connsiteX17" fmla="*/ 4616354 w 5215811"/>
                <a:gd name="connsiteY17" fmla="*/ 2851680 h 6107388"/>
                <a:gd name="connsiteX18" fmla="*/ 4269266 w 5215811"/>
                <a:gd name="connsiteY18" fmla="*/ 1889625 h 6107388"/>
                <a:gd name="connsiteX19" fmla="*/ 2645976 w 5215811"/>
                <a:gd name="connsiteY19" fmla="*/ 671162 h 6107388"/>
                <a:gd name="connsiteX20" fmla="*/ 1648930 w 5215811"/>
                <a:gd name="connsiteY20" fmla="*/ 573017 h 6107388"/>
                <a:gd name="connsiteX21" fmla="*/ 771768 w 5215811"/>
                <a:gd name="connsiteY21" fmla="*/ 865882 h 6107388"/>
                <a:gd name="connsiteX22" fmla="*/ 433617 w 5215811"/>
                <a:gd name="connsiteY22" fmla="*/ 1119441 h 6107388"/>
                <a:gd name="connsiteX23" fmla="*/ 200571 w 5215811"/>
                <a:gd name="connsiteY23" fmla="*/ 1486480 h 6107388"/>
                <a:gd name="connsiteX24" fmla="*/ 47077 w 5215811"/>
                <a:gd name="connsiteY24" fmla="*/ 1753604 h 6107388"/>
                <a:gd name="connsiteX25" fmla="*/ 0 w 5215811"/>
                <a:gd name="connsiteY25" fmla="*/ 1831655 h 6107388"/>
                <a:gd name="connsiteX26" fmla="*/ 0 w 5215811"/>
                <a:gd name="connsiteY26" fmla="*/ 751112 h 6107388"/>
                <a:gd name="connsiteX27" fmla="*/ 6994 w 5215811"/>
                <a:gd name="connsiteY27" fmla="*/ 742614 h 6107388"/>
                <a:gd name="connsiteX28" fmla="*/ 484047 w 5215811"/>
                <a:gd name="connsiteY28" fmla="*/ 378777 h 6107388"/>
                <a:gd name="connsiteX29" fmla="*/ 1869139 w 5215811"/>
                <a:gd name="connsiteY29" fmla="*/ 9 h 61073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5811" h="6107388">
                  <a:moveTo>
                    <a:pt x="1869139" y="9"/>
                  </a:moveTo>
                  <a:cubicBezTo>
                    <a:pt x="2160924" y="-706"/>
                    <a:pt x="2465752" y="43039"/>
                    <a:pt x="2791149" y="130229"/>
                  </a:cubicBezTo>
                  <a:cubicBezTo>
                    <a:pt x="3651198" y="360678"/>
                    <a:pt x="4339884" y="907924"/>
                    <a:pt x="4760307" y="1608408"/>
                  </a:cubicBezTo>
                  <a:cubicBezTo>
                    <a:pt x="5188180" y="2321320"/>
                    <a:pt x="5338357" y="3192822"/>
                    <a:pt x="5108574" y="4050383"/>
                  </a:cubicBezTo>
                  <a:cubicBezTo>
                    <a:pt x="4880820" y="4900373"/>
                    <a:pt x="4152841" y="5098512"/>
                    <a:pt x="3434916" y="5503134"/>
                  </a:cubicBezTo>
                  <a:cubicBezTo>
                    <a:pt x="2717099" y="5907783"/>
                    <a:pt x="2005568" y="6266474"/>
                    <a:pt x="1137841" y="6033968"/>
                  </a:cubicBezTo>
                  <a:cubicBezTo>
                    <a:pt x="783079" y="5938910"/>
                    <a:pt x="479573" y="5790114"/>
                    <a:pt x="217555" y="5598945"/>
                  </a:cubicBezTo>
                  <a:lnTo>
                    <a:pt x="0" y="5419622"/>
                  </a:lnTo>
                  <a:lnTo>
                    <a:pt x="0" y="4571683"/>
                  </a:lnTo>
                  <a:lnTo>
                    <a:pt x="18056" y="4599282"/>
                  </a:lnTo>
                  <a:cubicBezTo>
                    <a:pt x="124071" y="4746782"/>
                    <a:pt x="237002" y="4875718"/>
                    <a:pt x="358324" y="4988154"/>
                  </a:cubicBezTo>
                  <a:cubicBezTo>
                    <a:pt x="621323" y="5231809"/>
                    <a:pt x="923667" y="5396979"/>
                    <a:pt x="1282741" y="5493193"/>
                  </a:cubicBezTo>
                  <a:cubicBezTo>
                    <a:pt x="1573894" y="5571207"/>
                    <a:pt x="1856732" y="5563878"/>
                    <a:pt x="2172794" y="5470630"/>
                  </a:cubicBezTo>
                  <a:cubicBezTo>
                    <a:pt x="2498985" y="5374183"/>
                    <a:pt x="2832844" y="5193315"/>
                    <a:pt x="3146893" y="5016296"/>
                  </a:cubicBezTo>
                  <a:cubicBezTo>
                    <a:pt x="3293538" y="4933641"/>
                    <a:pt x="3436182" y="4861160"/>
                    <a:pt x="3574114" y="4791124"/>
                  </a:cubicBezTo>
                  <a:cubicBezTo>
                    <a:pt x="3841238" y="4655550"/>
                    <a:pt x="4071901" y="4538375"/>
                    <a:pt x="4244948" y="4392664"/>
                  </a:cubicBezTo>
                  <a:cubicBezTo>
                    <a:pt x="4405844" y="4257259"/>
                    <a:pt x="4501845" y="4106204"/>
                    <a:pt x="4556385" y="3902656"/>
                  </a:cubicBezTo>
                  <a:cubicBezTo>
                    <a:pt x="4649063" y="3556776"/>
                    <a:pt x="4669271" y="3203187"/>
                    <a:pt x="4616354" y="2851680"/>
                  </a:cubicBezTo>
                  <a:cubicBezTo>
                    <a:pt x="4565198" y="2511774"/>
                    <a:pt x="4448474" y="2188147"/>
                    <a:pt x="4269266" y="1889625"/>
                  </a:cubicBezTo>
                  <a:cubicBezTo>
                    <a:pt x="3907781" y="1287586"/>
                    <a:pt x="3331245" y="854780"/>
                    <a:pt x="2645976" y="671162"/>
                  </a:cubicBezTo>
                  <a:cubicBezTo>
                    <a:pt x="2278249" y="572630"/>
                    <a:pt x="1952074" y="540526"/>
                    <a:pt x="1648930" y="573017"/>
                  </a:cubicBezTo>
                  <a:cubicBezTo>
                    <a:pt x="1351746" y="604901"/>
                    <a:pt x="1064785" y="700731"/>
                    <a:pt x="771768" y="865882"/>
                  </a:cubicBezTo>
                  <a:cubicBezTo>
                    <a:pt x="568061" y="980657"/>
                    <a:pt x="486465" y="1058486"/>
                    <a:pt x="433617" y="1119441"/>
                  </a:cubicBezTo>
                  <a:cubicBezTo>
                    <a:pt x="358307" y="1206256"/>
                    <a:pt x="292149" y="1323808"/>
                    <a:pt x="200571" y="1486480"/>
                  </a:cubicBezTo>
                  <a:cubicBezTo>
                    <a:pt x="156644" y="1564432"/>
                    <a:pt x="106654" y="1653214"/>
                    <a:pt x="47077" y="1753604"/>
                  </a:cubicBezTo>
                  <a:lnTo>
                    <a:pt x="0" y="1831655"/>
                  </a:lnTo>
                  <a:lnTo>
                    <a:pt x="0" y="751112"/>
                  </a:lnTo>
                  <a:lnTo>
                    <a:pt x="6994" y="742614"/>
                  </a:lnTo>
                  <a:cubicBezTo>
                    <a:pt x="117721" y="617683"/>
                    <a:pt x="259696" y="505222"/>
                    <a:pt x="484047" y="378777"/>
                  </a:cubicBezTo>
                  <a:cubicBezTo>
                    <a:pt x="932751" y="125890"/>
                    <a:pt x="1382831" y="1200"/>
                    <a:pt x="1869139" y="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A790B0EA-A759-A064-3058-2A6B892261F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319367"/>
              <a:ext cx="5217956" cy="6100079"/>
            </a:xfrm>
            <a:custGeom>
              <a:avLst/>
              <a:gdLst>
                <a:gd name="connsiteX0" fmla="*/ 1951393 w 5217956"/>
                <a:gd name="connsiteY0" fmla="*/ 82 h 6100079"/>
                <a:gd name="connsiteX1" fmla="*/ 2855177 w 5217956"/>
                <a:gd name="connsiteY1" fmla="*/ 125419 h 6100079"/>
                <a:gd name="connsiteX2" fmla="*/ 4779341 w 5217956"/>
                <a:gd name="connsiteY2" fmla="*/ 1591542 h 6100079"/>
                <a:gd name="connsiteX3" fmla="*/ 5108573 w 5217956"/>
                <a:gd name="connsiteY3" fmla="*/ 4028416 h 6100079"/>
                <a:gd name="connsiteX4" fmla="*/ 3459358 w 5217956"/>
                <a:gd name="connsiteY4" fmla="*/ 5487716 h 6100079"/>
                <a:gd name="connsiteX5" fmla="*/ 1203274 w 5217956"/>
                <a:gd name="connsiteY5" fmla="*/ 6029534 h 6100079"/>
                <a:gd name="connsiteX6" fmla="*/ 59920 w 5217956"/>
                <a:gd name="connsiteY6" fmla="*/ 5396467 h 6100079"/>
                <a:gd name="connsiteX7" fmla="*/ 0 w 5217956"/>
                <a:gd name="connsiteY7" fmla="*/ 5333382 h 6100079"/>
                <a:gd name="connsiteX8" fmla="*/ 0 w 5217956"/>
                <a:gd name="connsiteY8" fmla="*/ 4205833 h 6100079"/>
                <a:gd name="connsiteX9" fmla="*/ 58036 w 5217956"/>
                <a:gd name="connsiteY9" fmla="*/ 4310048 h 6100079"/>
                <a:gd name="connsiteX10" fmla="*/ 520779 w 5217956"/>
                <a:gd name="connsiteY10" fmla="*/ 4907591 h 6100079"/>
                <a:gd name="connsiteX11" fmla="*/ 1377154 w 5217956"/>
                <a:gd name="connsiteY11" fmla="*/ 5380604 h 6100079"/>
                <a:gd name="connsiteX12" fmla="*/ 3123340 w 5217956"/>
                <a:gd name="connsiteY12" fmla="*/ 4905715 h 6100079"/>
                <a:gd name="connsiteX13" fmla="*/ 3547863 w 5217956"/>
                <a:gd name="connsiteY13" fmla="*/ 4676342 h 6100079"/>
                <a:gd name="connsiteX14" fmla="*/ 4186753 w 5217956"/>
                <a:gd name="connsiteY14" fmla="*/ 4289376 h 6100079"/>
                <a:gd name="connsiteX15" fmla="*/ 4459565 w 5217956"/>
                <a:gd name="connsiteY15" fmla="*/ 3854399 h 6100079"/>
                <a:gd name="connsiteX16" fmla="*/ 4521015 w 5217956"/>
                <a:gd name="connsiteY16" fmla="*/ 2849377 h 6100079"/>
                <a:gd name="connsiteX17" fmla="*/ 4199723 w 5217956"/>
                <a:gd name="connsiteY17" fmla="*/ 1931213 h 6100079"/>
                <a:gd name="connsiteX18" fmla="*/ 2681217 w 5217956"/>
                <a:gd name="connsiteY18" fmla="*/ 774211 h 6100079"/>
                <a:gd name="connsiteX19" fmla="*/ 926547 w 5217956"/>
                <a:gd name="connsiteY19" fmla="*/ 967112 h 6100079"/>
                <a:gd name="connsiteX20" fmla="*/ 622677 w 5217956"/>
                <a:gd name="connsiteY20" fmla="*/ 1197863 h 6100079"/>
                <a:gd name="connsiteX21" fmla="*/ 404892 w 5217956"/>
                <a:gd name="connsiteY21" fmla="*/ 1547314 h 6100079"/>
                <a:gd name="connsiteX22" fmla="*/ 40135 w 5217956"/>
                <a:gd name="connsiteY22" fmla="*/ 2159090 h 6100079"/>
                <a:gd name="connsiteX23" fmla="*/ 0 w 5217956"/>
                <a:gd name="connsiteY23" fmla="*/ 2219367 h 6100079"/>
                <a:gd name="connsiteX24" fmla="*/ 0 w 5217956"/>
                <a:gd name="connsiteY24" fmla="*/ 915659 h 6100079"/>
                <a:gd name="connsiteX25" fmla="*/ 58609 w 5217956"/>
                <a:gd name="connsiteY25" fmla="*/ 828051 h 6100079"/>
                <a:gd name="connsiteX26" fmla="*/ 590688 w 5217956"/>
                <a:gd name="connsiteY26" fmla="*/ 385385 h 6100079"/>
                <a:gd name="connsiteX27" fmla="*/ 1951393 w 5217956"/>
                <a:gd name="connsiteY27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5217956" h="6100079">
                  <a:moveTo>
                    <a:pt x="1951393" y="82"/>
                  </a:moveTo>
                  <a:cubicBezTo>
                    <a:pt x="2237631" y="-2119"/>
                    <a:pt x="2536431" y="40011"/>
                    <a:pt x="2855177" y="125419"/>
                  </a:cubicBezTo>
                  <a:cubicBezTo>
                    <a:pt x="3697704" y="351173"/>
                    <a:pt x="4370490" y="894159"/>
                    <a:pt x="4779341" y="1591542"/>
                  </a:cubicBezTo>
                  <a:cubicBezTo>
                    <a:pt x="5195534" y="2301324"/>
                    <a:pt x="5338356" y="3170855"/>
                    <a:pt x="5108573" y="4028416"/>
                  </a:cubicBezTo>
                  <a:cubicBezTo>
                    <a:pt x="4880819" y="4878406"/>
                    <a:pt x="4165603" y="5079965"/>
                    <a:pt x="3459358" y="5487716"/>
                  </a:cubicBezTo>
                  <a:cubicBezTo>
                    <a:pt x="2753114" y="5895466"/>
                    <a:pt x="2053264" y="6257288"/>
                    <a:pt x="1203274" y="6029534"/>
                  </a:cubicBezTo>
                  <a:cubicBezTo>
                    <a:pt x="739884" y="5905369"/>
                    <a:pt x="366399" y="5685345"/>
                    <a:pt x="59920" y="5396467"/>
                  </a:cubicBezTo>
                  <a:lnTo>
                    <a:pt x="0" y="5333382"/>
                  </a:lnTo>
                  <a:lnTo>
                    <a:pt x="0" y="4205833"/>
                  </a:lnTo>
                  <a:lnTo>
                    <a:pt x="58036" y="4310048"/>
                  </a:lnTo>
                  <a:cubicBezTo>
                    <a:pt x="197935" y="4550245"/>
                    <a:pt x="350594" y="4747142"/>
                    <a:pt x="520779" y="4907591"/>
                  </a:cubicBezTo>
                  <a:cubicBezTo>
                    <a:pt x="763600" y="5136565"/>
                    <a:pt x="1043821" y="5291288"/>
                    <a:pt x="1377154" y="5380604"/>
                  </a:cubicBezTo>
                  <a:cubicBezTo>
                    <a:pt x="1963029" y="5537589"/>
                    <a:pt x="2470519" y="5282804"/>
                    <a:pt x="3123340" y="4905715"/>
                  </a:cubicBezTo>
                  <a:cubicBezTo>
                    <a:pt x="3269800" y="4821157"/>
                    <a:pt x="3411134" y="4747512"/>
                    <a:pt x="3547863" y="4676342"/>
                  </a:cubicBezTo>
                  <a:cubicBezTo>
                    <a:pt x="3804497" y="4542710"/>
                    <a:pt x="4026085" y="4427393"/>
                    <a:pt x="4186753" y="4289376"/>
                  </a:cubicBezTo>
                  <a:cubicBezTo>
                    <a:pt x="4329009" y="4167293"/>
                    <a:pt x="4410589" y="4037181"/>
                    <a:pt x="4459565" y="3854399"/>
                  </a:cubicBezTo>
                  <a:cubicBezTo>
                    <a:pt x="4548302" y="3523229"/>
                    <a:pt x="4568981" y="3185183"/>
                    <a:pt x="4521015" y="2849377"/>
                  </a:cubicBezTo>
                  <a:cubicBezTo>
                    <a:pt x="4474709" y="2524680"/>
                    <a:pt x="4366564" y="2215756"/>
                    <a:pt x="4199723" y="1931213"/>
                  </a:cubicBezTo>
                  <a:cubicBezTo>
                    <a:pt x="3863270" y="1357325"/>
                    <a:pt x="3323982" y="946439"/>
                    <a:pt x="2681217" y="774211"/>
                  </a:cubicBezTo>
                  <a:cubicBezTo>
                    <a:pt x="2001139" y="591984"/>
                    <a:pt x="1476322" y="649699"/>
                    <a:pt x="926547" y="967112"/>
                  </a:cubicBezTo>
                  <a:cubicBezTo>
                    <a:pt x="740730" y="1074393"/>
                    <a:pt x="668642" y="1143989"/>
                    <a:pt x="622677" y="1197863"/>
                  </a:cubicBezTo>
                  <a:cubicBezTo>
                    <a:pt x="555599" y="1276450"/>
                    <a:pt x="492360" y="1390031"/>
                    <a:pt x="404892" y="1547314"/>
                  </a:cubicBezTo>
                  <a:cubicBezTo>
                    <a:pt x="317047" y="1705133"/>
                    <a:pt x="204816" y="1906756"/>
                    <a:pt x="40135" y="2159090"/>
                  </a:cubicBezTo>
                  <a:lnTo>
                    <a:pt x="0" y="2219367"/>
                  </a:lnTo>
                  <a:lnTo>
                    <a:pt x="0" y="915659"/>
                  </a:lnTo>
                  <a:lnTo>
                    <a:pt x="58609" y="828051"/>
                  </a:lnTo>
                  <a:cubicBezTo>
                    <a:pt x="177453" y="670481"/>
                    <a:pt x="325846" y="538291"/>
                    <a:pt x="590688" y="385385"/>
                  </a:cubicBezTo>
                  <a:cubicBezTo>
                    <a:pt x="1032158" y="130559"/>
                    <a:pt x="1474329" y="3750"/>
                    <a:pt x="1951393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0DD342FA-2DB8-8AF5-610E-5F3A86599DF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319367"/>
              <a:ext cx="5217957" cy="6100079"/>
            </a:xfrm>
            <a:custGeom>
              <a:avLst/>
              <a:gdLst>
                <a:gd name="connsiteX0" fmla="*/ 1951394 w 5217957"/>
                <a:gd name="connsiteY0" fmla="*/ 82 h 6100079"/>
                <a:gd name="connsiteX1" fmla="*/ 2855178 w 5217957"/>
                <a:gd name="connsiteY1" fmla="*/ 125419 h 6100079"/>
                <a:gd name="connsiteX2" fmla="*/ 4779341 w 5217957"/>
                <a:gd name="connsiteY2" fmla="*/ 1591542 h 6100079"/>
                <a:gd name="connsiteX3" fmla="*/ 5108574 w 5217957"/>
                <a:gd name="connsiteY3" fmla="*/ 4028416 h 6100079"/>
                <a:gd name="connsiteX4" fmla="*/ 3459359 w 5217957"/>
                <a:gd name="connsiteY4" fmla="*/ 5487716 h 6100079"/>
                <a:gd name="connsiteX5" fmla="*/ 1203275 w 5217957"/>
                <a:gd name="connsiteY5" fmla="*/ 6029534 h 6100079"/>
                <a:gd name="connsiteX6" fmla="*/ 59921 w 5217957"/>
                <a:gd name="connsiteY6" fmla="*/ 5396467 h 6100079"/>
                <a:gd name="connsiteX7" fmla="*/ 0 w 5217957"/>
                <a:gd name="connsiteY7" fmla="*/ 5333381 h 6100079"/>
                <a:gd name="connsiteX8" fmla="*/ 0 w 5217957"/>
                <a:gd name="connsiteY8" fmla="*/ 4427327 h 6100079"/>
                <a:gd name="connsiteX9" fmla="*/ 112056 w 5217957"/>
                <a:gd name="connsiteY9" fmla="*/ 4602502 h 6100079"/>
                <a:gd name="connsiteX10" fmla="*/ 443875 w 5217957"/>
                <a:gd name="connsiteY10" fmla="*/ 4989110 h 6100079"/>
                <a:gd name="connsiteX11" fmla="*/ 1348175 w 5217957"/>
                <a:gd name="connsiteY11" fmla="*/ 5488759 h 6100079"/>
                <a:gd name="connsiteX12" fmla="*/ 2221463 w 5217957"/>
                <a:gd name="connsiteY12" fmla="*/ 5461704 h 6100079"/>
                <a:gd name="connsiteX13" fmla="*/ 3179339 w 5217957"/>
                <a:gd name="connsiteY13" fmla="*/ 5003023 h 6100079"/>
                <a:gd name="connsiteX14" fmla="*/ 3599638 w 5217957"/>
                <a:gd name="connsiteY14" fmla="*/ 4775996 h 6100079"/>
                <a:gd name="connsiteX15" fmla="*/ 4259765 w 5217957"/>
                <a:gd name="connsiteY15" fmla="*/ 4374667 h 6100079"/>
                <a:gd name="connsiteX16" fmla="*/ 4567742 w 5217957"/>
                <a:gd name="connsiteY16" fmla="*/ 3883732 h 6100079"/>
                <a:gd name="connsiteX17" fmla="*/ 4631929 w 5217957"/>
                <a:gd name="connsiteY17" fmla="*/ 2833886 h 6100079"/>
                <a:gd name="connsiteX18" fmla="*/ 4296412 w 5217957"/>
                <a:gd name="connsiteY18" fmla="*/ 1874932 h 6100079"/>
                <a:gd name="connsiteX19" fmla="*/ 2710219 w 5217957"/>
                <a:gd name="connsiteY19" fmla="*/ 666410 h 6100079"/>
                <a:gd name="connsiteX20" fmla="*/ 1732642 w 5217957"/>
                <a:gd name="connsiteY20" fmla="*/ 573480 h 6100079"/>
                <a:gd name="connsiteX21" fmla="*/ 870621 w 5217957"/>
                <a:gd name="connsiteY21" fmla="*/ 870402 h 6100079"/>
                <a:gd name="connsiteX22" fmla="*/ 537555 w 5217957"/>
                <a:gd name="connsiteY22" fmla="*/ 1125324 h 6100079"/>
                <a:gd name="connsiteX23" fmla="*/ 306995 w 5217957"/>
                <a:gd name="connsiteY23" fmla="*/ 1493030 h 6100079"/>
                <a:gd name="connsiteX24" fmla="*/ 23579 w 5217957"/>
                <a:gd name="connsiteY24" fmla="*/ 1977465 h 6100079"/>
                <a:gd name="connsiteX25" fmla="*/ 0 w 5217957"/>
                <a:gd name="connsiteY25" fmla="*/ 2014291 h 6100079"/>
                <a:gd name="connsiteX26" fmla="*/ 0 w 5217957"/>
                <a:gd name="connsiteY26" fmla="*/ 915660 h 6100079"/>
                <a:gd name="connsiteX27" fmla="*/ 58609 w 5217957"/>
                <a:gd name="connsiteY27" fmla="*/ 828051 h 6100079"/>
                <a:gd name="connsiteX28" fmla="*/ 590689 w 5217957"/>
                <a:gd name="connsiteY28" fmla="*/ 385385 h 6100079"/>
                <a:gd name="connsiteX29" fmla="*/ 1951394 w 5217957"/>
                <a:gd name="connsiteY29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7957" h="6100079">
                  <a:moveTo>
                    <a:pt x="1951394" y="82"/>
                  </a:moveTo>
                  <a:cubicBezTo>
                    <a:pt x="2237632" y="-2119"/>
                    <a:pt x="2536431" y="40011"/>
                    <a:pt x="2855178" y="125419"/>
                  </a:cubicBezTo>
                  <a:cubicBezTo>
                    <a:pt x="3697704" y="351173"/>
                    <a:pt x="4370491" y="894159"/>
                    <a:pt x="4779341" y="1591542"/>
                  </a:cubicBezTo>
                  <a:cubicBezTo>
                    <a:pt x="5195535" y="2301324"/>
                    <a:pt x="5338357" y="3170855"/>
                    <a:pt x="5108574" y="4028416"/>
                  </a:cubicBezTo>
                  <a:cubicBezTo>
                    <a:pt x="4880820" y="4878406"/>
                    <a:pt x="4165604" y="5079965"/>
                    <a:pt x="3459359" y="5487716"/>
                  </a:cubicBezTo>
                  <a:cubicBezTo>
                    <a:pt x="2753115" y="5895466"/>
                    <a:pt x="2053265" y="6257288"/>
                    <a:pt x="1203275" y="6029534"/>
                  </a:cubicBezTo>
                  <a:cubicBezTo>
                    <a:pt x="739885" y="5905369"/>
                    <a:pt x="366400" y="5685345"/>
                    <a:pt x="59921" y="5396467"/>
                  </a:cubicBezTo>
                  <a:lnTo>
                    <a:pt x="0" y="5333381"/>
                  </a:lnTo>
                  <a:lnTo>
                    <a:pt x="0" y="4427327"/>
                  </a:lnTo>
                  <a:lnTo>
                    <a:pt x="112056" y="4602502"/>
                  </a:lnTo>
                  <a:cubicBezTo>
                    <a:pt x="215300" y="4749260"/>
                    <a:pt x="325419" y="4877443"/>
                    <a:pt x="443875" y="4989110"/>
                  </a:cubicBezTo>
                  <a:cubicBezTo>
                    <a:pt x="700709" y="5231113"/>
                    <a:pt x="996455" y="5394516"/>
                    <a:pt x="1348175" y="5488759"/>
                  </a:cubicBezTo>
                  <a:cubicBezTo>
                    <a:pt x="1633379" y="5565179"/>
                    <a:pt x="1910917" y="5556430"/>
                    <a:pt x="2221463" y="5461704"/>
                  </a:cubicBezTo>
                  <a:cubicBezTo>
                    <a:pt x="2541923" y="5363721"/>
                    <a:pt x="2870374" y="5181404"/>
                    <a:pt x="3179339" y="5003023"/>
                  </a:cubicBezTo>
                  <a:cubicBezTo>
                    <a:pt x="3323713" y="4919760"/>
                    <a:pt x="3463978" y="4846641"/>
                    <a:pt x="3599638" y="4775996"/>
                  </a:cubicBezTo>
                  <a:cubicBezTo>
                    <a:pt x="3862436" y="4639263"/>
                    <a:pt x="4089314" y="4521074"/>
                    <a:pt x="4259765" y="4374667"/>
                  </a:cubicBezTo>
                  <a:cubicBezTo>
                    <a:pt x="4418282" y="4238625"/>
                    <a:pt x="4513201" y="4087280"/>
                    <a:pt x="4567742" y="3883732"/>
                  </a:cubicBezTo>
                  <a:cubicBezTo>
                    <a:pt x="4660420" y="3537853"/>
                    <a:pt x="4682033" y="3184640"/>
                    <a:pt x="4631929" y="2833886"/>
                  </a:cubicBezTo>
                  <a:cubicBezTo>
                    <a:pt x="4583584" y="2494734"/>
                    <a:pt x="4470646" y="2172121"/>
                    <a:pt x="4296412" y="1874932"/>
                  </a:cubicBezTo>
                  <a:cubicBezTo>
                    <a:pt x="3944879" y="1275559"/>
                    <a:pt x="3381537" y="846289"/>
                    <a:pt x="2710219" y="666410"/>
                  </a:cubicBezTo>
                  <a:cubicBezTo>
                    <a:pt x="2349955" y="569877"/>
                    <a:pt x="2030161" y="539483"/>
                    <a:pt x="1732642" y="573480"/>
                  </a:cubicBezTo>
                  <a:cubicBezTo>
                    <a:pt x="1440866" y="606814"/>
                    <a:pt x="1158880" y="703976"/>
                    <a:pt x="870621" y="870402"/>
                  </a:cubicBezTo>
                  <a:cubicBezTo>
                    <a:pt x="670160" y="986048"/>
                    <a:pt x="589753" y="1064195"/>
                    <a:pt x="537555" y="1125324"/>
                  </a:cubicBezTo>
                  <a:cubicBezTo>
                    <a:pt x="463218" y="1212400"/>
                    <a:pt x="397708" y="1330125"/>
                    <a:pt x="306995" y="1493030"/>
                  </a:cubicBezTo>
                  <a:cubicBezTo>
                    <a:pt x="234596" y="1623167"/>
                    <a:pt x="145436" y="1783409"/>
                    <a:pt x="23579" y="1977465"/>
                  </a:cubicBezTo>
                  <a:lnTo>
                    <a:pt x="0" y="2014291"/>
                  </a:lnTo>
                  <a:lnTo>
                    <a:pt x="0" y="915660"/>
                  </a:lnTo>
                  <a:lnTo>
                    <a:pt x="58609" y="828051"/>
                  </a:lnTo>
                  <a:cubicBezTo>
                    <a:pt x="177453" y="670481"/>
                    <a:pt x="325847" y="538291"/>
                    <a:pt x="590689" y="385385"/>
                  </a:cubicBezTo>
                  <a:cubicBezTo>
                    <a:pt x="1032159" y="130559"/>
                    <a:pt x="1474330" y="3750"/>
                    <a:pt x="1951394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2" name="Titel 1">
            <a:extLst>
              <a:ext uri="{FF2B5EF4-FFF2-40B4-BE49-F238E27FC236}">
                <a16:creationId xmlns:a16="http://schemas.microsoft.com/office/drawing/2014/main" id="{4D0A7B3B-F01B-709E-7EF9-3C352DECC1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11787" y="1243013"/>
            <a:ext cx="3855720" cy="4371974"/>
          </a:xfrm>
        </p:spPr>
        <p:txBody>
          <a:bodyPr>
            <a:normAutofit/>
          </a:bodyPr>
          <a:lstStyle/>
          <a:p>
            <a:r>
              <a:rPr lang="de-DE" sz="3600" b="1" dirty="0">
                <a:solidFill>
                  <a:schemeClr val="accent2"/>
                </a:solidFill>
                <a:latin typeface="Orbitron" pitchFamily="2" charset="0"/>
              </a:rPr>
              <a:t>Planen</a:t>
            </a:r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9F493718-6165-332D-BF6E-CA26B0A66670}"/>
              </a:ext>
            </a:extLst>
          </p:cNvPr>
          <p:cNvSpPr/>
          <p:nvPr/>
        </p:nvSpPr>
        <p:spPr>
          <a:xfrm>
            <a:off x="10810984" y="0"/>
            <a:ext cx="1019991" cy="147437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D0C87CE0-08EA-FF06-DAF3-E6D04AE7541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629247" y="993604"/>
            <a:ext cx="5221224" cy="5230368"/>
          </a:xfrm>
        </p:spPr>
        <p:txBody>
          <a:bodyPr anchor="ctr">
            <a:normAutofit/>
          </a:bodyPr>
          <a:lstStyle/>
          <a:p>
            <a:pPr>
              <a:buFont typeface="Wingdings" panose="05000000000000000000" pitchFamily="2" charset="2"/>
              <a:buChar char="Ø"/>
            </a:pPr>
            <a:r>
              <a:rPr lang="de-DE" sz="2000" dirty="0">
                <a:solidFill>
                  <a:schemeClr val="tx2"/>
                </a:solidFill>
              </a:rPr>
              <a:t> Brainstorming</a:t>
            </a:r>
          </a:p>
          <a:p>
            <a:pPr>
              <a:buFont typeface="Wingdings" panose="05000000000000000000" pitchFamily="2" charset="2"/>
              <a:buChar char="Ø"/>
            </a:pPr>
            <a:endParaRPr lang="de-DE" sz="2000" dirty="0">
              <a:solidFill>
                <a:schemeClr val="tx2"/>
              </a:solidFill>
            </a:endParaRPr>
          </a:p>
          <a:p>
            <a:pPr>
              <a:buFont typeface="Wingdings" panose="05000000000000000000" pitchFamily="2" charset="2"/>
              <a:buChar char="Ø"/>
            </a:pPr>
            <a:r>
              <a:rPr lang="de-DE" sz="2000" dirty="0">
                <a:solidFill>
                  <a:schemeClr val="tx2"/>
                </a:solidFill>
              </a:rPr>
              <a:t> Wireframes </a:t>
            </a:r>
          </a:p>
          <a:p>
            <a:pPr>
              <a:buFont typeface="Wingdings" panose="05000000000000000000" pitchFamily="2" charset="2"/>
              <a:buChar char="Ø"/>
            </a:pPr>
            <a:endParaRPr lang="de-DE" sz="2000" dirty="0">
              <a:solidFill>
                <a:schemeClr val="tx2"/>
              </a:solidFill>
            </a:endParaRPr>
          </a:p>
          <a:p>
            <a:pPr>
              <a:buFont typeface="Wingdings" panose="05000000000000000000" pitchFamily="2" charset="2"/>
              <a:buChar char="Ø"/>
            </a:pPr>
            <a:r>
              <a:rPr lang="de-DE" sz="2000" dirty="0">
                <a:solidFill>
                  <a:schemeClr val="tx2"/>
                </a:solidFill>
              </a:rPr>
              <a:t> Zeitplanung</a:t>
            </a:r>
          </a:p>
          <a:p>
            <a:pPr marL="0" indent="0">
              <a:buNone/>
            </a:pPr>
            <a:endParaRPr lang="de-DE" sz="2000" dirty="0">
              <a:solidFill>
                <a:schemeClr val="tx2"/>
              </a:solidFill>
            </a:endParaRPr>
          </a:p>
          <a:p>
            <a:pPr marL="0" indent="0">
              <a:buNone/>
            </a:pPr>
            <a:endParaRPr lang="de-DE" sz="2000" dirty="0">
              <a:solidFill>
                <a:schemeClr val="tx2"/>
              </a:solidFill>
            </a:endParaRPr>
          </a:p>
        </p:txBody>
      </p:sp>
      <p:pic>
        <p:nvPicPr>
          <p:cNvPr id="7" name="Grafik 6" descr="Blaupause Silhouette">
            <a:extLst>
              <a:ext uri="{FF2B5EF4-FFF2-40B4-BE49-F238E27FC236}">
                <a16:creationId xmlns:a16="http://schemas.microsoft.com/office/drawing/2014/main" id="{1362A8C2-364F-80F6-B741-EF0BA0A5204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866872" y="508838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1496757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2122864-8BEF-4F45-F4ED-ECBA20D966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2A677BF0-BA4C-ACC3-36D7-2BF0C4A14DA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7BA98F3-9B2A-52B8-F9CA-BCEABB6452B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800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496F9748-5F30-2392-0A74-4CCC7799E04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21863" y="508838"/>
            <a:ext cx="5217958" cy="6239661"/>
            <a:chOff x="-19221" y="251144"/>
            <a:chExt cx="5217958" cy="6239661"/>
          </a:xfrm>
        </p:grpSpPr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1C6D713D-5C78-B35E-2AB0-56C000461AA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251144"/>
              <a:ext cx="5187198" cy="6239661"/>
            </a:xfrm>
            <a:custGeom>
              <a:avLst/>
              <a:gdLst>
                <a:gd name="connsiteX0" fmla="*/ 2011811 w 5187198"/>
                <a:gd name="connsiteY0" fmla="*/ 4 h 6239661"/>
                <a:gd name="connsiteX1" fmla="*/ 2617011 w 5187198"/>
                <a:gd name="connsiteY1" fmla="*/ 70590 h 6239661"/>
                <a:gd name="connsiteX2" fmla="*/ 2690321 w 5187198"/>
                <a:gd name="connsiteY2" fmla="*/ 88146 h 6239661"/>
                <a:gd name="connsiteX3" fmla="*/ 2726863 w 5187198"/>
                <a:gd name="connsiteY3" fmla="*/ 97127 h 6239661"/>
                <a:gd name="connsiteX4" fmla="*/ 2762951 w 5187198"/>
                <a:gd name="connsiteY4" fmla="*/ 107375 h 6239661"/>
                <a:gd name="connsiteX5" fmla="*/ 2834843 w 5187198"/>
                <a:gd name="connsiteY5" fmla="*/ 128493 h 6239661"/>
                <a:gd name="connsiteX6" fmla="*/ 2906574 w 5187198"/>
                <a:gd name="connsiteY6" fmla="*/ 151076 h 6239661"/>
                <a:gd name="connsiteX7" fmla="*/ 3049504 w 5187198"/>
                <a:gd name="connsiteY7" fmla="*/ 202124 h 6239661"/>
                <a:gd name="connsiteX8" fmla="*/ 3189518 w 5187198"/>
                <a:gd name="connsiteY8" fmla="*/ 260159 h 6239661"/>
                <a:gd name="connsiteX9" fmla="*/ 3326048 w 5187198"/>
                <a:gd name="connsiteY9" fmla="*/ 325143 h 6239661"/>
                <a:gd name="connsiteX10" fmla="*/ 3459166 w 5187198"/>
                <a:gd name="connsiteY10" fmla="*/ 395936 h 6239661"/>
                <a:gd name="connsiteX11" fmla="*/ 3588578 w 5187198"/>
                <a:gd name="connsiteY11" fmla="*/ 472343 h 6239661"/>
                <a:gd name="connsiteX12" fmla="*/ 3651864 w 5187198"/>
                <a:gd name="connsiteY12" fmla="*/ 512600 h 6239661"/>
                <a:gd name="connsiteX13" fmla="*/ 3714514 w 5187198"/>
                <a:gd name="connsiteY13" fmla="*/ 553499 h 6239661"/>
                <a:gd name="connsiteX14" fmla="*/ 4181221 w 5187198"/>
                <a:gd name="connsiteY14" fmla="*/ 922912 h 6239661"/>
                <a:gd name="connsiteX15" fmla="*/ 4582963 w 5187198"/>
                <a:gd name="connsiteY15" fmla="*/ 1358264 h 6239661"/>
                <a:gd name="connsiteX16" fmla="*/ 4670721 w 5187198"/>
                <a:gd name="connsiteY16" fmla="*/ 1477644 h 6239661"/>
                <a:gd name="connsiteX17" fmla="*/ 4752378 w 5187198"/>
                <a:gd name="connsiteY17" fmla="*/ 1601187 h 6239661"/>
                <a:gd name="connsiteX18" fmla="*/ 4772168 w 5187198"/>
                <a:gd name="connsiteY18" fmla="*/ 1632456 h 6239661"/>
                <a:gd name="connsiteX19" fmla="*/ 4782117 w 5187198"/>
                <a:gd name="connsiteY19" fmla="*/ 1648104 h 6239661"/>
                <a:gd name="connsiteX20" fmla="*/ 4791381 w 5187198"/>
                <a:gd name="connsiteY20" fmla="*/ 1664150 h 6239661"/>
                <a:gd name="connsiteX21" fmla="*/ 4828190 w 5187198"/>
                <a:gd name="connsiteY21" fmla="*/ 1728379 h 6239661"/>
                <a:gd name="connsiteX22" fmla="*/ 4864832 w 5187198"/>
                <a:gd name="connsiteY22" fmla="*/ 1792796 h 6239661"/>
                <a:gd name="connsiteX23" fmla="*/ 4899201 w 5187198"/>
                <a:gd name="connsiteY23" fmla="*/ 1858342 h 6239661"/>
                <a:gd name="connsiteX24" fmla="*/ 4933266 w 5187198"/>
                <a:gd name="connsiteY24" fmla="*/ 1924155 h 6239661"/>
                <a:gd name="connsiteX25" fmla="*/ 4964403 w 5187198"/>
                <a:gd name="connsiteY25" fmla="*/ 1991384 h 6239661"/>
                <a:gd name="connsiteX26" fmla="*/ 4995019 w 5187198"/>
                <a:gd name="connsiteY26" fmla="*/ 2058823 h 6239661"/>
                <a:gd name="connsiteX27" fmla="*/ 5021999 w 5187198"/>
                <a:gd name="connsiteY27" fmla="*/ 2127723 h 6239661"/>
                <a:gd name="connsiteX28" fmla="*/ 5048321 w 5187198"/>
                <a:gd name="connsiteY28" fmla="*/ 2196908 h 6239661"/>
                <a:gd name="connsiteX29" fmla="*/ 5070546 w 5187198"/>
                <a:gd name="connsiteY29" fmla="*/ 2267547 h 6239661"/>
                <a:gd name="connsiteX30" fmla="*/ 5092171 w 5187198"/>
                <a:gd name="connsiteY30" fmla="*/ 2338256 h 6239661"/>
                <a:gd name="connsiteX31" fmla="*/ 5110305 w 5187198"/>
                <a:gd name="connsiteY31" fmla="*/ 2409886 h 6239661"/>
                <a:gd name="connsiteX32" fmla="*/ 5186393 w 5187198"/>
                <a:gd name="connsiteY32" fmla="*/ 2992022 h 6239661"/>
                <a:gd name="connsiteX33" fmla="*/ 5149045 w 5187198"/>
                <a:gd name="connsiteY33" fmla="*/ 3571816 h 6239661"/>
                <a:gd name="connsiteX34" fmla="*/ 5126572 w 5187198"/>
                <a:gd name="connsiteY34" fmla="*/ 3714520 h 6239661"/>
                <a:gd name="connsiteX35" fmla="*/ 5099067 w 5187198"/>
                <a:gd name="connsiteY35" fmla="*/ 3856108 h 6239661"/>
                <a:gd name="connsiteX36" fmla="*/ 5095699 w 5187198"/>
                <a:gd name="connsiteY36" fmla="*/ 3873868 h 6239661"/>
                <a:gd name="connsiteX37" fmla="*/ 5091573 w 5187198"/>
                <a:gd name="connsiteY37" fmla="*/ 3891426 h 6239661"/>
                <a:gd name="connsiteX38" fmla="*/ 5083324 w 5187198"/>
                <a:gd name="connsiteY38" fmla="*/ 3926541 h 6239661"/>
                <a:gd name="connsiteX39" fmla="*/ 5067256 w 5187198"/>
                <a:gd name="connsiteY39" fmla="*/ 3996889 h 6239661"/>
                <a:gd name="connsiteX40" fmla="*/ 5059194 w 5187198"/>
                <a:gd name="connsiteY40" fmla="*/ 4032171 h 6239661"/>
                <a:gd name="connsiteX41" fmla="*/ 5049522 w 5187198"/>
                <a:gd name="connsiteY41" fmla="*/ 4067833 h 6239661"/>
                <a:gd name="connsiteX42" fmla="*/ 5040067 w 5187198"/>
                <a:gd name="connsiteY42" fmla="*/ 4103553 h 6239661"/>
                <a:gd name="connsiteX43" fmla="*/ 5028960 w 5187198"/>
                <a:gd name="connsiteY43" fmla="*/ 4138946 h 6239661"/>
                <a:gd name="connsiteX44" fmla="*/ 4917351 w 5187198"/>
                <a:gd name="connsiteY44" fmla="*/ 4417041 h 6239661"/>
                <a:gd name="connsiteX45" fmla="*/ 4756163 w 5187198"/>
                <a:gd name="connsiteY45" fmla="*/ 4676402 h 6239661"/>
                <a:gd name="connsiteX46" fmla="*/ 4322493 w 5187198"/>
                <a:gd name="connsiteY46" fmla="*/ 5105604 h 6239661"/>
                <a:gd name="connsiteX47" fmla="*/ 3840510 w 5187198"/>
                <a:gd name="connsiteY47" fmla="*/ 5429590 h 6239661"/>
                <a:gd name="connsiteX48" fmla="*/ 3606447 w 5187198"/>
                <a:gd name="connsiteY48" fmla="*/ 5572862 h 6239661"/>
                <a:gd name="connsiteX49" fmla="*/ 3488814 w 5187198"/>
                <a:gd name="connsiteY49" fmla="*/ 5647178 h 6239661"/>
                <a:gd name="connsiteX50" fmla="*/ 3365864 w 5187198"/>
                <a:gd name="connsiteY50" fmla="*/ 5722735 h 6239661"/>
                <a:gd name="connsiteX51" fmla="*/ 2839486 w 5187198"/>
                <a:gd name="connsiteY51" fmla="*/ 5999120 h 6239661"/>
                <a:gd name="connsiteX52" fmla="*/ 2242423 w 5187198"/>
                <a:gd name="connsiteY52" fmla="*/ 6192346 h 6239661"/>
                <a:gd name="connsiteX53" fmla="*/ 1589380 w 5187198"/>
                <a:gd name="connsiteY53" fmla="*/ 6230657 h 6239661"/>
                <a:gd name="connsiteX54" fmla="*/ 1548244 w 5187198"/>
                <a:gd name="connsiteY54" fmla="*/ 6226706 h 6239661"/>
                <a:gd name="connsiteX55" fmla="*/ 1507348 w 5187198"/>
                <a:gd name="connsiteY55" fmla="*/ 6221428 h 6239661"/>
                <a:gd name="connsiteX56" fmla="*/ 1466401 w 5187198"/>
                <a:gd name="connsiteY56" fmla="*/ 6215904 h 6239661"/>
                <a:gd name="connsiteX57" fmla="*/ 1425773 w 5187198"/>
                <a:gd name="connsiteY57" fmla="*/ 6209191 h 6239661"/>
                <a:gd name="connsiteX58" fmla="*/ 1344960 w 5187198"/>
                <a:gd name="connsiteY58" fmla="*/ 6193681 h 6239661"/>
                <a:gd name="connsiteX59" fmla="*/ 1265007 w 5187198"/>
                <a:gd name="connsiteY59" fmla="*/ 6175388 h 6239661"/>
                <a:gd name="connsiteX60" fmla="*/ 1225415 w 5187198"/>
                <a:gd name="connsiteY60" fmla="*/ 6165243 h 6239661"/>
                <a:gd name="connsiteX61" fmla="*/ 1186567 w 5187198"/>
                <a:gd name="connsiteY61" fmla="*/ 6154486 h 6239661"/>
                <a:gd name="connsiteX62" fmla="*/ 1111158 w 5187198"/>
                <a:gd name="connsiteY62" fmla="*/ 6130918 h 6239661"/>
                <a:gd name="connsiteX63" fmla="*/ 1035915 w 5187198"/>
                <a:gd name="connsiteY63" fmla="*/ 6107163 h 6239661"/>
                <a:gd name="connsiteX64" fmla="*/ 961579 w 5187198"/>
                <a:gd name="connsiteY64" fmla="*/ 6079594 h 6239661"/>
                <a:gd name="connsiteX65" fmla="*/ 395297 w 5187198"/>
                <a:gd name="connsiteY65" fmla="*/ 5792812 h 6239661"/>
                <a:gd name="connsiteX66" fmla="*/ 265239 w 5187198"/>
                <a:gd name="connsiteY66" fmla="*/ 5701511 h 6239661"/>
                <a:gd name="connsiteX67" fmla="*/ 233756 w 5187198"/>
                <a:gd name="connsiteY67" fmla="*/ 5677542 h 6239661"/>
                <a:gd name="connsiteX68" fmla="*/ 202800 w 5187198"/>
                <a:gd name="connsiteY68" fmla="*/ 5652902 h 6239661"/>
                <a:gd name="connsiteX69" fmla="*/ 140918 w 5187198"/>
                <a:gd name="connsiteY69" fmla="*/ 5603515 h 6239661"/>
                <a:gd name="connsiteX70" fmla="*/ 110625 w 5187198"/>
                <a:gd name="connsiteY70" fmla="*/ 5578127 h 6239661"/>
                <a:gd name="connsiteX71" fmla="*/ 95631 w 5187198"/>
                <a:gd name="connsiteY71" fmla="*/ 5565299 h 6239661"/>
                <a:gd name="connsiteX72" fmla="*/ 81966 w 5187198"/>
                <a:gd name="connsiteY72" fmla="*/ 5550973 h 6239661"/>
                <a:gd name="connsiteX73" fmla="*/ 27991 w 5187198"/>
                <a:gd name="connsiteY73" fmla="*/ 5493272 h 6239661"/>
                <a:gd name="connsiteX74" fmla="*/ 1454 w 5187198"/>
                <a:gd name="connsiteY74" fmla="*/ 5464252 h 6239661"/>
                <a:gd name="connsiteX75" fmla="*/ 0 w 5187198"/>
                <a:gd name="connsiteY75" fmla="*/ 5462518 h 6239661"/>
                <a:gd name="connsiteX76" fmla="*/ 0 w 5187198"/>
                <a:gd name="connsiteY76" fmla="*/ 4720187 h 6239661"/>
                <a:gd name="connsiteX77" fmla="*/ 109684 w 5187198"/>
                <a:gd name="connsiteY77" fmla="*/ 4836724 h 6239661"/>
                <a:gd name="connsiteX78" fmla="*/ 306959 w 5187198"/>
                <a:gd name="connsiteY78" fmla="*/ 5007200 h 6239661"/>
                <a:gd name="connsiteX79" fmla="*/ 358101 w 5187198"/>
                <a:gd name="connsiteY79" fmla="*/ 5046057 h 6239661"/>
                <a:gd name="connsiteX80" fmla="*/ 383328 w 5187198"/>
                <a:gd name="connsiteY80" fmla="*/ 5065684 h 6239661"/>
                <a:gd name="connsiteX81" fmla="*/ 409503 w 5187198"/>
                <a:gd name="connsiteY81" fmla="*/ 5083942 h 6239661"/>
                <a:gd name="connsiteX82" fmla="*/ 461889 w 5187198"/>
                <a:gd name="connsiteY82" fmla="*/ 5119888 h 6239661"/>
                <a:gd name="connsiteX83" fmla="*/ 474883 w 5187198"/>
                <a:gd name="connsiteY83" fmla="*/ 5128933 h 6239661"/>
                <a:gd name="connsiteX84" fmla="*/ 486410 w 5187198"/>
                <a:gd name="connsiteY84" fmla="*/ 5139557 h 6239661"/>
                <a:gd name="connsiteX85" fmla="*/ 510852 w 5187198"/>
                <a:gd name="connsiteY85" fmla="*/ 5159089 h 6239661"/>
                <a:gd name="connsiteX86" fmla="*/ 560653 w 5187198"/>
                <a:gd name="connsiteY86" fmla="*/ 5196893 h 6239661"/>
                <a:gd name="connsiteX87" fmla="*/ 585485 w 5187198"/>
                <a:gd name="connsiteY87" fmla="*/ 5215834 h 6239661"/>
                <a:gd name="connsiteX88" fmla="*/ 610707 w 5187198"/>
                <a:gd name="connsiteY88" fmla="*/ 5234185 h 6239661"/>
                <a:gd name="connsiteX89" fmla="*/ 714768 w 5187198"/>
                <a:gd name="connsiteY89" fmla="*/ 5303103 h 6239661"/>
                <a:gd name="connsiteX90" fmla="*/ 1166634 w 5187198"/>
                <a:gd name="connsiteY90" fmla="*/ 5513322 h 6239661"/>
                <a:gd name="connsiteX91" fmla="*/ 1225991 w 5187198"/>
                <a:gd name="connsiteY91" fmla="*/ 5533632 h 6239661"/>
                <a:gd name="connsiteX92" fmla="*/ 1286680 w 5187198"/>
                <a:gd name="connsiteY92" fmla="*/ 5550705 h 6239661"/>
                <a:gd name="connsiteX93" fmla="*/ 1347310 w 5187198"/>
                <a:gd name="connsiteY93" fmla="*/ 5567995 h 6239661"/>
                <a:gd name="connsiteX94" fmla="*/ 1377002 w 5187198"/>
                <a:gd name="connsiteY94" fmla="*/ 5575719 h 6239661"/>
                <a:gd name="connsiteX95" fmla="*/ 1406328 w 5187198"/>
                <a:gd name="connsiteY95" fmla="*/ 5582649 h 6239661"/>
                <a:gd name="connsiteX96" fmla="*/ 1465060 w 5187198"/>
                <a:gd name="connsiteY96" fmla="*/ 5594909 h 6239661"/>
                <a:gd name="connsiteX97" fmla="*/ 1523881 w 5187198"/>
                <a:gd name="connsiteY97" fmla="*/ 5605105 h 6239661"/>
                <a:gd name="connsiteX98" fmla="*/ 1553325 w 5187198"/>
                <a:gd name="connsiteY98" fmla="*/ 5609865 h 6239661"/>
                <a:gd name="connsiteX99" fmla="*/ 1582813 w 5187198"/>
                <a:gd name="connsiteY99" fmla="*/ 5613593 h 6239661"/>
                <a:gd name="connsiteX100" fmla="*/ 1612301 w 5187198"/>
                <a:gd name="connsiteY100" fmla="*/ 5617321 h 6239661"/>
                <a:gd name="connsiteX101" fmla="*/ 1641863 w 5187198"/>
                <a:gd name="connsiteY101" fmla="*/ 5619910 h 6239661"/>
                <a:gd name="connsiteX102" fmla="*/ 2117508 w 5187198"/>
                <a:gd name="connsiteY102" fmla="*/ 5595156 h 6239661"/>
                <a:gd name="connsiteX103" fmla="*/ 2597368 w 5187198"/>
                <a:gd name="connsiteY103" fmla="*/ 5447381 h 6239661"/>
                <a:gd name="connsiteX104" fmla="*/ 3082968 w 5187198"/>
                <a:gd name="connsiteY104" fmla="*/ 5223245 h 6239661"/>
                <a:gd name="connsiteX105" fmla="*/ 3334855 w 5187198"/>
                <a:gd name="connsiteY105" fmla="*/ 5097383 h 6239661"/>
                <a:gd name="connsiteX106" fmla="*/ 3599509 w 5187198"/>
                <a:gd name="connsiteY106" fmla="*/ 4976217 h 6239661"/>
                <a:gd name="connsiteX107" fmla="*/ 4112002 w 5187198"/>
                <a:gd name="connsiteY107" fmla="*/ 4766359 h 6239661"/>
                <a:gd name="connsiteX108" fmla="*/ 4348983 w 5187198"/>
                <a:gd name="connsiteY108" fmla="*/ 4649833 h 6239661"/>
                <a:gd name="connsiteX109" fmla="*/ 4560505 w 5187198"/>
                <a:gd name="connsiteY109" fmla="*/ 4501564 h 6239661"/>
                <a:gd name="connsiteX110" fmla="*/ 4731963 w 5187198"/>
                <a:gd name="connsiteY110" fmla="*/ 4309870 h 6239661"/>
                <a:gd name="connsiteX111" fmla="*/ 4852344 w 5187198"/>
                <a:gd name="connsiteY111" fmla="*/ 4078640 h 6239661"/>
                <a:gd name="connsiteX112" fmla="*/ 4863972 w 5187198"/>
                <a:gd name="connsiteY112" fmla="*/ 4047790 h 6239661"/>
                <a:gd name="connsiteX113" fmla="*/ 4874144 w 5187198"/>
                <a:gd name="connsiteY113" fmla="*/ 4016320 h 6239661"/>
                <a:gd name="connsiteX114" fmla="*/ 4884127 w 5187198"/>
                <a:gd name="connsiteY114" fmla="*/ 3984682 h 6239661"/>
                <a:gd name="connsiteX115" fmla="*/ 4892800 w 5187198"/>
                <a:gd name="connsiteY115" fmla="*/ 3951883 h 6239661"/>
                <a:gd name="connsiteX116" fmla="*/ 4909526 w 5187198"/>
                <a:gd name="connsiteY116" fmla="*/ 3886001 h 6239661"/>
                <a:gd name="connsiteX117" fmla="*/ 4917687 w 5187198"/>
                <a:gd name="connsiteY117" fmla="*/ 3852948 h 6239661"/>
                <a:gd name="connsiteX118" fmla="*/ 4921768 w 5187198"/>
                <a:gd name="connsiteY118" fmla="*/ 3836422 h 6239661"/>
                <a:gd name="connsiteX119" fmla="*/ 4924845 w 5187198"/>
                <a:gd name="connsiteY119" fmla="*/ 3819742 h 6239661"/>
                <a:gd name="connsiteX120" fmla="*/ 4948230 w 5187198"/>
                <a:gd name="connsiteY120" fmla="*/ 3685744 h 6239661"/>
                <a:gd name="connsiteX121" fmla="*/ 4962782 w 5187198"/>
                <a:gd name="connsiteY121" fmla="*/ 3550540 h 6239661"/>
                <a:gd name="connsiteX122" fmla="*/ 4939468 w 5187198"/>
                <a:gd name="connsiteY122" fmla="*/ 3010249 h 6239661"/>
                <a:gd name="connsiteX123" fmla="*/ 4816901 w 5187198"/>
                <a:gd name="connsiteY123" fmla="*/ 2488224 h 6239661"/>
                <a:gd name="connsiteX124" fmla="*/ 4797005 w 5187198"/>
                <a:gd name="connsiteY124" fmla="*/ 2424470 h 6239661"/>
                <a:gd name="connsiteX125" fmla="*/ 4774433 w 5187198"/>
                <a:gd name="connsiteY125" fmla="*/ 2361620 h 6239661"/>
                <a:gd name="connsiteX126" fmla="*/ 4752459 w 5187198"/>
                <a:gd name="connsiteY126" fmla="*/ 2298700 h 6239661"/>
                <a:gd name="connsiteX127" fmla="*/ 4728083 w 5187198"/>
                <a:gd name="connsiteY127" fmla="*/ 2236526 h 6239661"/>
                <a:gd name="connsiteX128" fmla="*/ 4704471 w 5187198"/>
                <a:gd name="connsiteY128" fmla="*/ 2174095 h 6239661"/>
                <a:gd name="connsiteX129" fmla="*/ 4678399 w 5187198"/>
                <a:gd name="connsiteY129" fmla="*/ 2112626 h 6239661"/>
                <a:gd name="connsiteX130" fmla="*/ 4652601 w 5187198"/>
                <a:gd name="connsiteY130" fmla="*/ 2050999 h 6239661"/>
                <a:gd name="connsiteX131" fmla="*/ 4624205 w 5187198"/>
                <a:gd name="connsiteY131" fmla="*/ 1990415 h 6239661"/>
                <a:gd name="connsiteX132" fmla="*/ 4595398 w 5187198"/>
                <a:gd name="connsiteY132" fmla="*/ 1930069 h 6239661"/>
                <a:gd name="connsiteX133" fmla="*/ 4563827 w 5187198"/>
                <a:gd name="connsiteY133" fmla="*/ 1870952 h 6239661"/>
                <a:gd name="connsiteX134" fmla="*/ 4531433 w 5187198"/>
                <a:gd name="connsiteY134" fmla="*/ 1812311 h 6239661"/>
                <a:gd name="connsiteX135" fmla="*/ 4523315 w 5187198"/>
                <a:gd name="connsiteY135" fmla="*/ 1797616 h 6239661"/>
                <a:gd name="connsiteX136" fmla="*/ 4514482 w 5187198"/>
                <a:gd name="connsiteY136" fmla="*/ 1783425 h 6239661"/>
                <a:gd name="connsiteX137" fmla="*/ 4496845 w 5187198"/>
                <a:gd name="connsiteY137" fmla="*/ 1754936 h 6239661"/>
                <a:gd name="connsiteX138" fmla="*/ 4461463 w 5187198"/>
                <a:gd name="connsiteY138" fmla="*/ 1697929 h 6239661"/>
                <a:gd name="connsiteX139" fmla="*/ 4452660 w 5187198"/>
                <a:gd name="connsiteY139" fmla="*/ 1683629 h 6239661"/>
                <a:gd name="connsiteX140" fmla="*/ 4443141 w 5187198"/>
                <a:gd name="connsiteY140" fmla="*/ 1669834 h 6239661"/>
                <a:gd name="connsiteX141" fmla="*/ 4424241 w 5187198"/>
                <a:gd name="connsiteY141" fmla="*/ 1642166 h 6239661"/>
                <a:gd name="connsiteX142" fmla="*/ 4346886 w 5187198"/>
                <a:gd name="connsiteY142" fmla="*/ 1532412 h 6239661"/>
                <a:gd name="connsiteX143" fmla="*/ 3985497 w 5187198"/>
                <a:gd name="connsiteY143" fmla="*/ 1134649 h 6239661"/>
                <a:gd name="connsiteX144" fmla="*/ 3545665 w 5187198"/>
                <a:gd name="connsiteY144" fmla="*/ 825877 h 6239661"/>
                <a:gd name="connsiteX145" fmla="*/ 3486190 w 5187198"/>
                <a:gd name="connsiteY145" fmla="*/ 794756 h 6239661"/>
                <a:gd name="connsiteX146" fmla="*/ 3426182 w 5187198"/>
                <a:gd name="connsiteY146" fmla="*/ 764765 h 6239661"/>
                <a:gd name="connsiteX147" fmla="*/ 3365044 w 5187198"/>
                <a:gd name="connsiteY147" fmla="*/ 737255 h 6239661"/>
                <a:gd name="connsiteX148" fmla="*/ 3334529 w 5187198"/>
                <a:gd name="connsiteY148" fmla="*/ 723514 h 6239661"/>
                <a:gd name="connsiteX149" fmla="*/ 3303733 w 5187198"/>
                <a:gd name="connsiteY149" fmla="*/ 710395 h 6239661"/>
                <a:gd name="connsiteX150" fmla="*/ 3179033 w 5187198"/>
                <a:gd name="connsiteY150" fmla="*/ 662259 h 6239661"/>
                <a:gd name="connsiteX151" fmla="*/ 3052408 w 5187198"/>
                <a:gd name="connsiteY151" fmla="*/ 620447 h 6239661"/>
                <a:gd name="connsiteX152" fmla="*/ 2924325 w 5187198"/>
                <a:gd name="connsiteY152" fmla="*/ 584505 h 6239661"/>
                <a:gd name="connsiteX153" fmla="*/ 2859667 w 5187198"/>
                <a:gd name="connsiteY153" fmla="*/ 569266 h 6239661"/>
                <a:gd name="connsiteX154" fmla="*/ 2795226 w 5187198"/>
                <a:gd name="connsiteY154" fmla="*/ 554085 h 6239661"/>
                <a:gd name="connsiteX155" fmla="*/ 2729702 w 5187198"/>
                <a:gd name="connsiteY155" fmla="*/ 540354 h 6239661"/>
                <a:gd name="connsiteX156" fmla="*/ 2663758 w 5187198"/>
                <a:gd name="connsiteY156" fmla="*/ 527322 h 6239661"/>
                <a:gd name="connsiteX157" fmla="*/ 2630927 w 5187198"/>
                <a:gd name="connsiteY157" fmla="*/ 520495 h 6239661"/>
                <a:gd name="connsiteX158" fmla="*/ 2597965 w 5187198"/>
                <a:gd name="connsiteY158" fmla="*/ 515024 h 6239661"/>
                <a:gd name="connsiteX159" fmla="*/ 2532205 w 5187198"/>
                <a:gd name="connsiteY159" fmla="*/ 503895 h 6239661"/>
                <a:gd name="connsiteX160" fmla="*/ 2010064 w 5187198"/>
                <a:gd name="connsiteY160" fmla="*/ 452552 h 6239661"/>
                <a:gd name="connsiteX161" fmla="*/ 1494552 w 5187198"/>
                <a:gd name="connsiteY161" fmla="*/ 485055 h 6239661"/>
                <a:gd name="connsiteX162" fmla="*/ 1366896 w 5187198"/>
                <a:gd name="connsiteY162" fmla="*/ 509389 h 6239661"/>
                <a:gd name="connsiteX163" fmla="*/ 1240175 w 5187198"/>
                <a:gd name="connsiteY163" fmla="*/ 541045 h 6239661"/>
                <a:gd name="connsiteX164" fmla="*/ 1177438 w 5187198"/>
                <a:gd name="connsiteY164" fmla="*/ 560170 h 6239661"/>
                <a:gd name="connsiteX165" fmla="*/ 1145987 w 5187198"/>
                <a:gd name="connsiteY165" fmla="*/ 569826 h 6239661"/>
                <a:gd name="connsiteX166" fmla="*/ 1130315 w 5187198"/>
                <a:gd name="connsiteY166" fmla="*/ 574669 h 6239661"/>
                <a:gd name="connsiteX167" fmla="*/ 1114873 w 5187198"/>
                <a:gd name="connsiteY167" fmla="*/ 580384 h 6239661"/>
                <a:gd name="connsiteX168" fmla="*/ 1052839 w 5187198"/>
                <a:gd name="connsiteY168" fmla="*/ 602943 h 6239661"/>
                <a:gd name="connsiteX169" fmla="*/ 991135 w 5187198"/>
                <a:gd name="connsiteY169" fmla="*/ 626866 h 6239661"/>
                <a:gd name="connsiteX170" fmla="*/ 930179 w 5187198"/>
                <a:gd name="connsiteY170" fmla="*/ 653191 h 6239661"/>
                <a:gd name="connsiteX171" fmla="*/ 869768 w 5187198"/>
                <a:gd name="connsiteY171" fmla="*/ 680937 h 6239661"/>
                <a:gd name="connsiteX172" fmla="*/ 810085 w 5187198"/>
                <a:gd name="connsiteY172" fmla="*/ 710734 h 6239661"/>
                <a:gd name="connsiteX173" fmla="*/ 751220 w 5187198"/>
                <a:gd name="connsiteY173" fmla="*/ 741794 h 6239661"/>
                <a:gd name="connsiteX174" fmla="*/ 532669 w 5187198"/>
                <a:gd name="connsiteY174" fmla="*/ 881688 h 6239661"/>
                <a:gd name="connsiteX175" fmla="*/ 354185 w 5187198"/>
                <a:gd name="connsiteY175" fmla="*/ 1050286 h 6239661"/>
                <a:gd name="connsiteX176" fmla="*/ 315980 w 5187198"/>
                <a:gd name="connsiteY176" fmla="*/ 1098125 h 6239661"/>
                <a:gd name="connsiteX177" fmla="*/ 280345 w 5187198"/>
                <a:gd name="connsiteY177" fmla="*/ 1149782 h 6239661"/>
                <a:gd name="connsiteX178" fmla="*/ 245890 w 5187198"/>
                <a:gd name="connsiteY178" fmla="*/ 1203959 h 6239661"/>
                <a:gd name="connsiteX179" fmla="*/ 212162 w 5187198"/>
                <a:gd name="connsiteY179" fmla="*/ 1260184 h 6239661"/>
                <a:gd name="connsiteX180" fmla="*/ 80716 w 5187198"/>
                <a:gd name="connsiteY180" fmla="*/ 1502476 h 6239661"/>
                <a:gd name="connsiteX181" fmla="*/ 0 w 5187198"/>
                <a:gd name="connsiteY181" fmla="*/ 1648841 h 6239661"/>
                <a:gd name="connsiteX182" fmla="*/ 0 w 5187198"/>
                <a:gd name="connsiteY182" fmla="*/ 954863 h 6239661"/>
                <a:gd name="connsiteX183" fmla="*/ 43491 w 5187198"/>
                <a:gd name="connsiteY183" fmla="*/ 895513 h 6239661"/>
                <a:gd name="connsiteX184" fmla="*/ 93923 w 5187198"/>
                <a:gd name="connsiteY184" fmla="*/ 834489 h 6239661"/>
                <a:gd name="connsiteX185" fmla="*/ 323465 w 5187198"/>
                <a:gd name="connsiteY185" fmla="*/ 617671 h 6239661"/>
                <a:gd name="connsiteX186" fmla="*/ 574777 w 5187198"/>
                <a:gd name="connsiteY186" fmla="*/ 446794 h 6239661"/>
                <a:gd name="connsiteX187" fmla="*/ 638943 w 5187198"/>
                <a:gd name="connsiteY187" fmla="*/ 408925 h 6239661"/>
                <a:gd name="connsiteX188" fmla="*/ 703505 w 5187198"/>
                <a:gd name="connsiteY188" fmla="*/ 371742 h 6239661"/>
                <a:gd name="connsiteX189" fmla="*/ 769262 w 5187198"/>
                <a:gd name="connsiteY189" fmla="*/ 336154 h 6239661"/>
                <a:gd name="connsiteX190" fmla="*/ 835552 w 5187198"/>
                <a:gd name="connsiteY190" fmla="*/ 301173 h 6239661"/>
                <a:gd name="connsiteX191" fmla="*/ 902979 w 5187198"/>
                <a:gd name="connsiteY191" fmla="*/ 268004 h 6239661"/>
                <a:gd name="connsiteX192" fmla="*/ 971127 w 5187198"/>
                <a:gd name="connsiteY192" fmla="*/ 235607 h 6239661"/>
                <a:gd name="connsiteX193" fmla="*/ 988238 w 5187198"/>
                <a:gd name="connsiteY193" fmla="*/ 227556 h 6239661"/>
                <a:gd name="connsiteX194" fmla="*/ 1005744 w 5187198"/>
                <a:gd name="connsiteY194" fmla="*/ 220191 h 6239661"/>
                <a:gd name="connsiteX195" fmla="*/ 1040729 w 5187198"/>
                <a:gd name="connsiteY195" fmla="*/ 205569 h 6239661"/>
                <a:gd name="connsiteX196" fmla="*/ 1110835 w 5187198"/>
                <a:gd name="connsiteY196" fmla="*/ 176248 h 6239661"/>
                <a:gd name="connsiteX197" fmla="*/ 1254256 w 5187198"/>
                <a:gd name="connsiteY197" fmla="*/ 123796 h 6239661"/>
                <a:gd name="connsiteX198" fmla="*/ 1401310 w 5187198"/>
                <a:gd name="connsiteY198" fmla="*/ 79852 h 6239661"/>
                <a:gd name="connsiteX199" fmla="*/ 2011811 w 5187198"/>
                <a:gd name="connsiteY199" fmla="*/ 4 h 62396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</a:cxnLst>
              <a:rect l="l" t="t" r="r" b="b"/>
              <a:pathLst>
                <a:path w="5187198" h="6239661">
                  <a:moveTo>
                    <a:pt x="2011811" y="4"/>
                  </a:moveTo>
                  <a:cubicBezTo>
                    <a:pt x="2217306" y="120"/>
                    <a:pt x="2420903" y="25925"/>
                    <a:pt x="2617011" y="70590"/>
                  </a:cubicBezTo>
                  <a:lnTo>
                    <a:pt x="2690321" y="88146"/>
                  </a:lnTo>
                  <a:lnTo>
                    <a:pt x="2726863" y="97127"/>
                  </a:lnTo>
                  <a:lnTo>
                    <a:pt x="2762951" y="107375"/>
                  </a:lnTo>
                  <a:lnTo>
                    <a:pt x="2834843" y="128493"/>
                  </a:lnTo>
                  <a:cubicBezTo>
                    <a:pt x="2858788" y="135605"/>
                    <a:pt x="2882632" y="142226"/>
                    <a:pt x="2906574" y="151076"/>
                  </a:cubicBezTo>
                  <a:cubicBezTo>
                    <a:pt x="2954475" y="167852"/>
                    <a:pt x="3002363" y="183813"/>
                    <a:pt x="3049504" y="202124"/>
                  </a:cubicBezTo>
                  <a:lnTo>
                    <a:pt x="3189518" y="260159"/>
                  </a:lnTo>
                  <a:lnTo>
                    <a:pt x="3326048" y="325143"/>
                  </a:lnTo>
                  <a:cubicBezTo>
                    <a:pt x="3370687" y="348464"/>
                    <a:pt x="3414908" y="372485"/>
                    <a:pt x="3459166" y="395936"/>
                  </a:cubicBezTo>
                  <a:cubicBezTo>
                    <a:pt x="3502947" y="420302"/>
                    <a:pt x="3545491" y="447118"/>
                    <a:pt x="3588578" y="472343"/>
                  </a:cubicBezTo>
                  <a:cubicBezTo>
                    <a:pt x="3610346" y="484551"/>
                    <a:pt x="3630797" y="499072"/>
                    <a:pt x="3651864" y="512600"/>
                  </a:cubicBezTo>
                  <a:lnTo>
                    <a:pt x="3714514" y="553499"/>
                  </a:lnTo>
                  <a:cubicBezTo>
                    <a:pt x="3880005" y="664844"/>
                    <a:pt x="4036083" y="788388"/>
                    <a:pt x="4181221" y="922912"/>
                  </a:cubicBezTo>
                  <a:cubicBezTo>
                    <a:pt x="4326221" y="1057515"/>
                    <a:pt x="4461955" y="1202038"/>
                    <a:pt x="4582963" y="1358264"/>
                  </a:cubicBezTo>
                  <a:cubicBezTo>
                    <a:pt x="4614206" y="1396543"/>
                    <a:pt x="4642091" y="1437400"/>
                    <a:pt x="4670721" y="1477644"/>
                  </a:cubicBezTo>
                  <a:cubicBezTo>
                    <a:pt x="4700172" y="1517414"/>
                    <a:pt x="4725864" y="1559538"/>
                    <a:pt x="4752378" y="1601187"/>
                  </a:cubicBezTo>
                  <a:lnTo>
                    <a:pt x="4772168" y="1632456"/>
                  </a:lnTo>
                  <a:lnTo>
                    <a:pt x="4782117" y="1648104"/>
                  </a:lnTo>
                  <a:lnTo>
                    <a:pt x="4791381" y="1664150"/>
                  </a:lnTo>
                  <a:lnTo>
                    <a:pt x="4828190" y="1728379"/>
                  </a:lnTo>
                  <a:cubicBezTo>
                    <a:pt x="4840266" y="1749930"/>
                    <a:pt x="4853470" y="1770740"/>
                    <a:pt x="4864832" y="1792796"/>
                  </a:cubicBezTo>
                  <a:lnTo>
                    <a:pt x="4899201" y="1858342"/>
                  </a:lnTo>
                  <a:cubicBezTo>
                    <a:pt x="4910484" y="1880260"/>
                    <a:pt x="4922532" y="1901920"/>
                    <a:pt x="4933266" y="1924155"/>
                  </a:cubicBezTo>
                  <a:lnTo>
                    <a:pt x="4964403" y="1991384"/>
                  </a:lnTo>
                  <a:cubicBezTo>
                    <a:pt x="4974618" y="2013829"/>
                    <a:pt x="4985323" y="2036171"/>
                    <a:pt x="4995019" y="2058823"/>
                  </a:cubicBezTo>
                  <a:lnTo>
                    <a:pt x="5021999" y="2127723"/>
                  </a:lnTo>
                  <a:lnTo>
                    <a:pt x="5048321" y="2196908"/>
                  </a:lnTo>
                  <a:lnTo>
                    <a:pt x="5070546" y="2267547"/>
                  </a:lnTo>
                  <a:cubicBezTo>
                    <a:pt x="5078054" y="2291004"/>
                    <a:pt x="5085044" y="2314670"/>
                    <a:pt x="5092171" y="2338256"/>
                  </a:cubicBezTo>
                  <a:cubicBezTo>
                    <a:pt x="5098670" y="2362023"/>
                    <a:pt x="5104296" y="2386019"/>
                    <a:pt x="5110305" y="2409886"/>
                  </a:cubicBezTo>
                  <a:cubicBezTo>
                    <a:pt x="5158097" y="2600976"/>
                    <a:pt x="5182068" y="2797044"/>
                    <a:pt x="5186393" y="2992022"/>
                  </a:cubicBezTo>
                  <a:cubicBezTo>
                    <a:pt x="5191013" y="3187195"/>
                    <a:pt x="5175397" y="3380886"/>
                    <a:pt x="5149045" y="3571816"/>
                  </a:cubicBezTo>
                  <a:cubicBezTo>
                    <a:pt x="5141154" y="3619431"/>
                    <a:pt x="5133539" y="3666889"/>
                    <a:pt x="5126572" y="3714520"/>
                  </a:cubicBezTo>
                  <a:cubicBezTo>
                    <a:pt x="5117276" y="3761759"/>
                    <a:pt x="5107793" y="3808831"/>
                    <a:pt x="5099067" y="3856108"/>
                  </a:cubicBezTo>
                  <a:lnTo>
                    <a:pt x="5095699" y="3873868"/>
                  </a:lnTo>
                  <a:lnTo>
                    <a:pt x="5091573" y="3891426"/>
                  </a:lnTo>
                  <a:lnTo>
                    <a:pt x="5083324" y="3926541"/>
                  </a:lnTo>
                  <a:lnTo>
                    <a:pt x="5067256" y="3996889"/>
                  </a:lnTo>
                  <a:cubicBezTo>
                    <a:pt x="5064451" y="4008657"/>
                    <a:pt x="5062244" y="4020353"/>
                    <a:pt x="5059194" y="4032171"/>
                  </a:cubicBezTo>
                  <a:lnTo>
                    <a:pt x="5049522" y="4067833"/>
                  </a:lnTo>
                  <a:lnTo>
                    <a:pt x="5040067" y="4103553"/>
                  </a:lnTo>
                  <a:cubicBezTo>
                    <a:pt x="5036554" y="4115363"/>
                    <a:pt x="5032689" y="4127194"/>
                    <a:pt x="5028960" y="4138946"/>
                  </a:cubicBezTo>
                  <a:cubicBezTo>
                    <a:pt x="4999693" y="4233462"/>
                    <a:pt x="4962869" y="4326764"/>
                    <a:pt x="4917351" y="4417041"/>
                  </a:cubicBezTo>
                  <a:cubicBezTo>
                    <a:pt x="4871860" y="4507209"/>
                    <a:pt x="4817597" y="4594215"/>
                    <a:pt x="4756163" y="4676402"/>
                  </a:cubicBezTo>
                  <a:cubicBezTo>
                    <a:pt x="4632803" y="4840875"/>
                    <a:pt x="4480597" y="4982783"/>
                    <a:pt x="4322493" y="5105604"/>
                  </a:cubicBezTo>
                  <a:cubicBezTo>
                    <a:pt x="4163928" y="5228420"/>
                    <a:pt x="3999564" y="5332640"/>
                    <a:pt x="3840510" y="5429590"/>
                  </a:cubicBezTo>
                  <a:cubicBezTo>
                    <a:pt x="3760954" y="5478172"/>
                    <a:pt x="3682353" y="5524924"/>
                    <a:pt x="3606447" y="5572862"/>
                  </a:cubicBezTo>
                  <a:lnTo>
                    <a:pt x="3488814" y="5647178"/>
                  </a:lnTo>
                  <a:cubicBezTo>
                    <a:pt x="3448270" y="5672597"/>
                    <a:pt x="3407323" y="5697792"/>
                    <a:pt x="3365864" y="5722735"/>
                  </a:cubicBezTo>
                  <a:cubicBezTo>
                    <a:pt x="3200163" y="5822424"/>
                    <a:pt x="3026125" y="5917328"/>
                    <a:pt x="2839486" y="5999120"/>
                  </a:cubicBezTo>
                  <a:cubicBezTo>
                    <a:pt x="2653201" y="6080891"/>
                    <a:pt x="2453560" y="6149344"/>
                    <a:pt x="2242423" y="6192346"/>
                  </a:cubicBezTo>
                  <a:cubicBezTo>
                    <a:pt x="2031719" y="6235463"/>
                    <a:pt x="1808952" y="6251353"/>
                    <a:pt x="1589380" y="6230657"/>
                  </a:cubicBezTo>
                  <a:lnTo>
                    <a:pt x="1548244" y="6226706"/>
                  </a:lnTo>
                  <a:cubicBezTo>
                    <a:pt x="1534528" y="6225117"/>
                    <a:pt x="1520898" y="6223203"/>
                    <a:pt x="1507348" y="6221428"/>
                  </a:cubicBezTo>
                  <a:lnTo>
                    <a:pt x="1466401" y="6215904"/>
                  </a:lnTo>
                  <a:cubicBezTo>
                    <a:pt x="1452772" y="6213991"/>
                    <a:pt x="1439316" y="6211428"/>
                    <a:pt x="1425773" y="6209191"/>
                  </a:cubicBezTo>
                  <a:cubicBezTo>
                    <a:pt x="1398775" y="6204391"/>
                    <a:pt x="1371610" y="6199779"/>
                    <a:pt x="1344960" y="6193681"/>
                  </a:cubicBezTo>
                  <a:cubicBezTo>
                    <a:pt x="1318251" y="6187799"/>
                    <a:pt x="1291260" y="6182538"/>
                    <a:pt x="1265007" y="6175388"/>
                  </a:cubicBezTo>
                  <a:lnTo>
                    <a:pt x="1225415" y="6165243"/>
                  </a:lnTo>
                  <a:cubicBezTo>
                    <a:pt x="1212163" y="6161924"/>
                    <a:pt x="1198939" y="6158496"/>
                    <a:pt x="1186567" y="6154486"/>
                  </a:cubicBezTo>
                  <a:lnTo>
                    <a:pt x="1111158" y="6130918"/>
                  </a:lnTo>
                  <a:lnTo>
                    <a:pt x="1035915" y="6107163"/>
                  </a:lnTo>
                  <a:cubicBezTo>
                    <a:pt x="1010846" y="6099055"/>
                    <a:pt x="986357" y="6088784"/>
                    <a:pt x="961579" y="6079594"/>
                  </a:cubicBezTo>
                  <a:cubicBezTo>
                    <a:pt x="763709" y="6005594"/>
                    <a:pt x="572401" y="5909703"/>
                    <a:pt x="395297" y="5792812"/>
                  </a:cubicBezTo>
                  <a:lnTo>
                    <a:pt x="265239" y="5701511"/>
                  </a:lnTo>
                  <a:cubicBezTo>
                    <a:pt x="254227" y="5694155"/>
                    <a:pt x="244103" y="5685646"/>
                    <a:pt x="233756" y="5677542"/>
                  </a:cubicBezTo>
                  <a:lnTo>
                    <a:pt x="202800" y="5652902"/>
                  </a:lnTo>
                  <a:lnTo>
                    <a:pt x="140918" y="5603515"/>
                  </a:lnTo>
                  <a:cubicBezTo>
                    <a:pt x="130598" y="5595302"/>
                    <a:pt x="120280" y="5587089"/>
                    <a:pt x="110625" y="5578127"/>
                  </a:cubicBezTo>
                  <a:cubicBezTo>
                    <a:pt x="105647" y="5573779"/>
                    <a:pt x="100444" y="5569834"/>
                    <a:pt x="95631" y="5565299"/>
                  </a:cubicBezTo>
                  <a:cubicBezTo>
                    <a:pt x="90955" y="5560684"/>
                    <a:pt x="86505" y="5555666"/>
                    <a:pt x="81966" y="5550973"/>
                  </a:cubicBezTo>
                  <a:lnTo>
                    <a:pt x="27991" y="5493272"/>
                  </a:lnTo>
                  <a:cubicBezTo>
                    <a:pt x="19109" y="5483589"/>
                    <a:pt x="9758" y="5474359"/>
                    <a:pt x="1454" y="5464252"/>
                  </a:cubicBezTo>
                  <a:lnTo>
                    <a:pt x="0" y="5462518"/>
                  </a:lnTo>
                  <a:lnTo>
                    <a:pt x="0" y="4720187"/>
                  </a:lnTo>
                  <a:lnTo>
                    <a:pt x="109684" y="4836724"/>
                  </a:lnTo>
                  <a:cubicBezTo>
                    <a:pt x="173316" y="4897375"/>
                    <a:pt x="239447" y="4954160"/>
                    <a:pt x="306959" y="5007200"/>
                  </a:cubicBezTo>
                  <a:lnTo>
                    <a:pt x="358101" y="5046057"/>
                  </a:lnTo>
                  <a:lnTo>
                    <a:pt x="383328" y="5065684"/>
                  </a:lnTo>
                  <a:cubicBezTo>
                    <a:pt x="391637" y="5072316"/>
                    <a:pt x="400805" y="5077902"/>
                    <a:pt x="409503" y="5083942"/>
                  </a:cubicBezTo>
                  <a:lnTo>
                    <a:pt x="461889" y="5119888"/>
                  </a:lnTo>
                  <a:cubicBezTo>
                    <a:pt x="466184" y="5122893"/>
                    <a:pt x="470616" y="5125820"/>
                    <a:pt x="474883" y="5128933"/>
                  </a:cubicBezTo>
                  <a:cubicBezTo>
                    <a:pt x="478982" y="5132235"/>
                    <a:pt x="482476" y="5136069"/>
                    <a:pt x="486410" y="5139557"/>
                  </a:cubicBezTo>
                  <a:cubicBezTo>
                    <a:pt x="494140" y="5146613"/>
                    <a:pt x="502565" y="5152812"/>
                    <a:pt x="510852" y="5159089"/>
                  </a:cubicBezTo>
                  <a:lnTo>
                    <a:pt x="560653" y="5196893"/>
                  </a:lnTo>
                  <a:lnTo>
                    <a:pt x="585485" y="5215834"/>
                  </a:lnTo>
                  <a:cubicBezTo>
                    <a:pt x="593773" y="5222111"/>
                    <a:pt x="601864" y="5228685"/>
                    <a:pt x="610707" y="5234185"/>
                  </a:cubicBezTo>
                  <a:lnTo>
                    <a:pt x="714768" y="5303103"/>
                  </a:lnTo>
                  <a:cubicBezTo>
                    <a:pt x="856162" y="5390603"/>
                    <a:pt x="1008099" y="5459947"/>
                    <a:pt x="1166634" y="5513322"/>
                  </a:cubicBezTo>
                  <a:cubicBezTo>
                    <a:pt x="1186540" y="5519932"/>
                    <a:pt x="1205774" y="5527751"/>
                    <a:pt x="1225991" y="5533632"/>
                  </a:cubicBezTo>
                  <a:lnTo>
                    <a:pt x="1286680" y="5550705"/>
                  </a:lnTo>
                  <a:lnTo>
                    <a:pt x="1347310" y="5567995"/>
                  </a:lnTo>
                  <a:cubicBezTo>
                    <a:pt x="1357469" y="5571180"/>
                    <a:pt x="1367261" y="5573572"/>
                    <a:pt x="1377002" y="5575719"/>
                  </a:cubicBezTo>
                  <a:lnTo>
                    <a:pt x="1406328" y="5582649"/>
                  </a:lnTo>
                  <a:cubicBezTo>
                    <a:pt x="1425825" y="5587757"/>
                    <a:pt x="1445490" y="5590939"/>
                    <a:pt x="1465060" y="5594909"/>
                  </a:cubicBezTo>
                  <a:cubicBezTo>
                    <a:pt x="1484652" y="5599231"/>
                    <a:pt x="1504324" y="5601952"/>
                    <a:pt x="1523881" y="5605105"/>
                  </a:cubicBezTo>
                  <a:cubicBezTo>
                    <a:pt x="1533660" y="5606682"/>
                    <a:pt x="1543460" y="5608613"/>
                    <a:pt x="1553325" y="5609865"/>
                  </a:cubicBezTo>
                  <a:lnTo>
                    <a:pt x="1582813" y="5613593"/>
                  </a:lnTo>
                  <a:lnTo>
                    <a:pt x="1612301" y="5617321"/>
                  </a:lnTo>
                  <a:lnTo>
                    <a:pt x="1641863" y="5619910"/>
                  </a:lnTo>
                  <a:cubicBezTo>
                    <a:pt x="1799348" y="5633940"/>
                    <a:pt x="1957913" y="5625770"/>
                    <a:pt x="2117508" y="5595156"/>
                  </a:cubicBezTo>
                  <a:cubicBezTo>
                    <a:pt x="2277124" y="5564895"/>
                    <a:pt x="2437004" y="5512449"/>
                    <a:pt x="2597368" y="5447381"/>
                  </a:cubicBezTo>
                  <a:cubicBezTo>
                    <a:pt x="2757791" y="5382096"/>
                    <a:pt x="2918855" y="5304464"/>
                    <a:pt x="3082968" y="5223245"/>
                  </a:cubicBezTo>
                  <a:lnTo>
                    <a:pt x="3334855" y="5097383"/>
                  </a:lnTo>
                  <a:cubicBezTo>
                    <a:pt x="3423528" y="5054142"/>
                    <a:pt x="3511773" y="5013798"/>
                    <a:pt x="3599509" y="4976217"/>
                  </a:cubicBezTo>
                  <a:cubicBezTo>
                    <a:pt x="3774960" y="4900701"/>
                    <a:pt x="3948276" y="4837481"/>
                    <a:pt x="4112002" y="4766359"/>
                  </a:cubicBezTo>
                  <a:cubicBezTo>
                    <a:pt x="4193972" y="4730827"/>
                    <a:pt x="4273429" y="4692997"/>
                    <a:pt x="4348983" y="4649833"/>
                  </a:cubicBezTo>
                  <a:cubicBezTo>
                    <a:pt x="4424508" y="4606778"/>
                    <a:pt x="4496050" y="4558250"/>
                    <a:pt x="4560505" y="4501564"/>
                  </a:cubicBezTo>
                  <a:cubicBezTo>
                    <a:pt x="4625198" y="4445289"/>
                    <a:pt x="4682991" y="4381021"/>
                    <a:pt x="4731963" y="4309870"/>
                  </a:cubicBezTo>
                  <a:cubicBezTo>
                    <a:pt x="4781043" y="4238747"/>
                    <a:pt x="4821275" y="4160848"/>
                    <a:pt x="4852344" y="4078640"/>
                  </a:cubicBezTo>
                  <a:lnTo>
                    <a:pt x="4863972" y="4047790"/>
                  </a:lnTo>
                  <a:lnTo>
                    <a:pt x="4874144" y="4016320"/>
                  </a:lnTo>
                  <a:lnTo>
                    <a:pt x="4884127" y="3984682"/>
                  </a:lnTo>
                  <a:cubicBezTo>
                    <a:pt x="4887242" y="3973925"/>
                    <a:pt x="4889981" y="3962835"/>
                    <a:pt x="4892800" y="3951883"/>
                  </a:cubicBezTo>
                  <a:lnTo>
                    <a:pt x="4909526" y="3886001"/>
                  </a:lnTo>
                  <a:lnTo>
                    <a:pt x="4917687" y="3852948"/>
                  </a:lnTo>
                  <a:lnTo>
                    <a:pt x="4921768" y="3836422"/>
                  </a:lnTo>
                  <a:lnTo>
                    <a:pt x="4924845" y="3819742"/>
                  </a:lnTo>
                  <a:cubicBezTo>
                    <a:pt x="4933092" y="3775120"/>
                    <a:pt x="4941231" y="3730469"/>
                    <a:pt x="4948230" y="3685744"/>
                  </a:cubicBezTo>
                  <a:cubicBezTo>
                    <a:pt x="4953579" y="3640694"/>
                    <a:pt x="4958249" y="3595577"/>
                    <a:pt x="4962782" y="3550540"/>
                  </a:cubicBezTo>
                  <a:cubicBezTo>
                    <a:pt x="4976580" y="3369692"/>
                    <a:pt x="4965812" y="3187942"/>
                    <a:pt x="4939468" y="3010249"/>
                  </a:cubicBezTo>
                  <a:cubicBezTo>
                    <a:pt x="4912965" y="2832281"/>
                    <a:pt x="4870237" y="2658196"/>
                    <a:pt x="4816901" y="2488224"/>
                  </a:cubicBezTo>
                  <a:cubicBezTo>
                    <a:pt x="4810197" y="2466954"/>
                    <a:pt x="4803984" y="2445582"/>
                    <a:pt x="4797005" y="2424470"/>
                  </a:cubicBezTo>
                  <a:cubicBezTo>
                    <a:pt x="4789399" y="2403537"/>
                    <a:pt x="4781686" y="2382574"/>
                    <a:pt x="4774433" y="2361620"/>
                  </a:cubicBezTo>
                  <a:lnTo>
                    <a:pt x="4752459" y="2298700"/>
                  </a:lnTo>
                  <a:lnTo>
                    <a:pt x="4728083" y="2236526"/>
                  </a:lnTo>
                  <a:cubicBezTo>
                    <a:pt x="4719957" y="2215802"/>
                    <a:pt x="4712352" y="2194869"/>
                    <a:pt x="4704471" y="2174095"/>
                  </a:cubicBezTo>
                  <a:lnTo>
                    <a:pt x="4678399" y="2112626"/>
                  </a:lnTo>
                  <a:lnTo>
                    <a:pt x="4652601" y="2050999"/>
                  </a:lnTo>
                  <a:cubicBezTo>
                    <a:pt x="4643711" y="2030533"/>
                    <a:pt x="4633616" y="2010672"/>
                    <a:pt x="4624205" y="1990415"/>
                  </a:cubicBezTo>
                  <a:lnTo>
                    <a:pt x="4595398" y="1930069"/>
                  </a:lnTo>
                  <a:cubicBezTo>
                    <a:pt x="4585714" y="1909969"/>
                    <a:pt x="4574413" y="1890713"/>
                    <a:pt x="4563827" y="1870952"/>
                  </a:cubicBezTo>
                  <a:lnTo>
                    <a:pt x="4531433" y="1812311"/>
                  </a:lnTo>
                  <a:lnTo>
                    <a:pt x="4523315" y="1797616"/>
                  </a:lnTo>
                  <a:lnTo>
                    <a:pt x="4514482" y="1783425"/>
                  </a:lnTo>
                  <a:lnTo>
                    <a:pt x="4496845" y="1754936"/>
                  </a:lnTo>
                  <a:lnTo>
                    <a:pt x="4461463" y="1697929"/>
                  </a:lnTo>
                  <a:lnTo>
                    <a:pt x="4452660" y="1683629"/>
                  </a:lnTo>
                  <a:lnTo>
                    <a:pt x="4443141" y="1669834"/>
                  </a:lnTo>
                  <a:lnTo>
                    <a:pt x="4424241" y="1642166"/>
                  </a:lnTo>
                  <a:cubicBezTo>
                    <a:pt x="4399005" y="1605265"/>
                    <a:pt x="4374512" y="1567751"/>
                    <a:pt x="4346886" y="1532412"/>
                  </a:cubicBezTo>
                  <a:cubicBezTo>
                    <a:pt x="4240477" y="1388328"/>
                    <a:pt x="4120362" y="1253437"/>
                    <a:pt x="3985497" y="1134649"/>
                  </a:cubicBezTo>
                  <a:cubicBezTo>
                    <a:pt x="3850799" y="1015675"/>
                    <a:pt x="3702920" y="911715"/>
                    <a:pt x="3545665" y="825877"/>
                  </a:cubicBezTo>
                  <a:lnTo>
                    <a:pt x="3486190" y="794756"/>
                  </a:lnTo>
                  <a:cubicBezTo>
                    <a:pt x="3466181" y="784640"/>
                    <a:pt x="3446893" y="773560"/>
                    <a:pt x="3426182" y="764765"/>
                  </a:cubicBezTo>
                  <a:lnTo>
                    <a:pt x="3365044" y="737255"/>
                  </a:lnTo>
                  <a:lnTo>
                    <a:pt x="3334529" y="723514"/>
                  </a:lnTo>
                  <a:cubicBezTo>
                    <a:pt x="3324394" y="718943"/>
                    <a:pt x="3314287" y="714265"/>
                    <a:pt x="3303733" y="710395"/>
                  </a:cubicBezTo>
                  <a:cubicBezTo>
                    <a:pt x="3262013" y="694346"/>
                    <a:pt x="3220711" y="677599"/>
                    <a:pt x="3179033" y="662259"/>
                  </a:cubicBezTo>
                  <a:lnTo>
                    <a:pt x="3052408" y="620447"/>
                  </a:lnTo>
                  <a:lnTo>
                    <a:pt x="2924325" y="584505"/>
                  </a:lnTo>
                  <a:cubicBezTo>
                    <a:pt x="2903106" y="578471"/>
                    <a:pt x="2881119" y="574434"/>
                    <a:pt x="2859667" y="569266"/>
                  </a:cubicBezTo>
                  <a:lnTo>
                    <a:pt x="2795226" y="554085"/>
                  </a:lnTo>
                  <a:cubicBezTo>
                    <a:pt x="2774078" y="548652"/>
                    <a:pt x="2751709" y="544744"/>
                    <a:pt x="2729702" y="540354"/>
                  </a:cubicBezTo>
                  <a:lnTo>
                    <a:pt x="2663758" y="527322"/>
                  </a:lnTo>
                  <a:lnTo>
                    <a:pt x="2630927" y="520495"/>
                  </a:lnTo>
                  <a:lnTo>
                    <a:pt x="2597965" y="515024"/>
                  </a:lnTo>
                  <a:cubicBezTo>
                    <a:pt x="2575970" y="511449"/>
                    <a:pt x="2554112" y="507795"/>
                    <a:pt x="2532205" y="503895"/>
                  </a:cubicBezTo>
                  <a:cubicBezTo>
                    <a:pt x="2357016" y="475037"/>
                    <a:pt x="2182954" y="456682"/>
                    <a:pt x="2010064" y="452552"/>
                  </a:cubicBezTo>
                  <a:cubicBezTo>
                    <a:pt x="1837255" y="448558"/>
                    <a:pt x="1665388" y="457916"/>
                    <a:pt x="1494552" y="485055"/>
                  </a:cubicBezTo>
                  <a:cubicBezTo>
                    <a:pt x="1452133" y="492816"/>
                    <a:pt x="1409569" y="501117"/>
                    <a:pt x="1366896" y="509389"/>
                  </a:cubicBezTo>
                  <a:cubicBezTo>
                    <a:pt x="1324862" y="520035"/>
                    <a:pt x="1282333" y="529505"/>
                    <a:pt x="1240175" y="541045"/>
                  </a:cubicBezTo>
                  <a:lnTo>
                    <a:pt x="1177438" y="560170"/>
                  </a:lnTo>
                  <a:lnTo>
                    <a:pt x="1145987" y="569826"/>
                  </a:lnTo>
                  <a:lnTo>
                    <a:pt x="1130315" y="574669"/>
                  </a:lnTo>
                  <a:lnTo>
                    <a:pt x="1114873" y="580384"/>
                  </a:lnTo>
                  <a:lnTo>
                    <a:pt x="1052839" y="602943"/>
                  </a:lnTo>
                  <a:cubicBezTo>
                    <a:pt x="1032151" y="610499"/>
                    <a:pt x="1011255" y="617535"/>
                    <a:pt x="991135" y="626866"/>
                  </a:cubicBezTo>
                  <a:lnTo>
                    <a:pt x="930179" y="653191"/>
                  </a:lnTo>
                  <a:cubicBezTo>
                    <a:pt x="909850" y="662002"/>
                    <a:pt x="889443" y="670676"/>
                    <a:pt x="869768" y="680937"/>
                  </a:cubicBezTo>
                  <a:lnTo>
                    <a:pt x="810085" y="710734"/>
                  </a:lnTo>
                  <a:cubicBezTo>
                    <a:pt x="790331" y="720859"/>
                    <a:pt x="770124" y="730514"/>
                    <a:pt x="751220" y="741794"/>
                  </a:cubicBezTo>
                  <a:cubicBezTo>
                    <a:pt x="673929" y="784955"/>
                    <a:pt x="598827" y="830326"/>
                    <a:pt x="532669" y="881688"/>
                  </a:cubicBezTo>
                  <a:cubicBezTo>
                    <a:pt x="464226" y="931625"/>
                    <a:pt x="406969" y="988270"/>
                    <a:pt x="354185" y="1050286"/>
                  </a:cubicBezTo>
                  <a:lnTo>
                    <a:pt x="315980" y="1098125"/>
                  </a:lnTo>
                  <a:lnTo>
                    <a:pt x="280345" y="1149782"/>
                  </a:lnTo>
                  <a:cubicBezTo>
                    <a:pt x="268144" y="1166335"/>
                    <a:pt x="257438" y="1185955"/>
                    <a:pt x="245890" y="1203959"/>
                  </a:cubicBezTo>
                  <a:cubicBezTo>
                    <a:pt x="234552" y="1222481"/>
                    <a:pt x="223171" y="1240298"/>
                    <a:pt x="212162" y="1260184"/>
                  </a:cubicBezTo>
                  <a:cubicBezTo>
                    <a:pt x="168299" y="1337574"/>
                    <a:pt x="125055" y="1419360"/>
                    <a:pt x="80716" y="1502476"/>
                  </a:cubicBezTo>
                  <a:lnTo>
                    <a:pt x="0" y="1648841"/>
                  </a:lnTo>
                  <a:lnTo>
                    <a:pt x="0" y="954863"/>
                  </a:lnTo>
                  <a:lnTo>
                    <a:pt x="43491" y="895513"/>
                  </a:lnTo>
                  <a:cubicBezTo>
                    <a:pt x="59888" y="874984"/>
                    <a:pt x="77014" y="854766"/>
                    <a:pt x="93923" y="834489"/>
                  </a:cubicBezTo>
                  <a:cubicBezTo>
                    <a:pt x="163245" y="754880"/>
                    <a:pt x="240806" y="679565"/>
                    <a:pt x="323465" y="617671"/>
                  </a:cubicBezTo>
                  <a:cubicBezTo>
                    <a:pt x="405002" y="553042"/>
                    <a:pt x="490132" y="499230"/>
                    <a:pt x="574777" y="446794"/>
                  </a:cubicBezTo>
                  <a:cubicBezTo>
                    <a:pt x="595733" y="433050"/>
                    <a:pt x="617442" y="421248"/>
                    <a:pt x="638943" y="408925"/>
                  </a:cubicBezTo>
                  <a:lnTo>
                    <a:pt x="703505" y="371742"/>
                  </a:lnTo>
                  <a:cubicBezTo>
                    <a:pt x="724798" y="358900"/>
                    <a:pt x="747120" y="347842"/>
                    <a:pt x="769262" y="336154"/>
                  </a:cubicBezTo>
                  <a:lnTo>
                    <a:pt x="835552" y="301173"/>
                  </a:lnTo>
                  <a:cubicBezTo>
                    <a:pt x="857427" y="289183"/>
                    <a:pt x="880470" y="278896"/>
                    <a:pt x="902979" y="268004"/>
                  </a:cubicBezTo>
                  <a:lnTo>
                    <a:pt x="971127" y="235607"/>
                  </a:lnTo>
                  <a:lnTo>
                    <a:pt x="988238" y="227556"/>
                  </a:lnTo>
                  <a:lnTo>
                    <a:pt x="1005744" y="220191"/>
                  </a:lnTo>
                  <a:lnTo>
                    <a:pt x="1040729" y="205569"/>
                  </a:lnTo>
                  <a:lnTo>
                    <a:pt x="1110835" y="176248"/>
                  </a:lnTo>
                  <a:cubicBezTo>
                    <a:pt x="1157999" y="157703"/>
                    <a:pt x="1206322" y="141323"/>
                    <a:pt x="1254256" y="123796"/>
                  </a:cubicBezTo>
                  <a:cubicBezTo>
                    <a:pt x="1302938" y="108671"/>
                    <a:pt x="1352074" y="94017"/>
                    <a:pt x="1401310" y="79852"/>
                  </a:cubicBezTo>
                  <a:cubicBezTo>
                    <a:pt x="1599497" y="26774"/>
                    <a:pt x="1806373" y="-329"/>
                    <a:pt x="2011811" y="4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4EB0574F-8C08-F64F-8ACA-B4105A8DAD0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297400"/>
              <a:ext cx="5215811" cy="6107388"/>
            </a:xfrm>
            <a:custGeom>
              <a:avLst/>
              <a:gdLst>
                <a:gd name="connsiteX0" fmla="*/ 1869139 w 5215811"/>
                <a:gd name="connsiteY0" fmla="*/ 9 h 6107388"/>
                <a:gd name="connsiteX1" fmla="*/ 2791149 w 5215811"/>
                <a:gd name="connsiteY1" fmla="*/ 130229 h 6107388"/>
                <a:gd name="connsiteX2" fmla="*/ 4760307 w 5215811"/>
                <a:gd name="connsiteY2" fmla="*/ 1608408 h 6107388"/>
                <a:gd name="connsiteX3" fmla="*/ 5108574 w 5215811"/>
                <a:gd name="connsiteY3" fmla="*/ 4050383 h 6107388"/>
                <a:gd name="connsiteX4" fmla="*/ 3434916 w 5215811"/>
                <a:gd name="connsiteY4" fmla="*/ 5503134 h 6107388"/>
                <a:gd name="connsiteX5" fmla="*/ 1137841 w 5215811"/>
                <a:gd name="connsiteY5" fmla="*/ 6033968 h 6107388"/>
                <a:gd name="connsiteX6" fmla="*/ 217555 w 5215811"/>
                <a:gd name="connsiteY6" fmla="*/ 5598945 h 6107388"/>
                <a:gd name="connsiteX7" fmla="*/ 0 w 5215811"/>
                <a:gd name="connsiteY7" fmla="*/ 5419622 h 6107388"/>
                <a:gd name="connsiteX8" fmla="*/ 0 w 5215811"/>
                <a:gd name="connsiteY8" fmla="*/ 4571683 h 6107388"/>
                <a:gd name="connsiteX9" fmla="*/ 18056 w 5215811"/>
                <a:gd name="connsiteY9" fmla="*/ 4599282 h 6107388"/>
                <a:gd name="connsiteX10" fmla="*/ 358324 w 5215811"/>
                <a:gd name="connsiteY10" fmla="*/ 4988154 h 6107388"/>
                <a:gd name="connsiteX11" fmla="*/ 1282741 w 5215811"/>
                <a:gd name="connsiteY11" fmla="*/ 5493193 h 6107388"/>
                <a:gd name="connsiteX12" fmla="*/ 2172794 w 5215811"/>
                <a:gd name="connsiteY12" fmla="*/ 5470630 h 6107388"/>
                <a:gd name="connsiteX13" fmla="*/ 3146893 w 5215811"/>
                <a:gd name="connsiteY13" fmla="*/ 5016296 h 6107388"/>
                <a:gd name="connsiteX14" fmla="*/ 3574114 w 5215811"/>
                <a:gd name="connsiteY14" fmla="*/ 4791124 h 6107388"/>
                <a:gd name="connsiteX15" fmla="*/ 4244948 w 5215811"/>
                <a:gd name="connsiteY15" fmla="*/ 4392664 h 6107388"/>
                <a:gd name="connsiteX16" fmla="*/ 4556385 w 5215811"/>
                <a:gd name="connsiteY16" fmla="*/ 3902656 h 6107388"/>
                <a:gd name="connsiteX17" fmla="*/ 4616354 w 5215811"/>
                <a:gd name="connsiteY17" fmla="*/ 2851680 h 6107388"/>
                <a:gd name="connsiteX18" fmla="*/ 4269266 w 5215811"/>
                <a:gd name="connsiteY18" fmla="*/ 1889625 h 6107388"/>
                <a:gd name="connsiteX19" fmla="*/ 2645976 w 5215811"/>
                <a:gd name="connsiteY19" fmla="*/ 671162 h 6107388"/>
                <a:gd name="connsiteX20" fmla="*/ 1648930 w 5215811"/>
                <a:gd name="connsiteY20" fmla="*/ 573017 h 6107388"/>
                <a:gd name="connsiteX21" fmla="*/ 771768 w 5215811"/>
                <a:gd name="connsiteY21" fmla="*/ 865882 h 6107388"/>
                <a:gd name="connsiteX22" fmla="*/ 433617 w 5215811"/>
                <a:gd name="connsiteY22" fmla="*/ 1119441 h 6107388"/>
                <a:gd name="connsiteX23" fmla="*/ 200571 w 5215811"/>
                <a:gd name="connsiteY23" fmla="*/ 1486480 h 6107388"/>
                <a:gd name="connsiteX24" fmla="*/ 47077 w 5215811"/>
                <a:gd name="connsiteY24" fmla="*/ 1753604 h 6107388"/>
                <a:gd name="connsiteX25" fmla="*/ 0 w 5215811"/>
                <a:gd name="connsiteY25" fmla="*/ 1831655 h 6107388"/>
                <a:gd name="connsiteX26" fmla="*/ 0 w 5215811"/>
                <a:gd name="connsiteY26" fmla="*/ 751112 h 6107388"/>
                <a:gd name="connsiteX27" fmla="*/ 6994 w 5215811"/>
                <a:gd name="connsiteY27" fmla="*/ 742614 h 6107388"/>
                <a:gd name="connsiteX28" fmla="*/ 484047 w 5215811"/>
                <a:gd name="connsiteY28" fmla="*/ 378777 h 6107388"/>
                <a:gd name="connsiteX29" fmla="*/ 1869139 w 5215811"/>
                <a:gd name="connsiteY29" fmla="*/ 9 h 61073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5811" h="6107388">
                  <a:moveTo>
                    <a:pt x="1869139" y="9"/>
                  </a:moveTo>
                  <a:cubicBezTo>
                    <a:pt x="2160924" y="-706"/>
                    <a:pt x="2465752" y="43039"/>
                    <a:pt x="2791149" y="130229"/>
                  </a:cubicBezTo>
                  <a:cubicBezTo>
                    <a:pt x="3651198" y="360678"/>
                    <a:pt x="4339884" y="907924"/>
                    <a:pt x="4760307" y="1608408"/>
                  </a:cubicBezTo>
                  <a:cubicBezTo>
                    <a:pt x="5188180" y="2321320"/>
                    <a:pt x="5338357" y="3192822"/>
                    <a:pt x="5108574" y="4050383"/>
                  </a:cubicBezTo>
                  <a:cubicBezTo>
                    <a:pt x="4880820" y="4900373"/>
                    <a:pt x="4152841" y="5098512"/>
                    <a:pt x="3434916" y="5503134"/>
                  </a:cubicBezTo>
                  <a:cubicBezTo>
                    <a:pt x="2717099" y="5907783"/>
                    <a:pt x="2005568" y="6266474"/>
                    <a:pt x="1137841" y="6033968"/>
                  </a:cubicBezTo>
                  <a:cubicBezTo>
                    <a:pt x="783079" y="5938910"/>
                    <a:pt x="479573" y="5790114"/>
                    <a:pt x="217555" y="5598945"/>
                  </a:cubicBezTo>
                  <a:lnTo>
                    <a:pt x="0" y="5419622"/>
                  </a:lnTo>
                  <a:lnTo>
                    <a:pt x="0" y="4571683"/>
                  </a:lnTo>
                  <a:lnTo>
                    <a:pt x="18056" y="4599282"/>
                  </a:lnTo>
                  <a:cubicBezTo>
                    <a:pt x="124071" y="4746782"/>
                    <a:pt x="237002" y="4875718"/>
                    <a:pt x="358324" y="4988154"/>
                  </a:cubicBezTo>
                  <a:cubicBezTo>
                    <a:pt x="621323" y="5231809"/>
                    <a:pt x="923667" y="5396979"/>
                    <a:pt x="1282741" y="5493193"/>
                  </a:cubicBezTo>
                  <a:cubicBezTo>
                    <a:pt x="1573894" y="5571207"/>
                    <a:pt x="1856732" y="5563878"/>
                    <a:pt x="2172794" y="5470630"/>
                  </a:cubicBezTo>
                  <a:cubicBezTo>
                    <a:pt x="2498985" y="5374183"/>
                    <a:pt x="2832844" y="5193315"/>
                    <a:pt x="3146893" y="5016296"/>
                  </a:cubicBezTo>
                  <a:cubicBezTo>
                    <a:pt x="3293538" y="4933641"/>
                    <a:pt x="3436182" y="4861160"/>
                    <a:pt x="3574114" y="4791124"/>
                  </a:cubicBezTo>
                  <a:cubicBezTo>
                    <a:pt x="3841238" y="4655550"/>
                    <a:pt x="4071901" y="4538375"/>
                    <a:pt x="4244948" y="4392664"/>
                  </a:cubicBezTo>
                  <a:cubicBezTo>
                    <a:pt x="4405844" y="4257259"/>
                    <a:pt x="4501845" y="4106204"/>
                    <a:pt x="4556385" y="3902656"/>
                  </a:cubicBezTo>
                  <a:cubicBezTo>
                    <a:pt x="4649063" y="3556776"/>
                    <a:pt x="4669271" y="3203187"/>
                    <a:pt x="4616354" y="2851680"/>
                  </a:cubicBezTo>
                  <a:cubicBezTo>
                    <a:pt x="4565198" y="2511774"/>
                    <a:pt x="4448474" y="2188147"/>
                    <a:pt x="4269266" y="1889625"/>
                  </a:cubicBezTo>
                  <a:cubicBezTo>
                    <a:pt x="3907781" y="1287586"/>
                    <a:pt x="3331245" y="854780"/>
                    <a:pt x="2645976" y="671162"/>
                  </a:cubicBezTo>
                  <a:cubicBezTo>
                    <a:pt x="2278249" y="572630"/>
                    <a:pt x="1952074" y="540526"/>
                    <a:pt x="1648930" y="573017"/>
                  </a:cubicBezTo>
                  <a:cubicBezTo>
                    <a:pt x="1351746" y="604901"/>
                    <a:pt x="1064785" y="700731"/>
                    <a:pt x="771768" y="865882"/>
                  </a:cubicBezTo>
                  <a:cubicBezTo>
                    <a:pt x="568061" y="980657"/>
                    <a:pt x="486465" y="1058486"/>
                    <a:pt x="433617" y="1119441"/>
                  </a:cubicBezTo>
                  <a:cubicBezTo>
                    <a:pt x="358307" y="1206256"/>
                    <a:pt x="292149" y="1323808"/>
                    <a:pt x="200571" y="1486480"/>
                  </a:cubicBezTo>
                  <a:cubicBezTo>
                    <a:pt x="156644" y="1564432"/>
                    <a:pt x="106654" y="1653214"/>
                    <a:pt x="47077" y="1753604"/>
                  </a:cubicBezTo>
                  <a:lnTo>
                    <a:pt x="0" y="1831655"/>
                  </a:lnTo>
                  <a:lnTo>
                    <a:pt x="0" y="751112"/>
                  </a:lnTo>
                  <a:lnTo>
                    <a:pt x="6994" y="742614"/>
                  </a:lnTo>
                  <a:cubicBezTo>
                    <a:pt x="117721" y="617683"/>
                    <a:pt x="259696" y="505222"/>
                    <a:pt x="484047" y="378777"/>
                  </a:cubicBezTo>
                  <a:cubicBezTo>
                    <a:pt x="932751" y="125890"/>
                    <a:pt x="1382831" y="1200"/>
                    <a:pt x="1869139" y="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3F60872C-944E-E487-7575-8A1D93AFD62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319367"/>
              <a:ext cx="5217956" cy="6100079"/>
            </a:xfrm>
            <a:custGeom>
              <a:avLst/>
              <a:gdLst>
                <a:gd name="connsiteX0" fmla="*/ 1951393 w 5217956"/>
                <a:gd name="connsiteY0" fmla="*/ 82 h 6100079"/>
                <a:gd name="connsiteX1" fmla="*/ 2855177 w 5217956"/>
                <a:gd name="connsiteY1" fmla="*/ 125419 h 6100079"/>
                <a:gd name="connsiteX2" fmla="*/ 4779341 w 5217956"/>
                <a:gd name="connsiteY2" fmla="*/ 1591542 h 6100079"/>
                <a:gd name="connsiteX3" fmla="*/ 5108573 w 5217956"/>
                <a:gd name="connsiteY3" fmla="*/ 4028416 h 6100079"/>
                <a:gd name="connsiteX4" fmla="*/ 3459358 w 5217956"/>
                <a:gd name="connsiteY4" fmla="*/ 5487716 h 6100079"/>
                <a:gd name="connsiteX5" fmla="*/ 1203274 w 5217956"/>
                <a:gd name="connsiteY5" fmla="*/ 6029534 h 6100079"/>
                <a:gd name="connsiteX6" fmla="*/ 59920 w 5217956"/>
                <a:gd name="connsiteY6" fmla="*/ 5396467 h 6100079"/>
                <a:gd name="connsiteX7" fmla="*/ 0 w 5217956"/>
                <a:gd name="connsiteY7" fmla="*/ 5333382 h 6100079"/>
                <a:gd name="connsiteX8" fmla="*/ 0 w 5217956"/>
                <a:gd name="connsiteY8" fmla="*/ 4205833 h 6100079"/>
                <a:gd name="connsiteX9" fmla="*/ 58036 w 5217956"/>
                <a:gd name="connsiteY9" fmla="*/ 4310048 h 6100079"/>
                <a:gd name="connsiteX10" fmla="*/ 520779 w 5217956"/>
                <a:gd name="connsiteY10" fmla="*/ 4907591 h 6100079"/>
                <a:gd name="connsiteX11" fmla="*/ 1377154 w 5217956"/>
                <a:gd name="connsiteY11" fmla="*/ 5380604 h 6100079"/>
                <a:gd name="connsiteX12" fmla="*/ 3123340 w 5217956"/>
                <a:gd name="connsiteY12" fmla="*/ 4905715 h 6100079"/>
                <a:gd name="connsiteX13" fmla="*/ 3547863 w 5217956"/>
                <a:gd name="connsiteY13" fmla="*/ 4676342 h 6100079"/>
                <a:gd name="connsiteX14" fmla="*/ 4186753 w 5217956"/>
                <a:gd name="connsiteY14" fmla="*/ 4289376 h 6100079"/>
                <a:gd name="connsiteX15" fmla="*/ 4459565 w 5217956"/>
                <a:gd name="connsiteY15" fmla="*/ 3854399 h 6100079"/>
                <a:gd name="connsiteX16" fmla="*/ 4521015 w 5217956"/>
                <a:gd name="connsiteY16" fmla="*/ 2849377 h 6100079"/>
                <a:gd name="connsiteX17" fmla="*/ 4199723 w 5217956"/>
                <a:gd name="connsiteY17" fmla="*/ 1931213 h 6100079"/>
                <a:gd name="connsiteX18" fmla="*/ 2681217 w 5217956"/>
                <a:gd name="connsiteY18" fmla="*/ 774211 h 6100079"/>
                <a:gd name="connsiteX19" fmla="*/ 926547 w 5217956"/>
                <a:gd name="connsiteY19" fmla="*/ 967112 h 6100079"/>
                <a:gd name="connsiteX20" fmla="*/ 622677 w 5217956"/>
                <a:gd name="connsiteY20" fmla="*/ 1197863 h 6100079"/>
                <a:gd name="connsiteX21" fmla="*/ 404892 w 5217956"/>
                <a:gd name="connsiteY21" fmla="*/ 1547314 h 6100079"/>
                <a:gd name="connsiteX22" fmla="*/ 40135 w 5217956"/>
                <a:gd name="connsiteY22" fmla="*/ 2159090 h 6100079"/>
                <a:gd name="connsiteX23" fmla="*/ 0 w 5217956"/>
                <a:gd name="connsiteY23" fmla="*/ 2219367 h 6100079"/>
                <a:gd name="connsiteX24" fmla="*/ 0 w 5217956"/>
                <a:gd name="connsiteY24" fmla="*/ 915659 h 6100079"/>
                <a:gd name="connsiteX25" fmla="*/ 58609 w 5217956"/>
                <a:gd name="connsiteY25" fmla="*/ 828051 h 6100079"/>
                <a:gd name="connsiteX26" fmla="*/ 590688 w 5217956"/>
                <a:gd name="connsiteY26" fmla="*/ 385385 h 6100079"/>
                <a:gd name="connsiteX27" fmla="*/ 1951393 w 5217956"/>
                <a:gd name="connsiteY27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5217956" h="6100079">
                  <a:moveTo>
                    <a:pt x="1951393" y="82"/>
                  </a:moveTo>
                  <a:cubicBezTo>
                    <a:pt x="2237631" y="-2119"/>
                    <a:pt x="2536431" y="40011"/>
                    <a:pt x="2855177" y="125419"/>
                  </a:cubicBezTo>
                  <a:cubicBezTo>
                    <a:pt x="3697704" y="351173"/>
                    <a:pt x="4370490" y="894159"/>
                    <a:pt x="4779341" y="1591542"/>
                  </a:cubicBezTo>
                  <a:cubicBezTo>
                    <a:pt x="5195534" y="2301324"/>
                    <a:pt x="5338356" y="3170855"/>
                    <a:pt x="5108573" y="4028416"/>
                  </a:cubicBezTo>
                  <a:cubicBezTo>
                    <a:pt x="4880819" y="4878406"/>
                    <a:pt x="4165603" y="5079965"/>
                    <a:pt x="3459358" y="5487716"/>
                  </a:cubicBezTo>
                  <a:cubicBezTo>
                    <a:pt x="2753114" y="5895466"/>
                    <a:pt x="2053264" y="6257288"/>
                    <a:pt x="1203274" y="6029534"/>
                  </a:cubicBezTo>
                  <a:cubicBezTo>
                    <a:pt x="739884" y="5905369"/>
                    <a:pt x="366399" y="5685345"/>
                    <a:pt x="59920" y="5396467"/>
                  </a:cubicBezTo>
                  <a:lnTo>
                    <a:pt x="0" y="5333382"/>
                  </a:lnTo>
                  <a:lnTo>
                    <a:pt x="0" y="4205833"/>
                  </a:lnTo>
                  <a:lnTo>
                    <a:pt x="58036" y="4310048"/>
                  </a:lnTo>
                  <a:cubicBezTo>
                    <a:pt x="197935" y="4550245"/>
                    <a:pt x="350594" y="4747142"/>
                    <a:pt x="520779" y="4907591"/>
                  </a:cubicBezTo>
                  <a:cubicBezTo>
                    <a:pt x="763600" y="5136565"/>
                    <a:pt x="1043821" y="5291288"/>
                    <a:pt x="1377154" y="5380604"/>
                  </a:cubicBezTo>
                  <a:cubicBezTo>
                    <a:pt x="1963029" y="5537589"/>
                    <a:pt x="2470519" y="5282804"/>
                    <a:pt x="3123340" y="4905715"/>
                  </a:cubicBezTo>
                  <a:cubicBezTo>
                    <a:pt x="3269800" y="4821157"/>
                    <a:pt x="3411134" y="4747512"/>
                    <a:pt x="3547863" y="4676342"/>
                  </a:cubicBezTo>
                  <a:cubicBezTo>
                    <a:pt x="3804497" y="4542710"/>
                    <a:pt x="4026085" y="4427393"/>
                    <a:pt x="4186753" y="4289376"/>
                  </a:cubicBezTo>
                  <a:cubicBezTo>
                    <a:pt x="4329009" y="4167293"/>
                    <a:pt x="4410589" y="4037181"/>
                    <a:pt x="4459565" y="3854399"/>
                  </a:cubicBezTo>
                  <a:cubicBezTo>
                    <a:pt x="4548302" y="3523229"/>
                    <a:pt x="4568981" y="3185183"/>
                    <a:pt x="4521015" y="2849377"/>
                  </a:cubicBezTo>
                  <a:cubicBezTo>
                    <a:pt x="4474709" y="2524680"/>
                    <a:pt x="4366564" y="2215756"/>
                    <a:pt x="4199723" y="1931213"/>
                  </a:cubicBezTo>
                  <a:cubicBezTo>
                    <a:pt x="3863270" y="1357325"/>
                    <a:pt x="3323982" y="946439"/>
                    <a:pt x="2681217" y="774211"/>
                  </a:cubicBezTo>
                  <a:cubicBezTo>
                    <a:pt x="2001139" y="591984"/>
                    <a:pt x="1476322" y="649699"/>
                    <a:pt x="926547" y="967112"/>
                  </a:cubicBezTo>
                  <a:cubicBezTo>
                    <a:pt x="740730" y="1074393"/>
                    <a:pt x="668642" y="1143989"/>
                    <a:pt x="622677" y="1197863"/>
                  </a:cubicBezTo>
                  <a:cubicBezTo>
                    <a:pt x="555599" y="1276450"/>
                    <a:pt x="492360" y="1390031"/>
                    <a:pt x="404892" y="1547314"/>
                  </a:cubicBezTo>
                  <a:cubicBezTo>
                    <a:pt x="317047" y="1705133"/>
                    <a:pt x="204816" y="1906756"/>
                    <a:pt x="40135" y="2159090"/>
                  </a:cubicBezTo>
                  <a:lnTo>
                    <a:pt x="0" y="2219367"/>
                  </a:lnTo>
                  <a:lnTo>
                    <a:pt x="0" y="915659"/>
                  </a:lnTo>
                  <a:lnTo>
                    <a:pt x="58609" y="828051"/>
                  </a:lnTo>
                  <a:cubicBezTo>
                    <a:pt x="177453" y="670481"/>
                    <a:pt x="325846" y="538291"/>
                    <a:pt x="590688" y="385385"/>
                  </a:cubicBezTo>
                  <a:cubicBezTo>
                    <a:pt x="1032158" y="130559"/>
                    <a:pt x="1474329" y="3750"/>
                    <a:pt x="1951393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A1F373BD-7C6A-8711-10B6-4729CDBD049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319367"/>
              <a:ext cx="5217957" cy="6100079"/>
            </a:xfrm>
            <a:custGeom>
              <a:avLst/>
              <a:gdLst>
                <a:gd name="connsiteX0" fmla="*/ 1951394 w 5217957"/>
                <a:gd name="connsiteY0" fmla="*/ 82 h 6100079"/>
                <a:gd name="connsiteX1" fmla="*/ 2855178 w 5217957"/>
                <a:gd name="connsiteY1" fmla="*/ 125419 h 6100079"/>
                <a:gd name="connsiteX2" fmla="*/ 4779341 w 5217957"/>
                <a:gd name="connsiteY2" fmla="*/ 1591542 h 6100079"/>
                <a:gd name="connsiteX3" fmla="*/ 5108574 w 5217957"/>
                <a:gd name="connsiteY3" fmla="*/ 4028416 h 6100079"/>
                <a:gd name="connsiteX4" fmla="*/ 3459359 w 5217957"/>
                <a:gd name="connsiteY4" fmla="*/ 5487716 h 6100079"/>
                <a:gd name="connsiteX5" fmla="*/ 1203275 w 5217957"/>
                <a:gd name="connsiteY5" fmla="*/ 6029534 h 6100079"/>
                <a:gd name="connsiteX6" fmla="*/ 59921 w 5217957"/>
                <a:gd name="connsiteY6" fmla="*/ 5396467 h 6100079"/>
                <a:gd name="connsiteX7" fmla="*/ 0 w 5217957"/>
                <a:gd name="connsiteY7" fmla="*/ 5333381 h 6100079"/>
                <a:gd name="connsiteX8" fmla="*/ 0 w 5217957"/>
                <a:gd name="connsiteY8" fmla="*/ 4427327 h 6100079"/>
                <a:gd name="connsiteX9" fmla="*/ 112056 w 5217957"/>
                <a:gd name="connsiteY9" fmla="*/ 4602502 h 6100079"/>
                <a:gd name="connsiteX10" fmla="*/ 443875 w 5217957"/>
                <a:gd name="connsiteY10" fmla="*/ 4989110 h 6100079"/>
                <a:gd name="connsiteX11" fmla="*/ 1348175 w 5217957"/>
                <a:gd name="connsiteY11" fmla="*/ 5488759 h 6100079"/>
                <a:gd name="connsiteX12" fmla="*/ 2221463 w 5217957"/>
                <a:gd name="connsiteY12" fmla="*/ 5461704 h 6100079"/>
                <a:gd name="connsiteX13" fmla="*/ 3179339 w 5217957"/>
                <a:gd name="connsiteY13" fmla="*/ 5003023 h 6100079"/>
                <a:gd name="connsiteX14" fmla="*/ 3599638 w 5217957"/>
                <a:gd name="connsiteY14" fmla="*/ 4775996 h 6100079"/>
                <a:gd name="connsiteX15" fmla="*/ 4259765 w 5217957"/>
                <a:gd name="connsiteY15" fmla="*/ 4374667 h 6100079"/>
                <a:gd name="connsiteX16" fmla="*/ 4567742 w 5217957"/>
                <a:gd name="connsiteY16" fmla="*/ 3883732 h 6100079"/>
                <a:gd name="connsiteX17" fmla="*/ 4631929 w 5217957"/>
                <a:gd name="connsiteY17" fmla="*/ 2833886 h 6100079"/>
                <a:gd name="connsiteX18" fmla="*/ 4296412 w 5217957"/>
                <a:gd name="connsiteY18" fmla="*/ 1874932 h 6100079"/>
                <a:gd name="connsiteX19" fmla="*/ 2710219 w 5217957"/>
                <a:gd name="connsiteY19" fmla="*/ 666410 h 6100079"/>
                <a:gd name="connsiteX20" fmla="*/ 1732642 w 5217957"/>
                <a:gd name="connsiteY20" fmla="*/ 573480 h 6100079"/>
                <a:gd name="connsiteX21" fmla="*/ 870621 w 5217957"/>
                <a:gd name="connsiteY21" fmla="*/ 870402 h 6100079"/>
                <a:gd name="connsiteX22" fmla="*/ 537555 w 5217957"/>
                <a:gd name="connsiteY22" fmla="*/ 1125324 h 6100079"/>
                <a:gd name="connsiteX23" fmla="*/ 306995 w 5217957"/>
                <a:gd name="connsiteY23" fmla="*/ 1493030 h 6100079"/>
                <a:gd name="connsiteX24" fmla="*/ 23579 w 5217957"/>
                <a:gd name="connsiteY24" fmla="*/ 1977465 h 6100079"/>
                <a:gd name="connsiteX25" fmla="*/ 0 w 5217957"/>
                <a:gd name="connsiteY25" fmla="*/ 2014291 h 6100079"/>
                <a:gd name="connsiteX26" fmla="*/ 0 w 5217957"/>
                <a:gd name="connsiteY26" fmla="*/ 915660 h 6100079"/>
                <a:gd name="connsiteX27" fmla="*/ 58609 w 5217957"/>
                <a:gd name="connsiteY27" fmla="*/ 828051 h 6100079"/>
                <a:gd name="connsiteX28" fmla="*/ 590689 w 5217957"/>
                <a:gd name="connsiteY28" fmla="*/ 385385 h 6100079"/>
                <a:gd name="connsiteX29" fmla="*/ 1951394 w 5217957"/>
                <a:gd name="connsiteY29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7957" h="6100079">
                  <a:moveTo>
                    <a:pt x="1951394" y="82"/>
                  </a:moveTo>
                  <a:cubicBezTo>
                    <a:pt x="2237632" y="-2119"/>
                    <a:pt x="2536431" y="40011"/>
                    <a:pt x="2855178" y="125419"/>
                  </a:cubicBezTo>
                  <a:cubicBezTo>
                    <a:pt x="3697704" y="351173"/>
                    <a:pt x="4370491" y="894159"/>
                    <a:pt x="4779341" y="1591542"/>
                  </a:cubicBezTo>
                  <a:cubicBezTo>
                    <a:pt x="5195535" y="2301324"/>
                    <a:pt x="5338357" y="3170855"/>
                    <a:pt x="5108574" y="4028416"/>
                  </a:cubicBezTo>
                  <a:cubicBezTo>
                    <a:pt x="4880820" y="4878406"/>
                    <a:pt x="4165604" y="5079965"/>
                    <a:pt x="3459359" y="5487716"/>
                  </a:cubicBezTo>
                  <a:cubicBezTo>
                    <a:pt x="2753115" y="5895466"/>
                    <a:pt x="2053265" y="6257288"/>
                    <a:pt x="1203275" y="6029534"/>
                  </a:cubicBezTo>
                  <a:cubicBezTo>
                    <a:pt x="739885" y="5905369"/>
                    <a:pt x="366400" y="5685345"/>
                    <a:pt x="59921" y="5396467"/>
                  </a:cubicBezTo>
                  <a:lnTo>
                    <a:pt x="0" y="5333381"/>
                  </a:lnTo>
                  <a:lnTo>
                    <a:pt x="0" y="4427327"/>
                  </a:lnTo>
                  <a:lnTo>
                    <a:pt x="112056" y="4602502"/>
                  </a:lnTo>
                  <a:cubicBezTo>
                    <a:pt x="215300" y="4749260"/>
                    <a:pt x="325419" y="4877443"/>
                    <a:pt x="443875" y="4989110"/>
                  </a:cubicBezTo>
                  <a:cubicBezTo>
                    <a:pt x="700709" y="5231113"/>
                    <a:pt x="996455" y="5394516"/>
                    <a:pt x="1348175" y="5488759"/>
                  </a:cubicBezTo>
                  <a:cubicBezTo>
                    <a:pt x="1633379" y="5565179"/>
                    <a:pt x="1910917" y="5556430"/>
                    <a:pt x="2221463" y="5461704"/>
                  </a:cubicBezTo>
                  <a:cubicBezTo>
                    <a:pt x="2541923" y="5363721"/>
                    <a:pt x="2870374" y="5181404"/>
                    <a:pt x="3179339" y="5003023"/>
                  </a:cubicBezTo>
                  <a:cubicBezTo>
                    <a:pt x="3323713" y="4919760"/>
                    <a:pt x="3463978" y="4846641"/>
                    <a:pt x="3599638" y="4775996"/>
                  </a:cubicBezTo>
                  <a:cubicBezTo>
                    <a:pt x="3862436" y="4639263"/>
                    <a:pt x="4089314" y="4521074"/>
                    <a:pt x="4259765" y="4374667"/>
                  </a:cubicBezTo>
                  <a:cubicBezTo>
                    <a:pt x="4418282" y="4238625"/>
                    <a:pt x="4513201" y="4087280"/>
                    <a:pt x="4567742" y="3883732"/>
                  </a:cubicBezTo>
                  <a:cubicBezTo>
                    <a:pt x="4660420" y="3537853"/>
                    <a:pt x="4682033" y="3184640"/>
                    <a:pt x="4631929" y="2833886"/>
                  </a:cubicBezTo>
                  <a:cubicBezTo>
                    <a:pt x="4583584" y="2494734"/>
                    <a:pt x="4470646" y="2172121"/>
                    <a:pt x="4296412" y="1874932"/>
                  </a:cubicBezTo>
                  <a:cubicBezTo>
                    <a:pt x="3944879" y="1275559"/>
                    <a:pt x="3381537" y="846289"/>
                    <a:pt x="2710219" y="666410"/>
                  </a:cubicBezTo>
                  <a:cubicBezTo>
                    <a:pt x="2349955" y="569877"/>
                    <a:pt x="2030161" y="539483"/>
                    <a:pt x="1732642" y="573480"/>
                  </a:cubicBezTo>
                  <a:cubicBezTo>
                    <a:pt x="1440866" y="606814"/>
                    <a:pt x="1158880" y="703976"/>
                    <a:pt x="870621" y="870402"/>
                  </a:cubicBezTo>
                  <a:cubicBezTo>
                    <a:pt x="670160" y="986048"/>
                    <a:pt x="589753" y="1064195"/>
                    <a:pt x="537555" y="1125324"/>
                  </a:cubicBezTo>
                  <a:cubicBezTo>
                    <a:pt x="463218" y="1212400"/>
                    <a:pt x="397708" y="1330125"/>
                    <a:pt x="306995" y="1493030"/>
                  </a:cubicBezTo>
                  <a:cubicBezTo>
                    <a:pt x="234596" y="1623167"/>
                    <a:pt x="145436" y="1783409"/>
                    <a:pt x="23579" y="1977465"/>
                  </a:cubicBezTo>
                  <a:lnTo>
                    <a:pt x="0" y="2014291"/>
                  </a:lnTo>
                  <a:lnTo>
                    <a:pt x="0" y="915660"/>
                  </a:lnTo>
                  <a:lnTo>
                    <a:pt x="58609" y="828051"/>
                  </a:lnTo>
                  <a:cubicBezTo>
                    <a:pt x="177453" y="670481"/>
                    <a:pt x="325847" y="538291"/>
                    <a:pt x="590689" y="385385"/>
                  </a:cubicBezTo>
                  <a:cubicBezTo>
                    <a:pt x="1032159" y="130559"/>
                    <a:pt x="1474330" y="3750"/>
                    <a:pt x="1951394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2" name="Titel 1">
            <a:extLst>
              <a:ext uri="{FF2B5EF4-FFF2-40B4-BE49-F238E27FC236}">
                <a16:creationId xmlns:a16="http://schemas.microsoft.com/office/drawing/2014/main" id="{851989D3-040B-D03C-64F2-D89A0A97C3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1529" y="1243013"/>
            <a:ext cx="3855720" cy="4371974"/>
          </a:xfrm>
        </p:spPr>
        <p:txBody>
          <a:bodyPr>
            <a:normAutofit/>
          </a:bodyPr>
          <a:lstStyle/>
          <a:p>
            <a:r>
              <a:rPr lang="de-DE" sz="3600" b="1" dirty="0">
                <a:solidFill>
                  <a:schemeClr val="accent2"/>
                </a:solidFill>
                <a:latin typeface="Orbitron" pitchFamily="2" charset="0"/>
              </a:rPr>
              <a:t>Brainstorming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89AD71FB-B40C-71DE-A41A-BF316A4079F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629247" y="993604"/>
            <a:ext cx="5221224" cy="5230368"/>
          </a:xfrm>
        </p:spPr>
        <p:txBody>
          <a:bodyPr anchor="ctr">
            <a:normAutofit/>
          </a:bodyPr>
          <a:lstStyle/>
          <a:p>
            <a:pPr marL="0" indent="0">
              <a:buNone/>
            </a:pPr>
            <a:endParaRPr lang="de-DE" sz="2000" dirty="0">
              <a:solidFill>
                <a:schemeClr val="tx2"/>
              </a:solidFill>
            </a:endParaRPr>
          </a:p>
          <a:p>
            <a:pPr marL="0" indent="0">
              <a:buNone/>
            </a:pPr>
            <a:endParaRPr lang="de-DE" sz="2000" dirty="0">
              <a:solidFill>
                <a:schemeClr val="tx2"/>
              </a:solidFill>
            </a:endParaRPr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440F5775-A23F-24AA-16A4-F21418F0AE3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90689" y="2356651"/>
            <a:ext cx="3726562" cy="2789557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6" name="Textfeld 5">
            <a:extLst>
              <a:ext uri="{FF2B5EF4-FFF2-40B4-BE49-F238E27FC236}">
                <a16:creationId xmlns:a16="http://schemas.microsoft.com/office/drawing/2014/main" id="{536ACA2A-1729-38CA-C8B8-F2F2F5D1B0D0}"/>
              </a:ext>
            </a:extLst>
          </p:cNvPr>
          <p:cNvSpPr txBox="1"/>
          <p:nvPr/>
        </p:nvSpPr>
        <p:spPr>
          <a:xfrm>
            <a:off x="6690689" y="1629017"/>
            <a:ext cx="2564781" cy="461665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de-DE" sz="2400" dirty="0"/>
              <a:t>Mindmap:</a:t>
            </a:r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D832A149-F5B4-E08D-330C-94BDE230BBDB}"/>
              </a:ext>
            </a:extLst>
          </p:cNvPr>
          <p:cNvSpPr/>
          <p:nvPr/>
        </p:nvSpPr>
        <p:spPr>
          <a:xfrm>
            <a:off x="10810984" y="-1"/>
            <a:ext cx="1019991" cy="147437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pic>
        <p:nvPicPr>
          <p:cNvPr id="9" name="Grafik 8" descr="Kopf mit Zahnrädern Silhouette">
            <a:extLst>
              <a:ext uri="{FF2B5EF4-FFF2-40B4-BE49-F238E27FC236}">
                <a16:creationId xmlns:a16="http://schemas.microsoft.com/office/drawing/2014/main" id="{8E9DF06F-B478-B573-94B0-C6CB89DD648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916575" y="508838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6768310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BB382AB-13D7-330A-095F-8FEA6D7CD2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0997D57D-DD5C-F874-5FE0-0588290E64F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FEC7B3C-2875-8C2E-901E-26528D11F6A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800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B54C7F7A-8A86-D6C8-561F-704257696F8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21863" y="508838"/>
            <a:ext cx="5217958" cy="6239661"/>
            <a:chOff x="-19221" y="251144"/>
            <a:chExt cx="5217958" cy="6239661"/>
          </a:xfrm>
        </p:grpSpPr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3BEA2765-98E6-68F5-665C-8A3924327A1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251144"/>
              <a:ext cx="5187198" cy="6239661"/>
            </a:xfrm>
            <a:custGeom>
              <a:avLst/>
              <a:gdLst>
                <a:gd name="connsiteX0" fmla="*/ 2011811 w 5187198"/>
                <a:gd name="connsiteY0" fmla="*/ 4 h 6239661"/>
                <a:gd name="connsiteX1" fmla="*/ 2617011 w 5187198"/>
                <a:gd name="connsiteY1" fmla="*/ 70590 h 6239661"/>
                <a:gd name="connsiteX2" fmla="*/ 2690321 w 5187198"/>
                <a:gd name="connsiteY2" fmla="*/ 88146 h 6239661"/>
                <a:gd name="connsiteX3" fmla="*/ 2726863 w 5187198"/>
                <a:gd name="connsiteY3" fmla="*/ 97127 h 6239661"/>
                <a:gd name="connsiteX4" fmla="*/ 2762951 w 5187198"/>
                <a:gd name="connsiteY4" fmla="*/ 107375 h 6239661"/>
                <a:gd name="connsiteX5" fmla="*/ 2834843 w 5187198"/>
                <a:gd name="connsiteY5" fmla="*/ 128493 h 6239661"/>
                <a:gd name="connsiteX6" fmla="*/ 2906574 w 5187198"/>
                <a:gd name="connsiteY6" fmla="*/ 151076 h 6239661"/>
                <a:gd name="connsiteX7" fmla="*/ 3049504 w 5187198"/>
                <a:gd name="connsiteY7" fmla="*/ 202124 h 6239661"/>
                <a:gd name="connsiteX8" fmla="*/ 3189518 w 5187198"/>
                <a:gd name="connsiteY8" fmla="*/ 260159 h 6239661"/>
                <a:gd name="connsiteX9" fmla="*/ 3326048 w 5187198"/>
                <a:gd name="connsiteY9" fmla="*/ 325143 h 6239661"/>
                <a:gd name="connsiteX10" fmla="*/ 3459166 w 5187198"/>
                <a:gd name="connsiteY10" fmla="*/ 395936 h 6239661"/>
                <a:gd name="connsiteX11" fmla="*/ 3588578 w 5187198"/>
                <a:gd name="connsiteY11" fmla="*/ 472343 h 6239661"/>
                <a:gd name="connsiteX12" fmla="*/ 3651864 w 5187198"/>
                <a:gd name="connsiteY12" fmla="*/ 512600 h 6239661"/>
                <a:gd name="connsiteX13" fmla="*/ 3714514 w 5187198"/>
                <a:gd name="connsiteY13" fmla="*/ 553499 h 6239661"/>
                <a:gd name="connsiteX14" fmla="*/ 4181221 w 5187198"/>
                <a:gd name="connsiteY14" fmla="*/ 922912 h 6239661"/>
                <a:gd name="connsiteX15" fmla="*/ 4582963 w 5187198"/>
                <a:gd name="connsiteY15" fmla="*/ 1358264 h 6239661"/>
                <a:gd name="connsiteX16" fmla="*/ 4670721 w 5187198"/>
                <a:gd name="connsiteY16" fmla="*/ 1477644 h 6239661"/>
                <a:gd name="connsiteX17" fmla="*/ 4752378 w 5187198"/>
                <a:gd name="connsiteY17" fmla="*/ 1601187 h 6239661"/>
                <a:gd name="connsiteX18" fmla="*/ 4772168 w 5187198"/>
                <a:gd name="connsiteY18" fmla="*/ 1632456 h 6239661"/>
                <a:gd name="connsiteX19" fmla="*/ 4782117 w 5187198"/>
                <a:gd name="connsiteY19" fmla="*/ 1648104 h 6239661"/>
                <a:gd name="connsiteX20" fmla="*/ 4791381 w 5187198"/>
                <a:gd name="connsiteY20" fmla="*/ 1664150 h 6239661"/>
                <a:gd name="connsiteX21" fmla="*/ 4828190 w 5187198"/>
                <a:gd name="connsiteY21" fmla="*/ 1728379 h 6239661"/>
                <a:gd name="connsiteX22" fmla="*/ 4864832 w 5187198"/>
                <a:gd name="connsiteY22" fmla="*/ 1792796 h 6239661"/>
                <a:gd name="connsiteX23" fmla="*/ 4899201 w 5187198"/>
                <a:gd name="connsiteY23" fmla="*/ 1858342 h 6239661"/>
                <a:gd name="connsiteX24" fmla="*/ 4933266 w 5187198"/>
                <a:gd name="connsiteY24" fmla="*/ 1924155 h 6239661"/>
                <a:gd name="connsiteX25" fmla="*/ 4964403 w 5187198"/>
                <a:gd name="connsiteY25" fmla="*/ 1991384 h 6239661"/>
                <a:gd name="connsiteX26" fmla="*/ 4995019 w 5187198"/>
                <a:gd name="connsiteY26" fmla="*/ 2058823 h 6239661"/>
                <a:gd name="connsiteX27" fmla="*/ 5021999 w 5187198"/>
                <a:gd name="connsiteY27" fmla="*/ 2127723 h 6239661"/>
                <a:gd name="connsiteX28" fmla="*/ 5048321 w 5187198"/>
                <a:gd name="connsiteY28" fmla="*/ 2196908 h 6239661"/>
                <a:gd name="connsiteX29" fmla="*/ 5070546 w 5187198"/>
                <a:gd name="connsiteY29" fmla="*/ 2267547 h 6239661"/>
                <a:gd name="connsiteX30" fmla="*/ 5092171 w 5187198"/>
                <a:gd name="connsiteY30" fmla="*/ 2338256 h 6239661"/>
                <a:gd name="connsiteX31" fmla="*/ 5110305 w 5187198"/>
                <a:gd name="connsiteY31" fmla="*/ 2409886 h 6239661"/>
                <a:gd name="connsiteX32" fmla="*/ 5186393 w 5187198"/>
                <a:gd name="connsiteY32" fmla="*/ 2992022 h 6239661"/>
                <a:gd name="connsiteX33" fmla="*/ 5149045 w 5187198"/>
                <a:gd name="connsiteY33" fmla="*/ 3571816 h 6239661"/>
                <a:gd name="connsiteX34" fmla="*/ 5126572 w 5187198"/>
                <a:gd name="connsiteY34" fmla="*/ 3714520 h 6239661"/>
                <a:gd name="connsiteX35" fmla="*/ 5099067 w 5187198"/>
                <a:gd name="connsiteY35" fmla="*/ 3856108 h 6239661"/>
                <a:gd name="connsiteX36" fmla="*/ 5095699 w 5187198"/>
                <a:gd name="connsiteY36" fmla="*/ 3873868 h 6239661"/>
                <a:gd name="connsiteX37" fmla="*/ 5091573 w 5187198"/>
                <a:gd name="connsiteY37" fmla="*/ 3891426 h 6239661"/>
                <a:gd name="connsiteX38" fmla="*/ 5083324 w 5187198"/>
                <a:gd name="connsiteY38" fmla="*/ 3926541 h 6239661"/>
                <a:gd name="connsiteX39" fmla="*/ 5067256 w 5187198"/>
                <a:gd name="connsiteY39" fmla="*/ 3996889 h 6239661"/>
                <a:gd name="connsiteX40" fmla="*/ 5059194 w 5187198"/>
                <a:gd name="connsiteY40" fmla="*/ 4032171 h 6239661"/>
                <a:gd name="connsiteX41" fmla="*/ 5049522 w 5187198"/>
                <a:gd name="connsiteY41" fmla="*/ 4067833 h 6239661"/>
                <a:gd name="connsiteX42" fmla="*/ 5040067 w 5187198"/>
                <a:gd name="connsiteY42" fmla="*/ 4103553 h 6239661"/>
                <a:gd name="connsiteX43" fmla="*/ 5028960 w 5187198"/>
                <a:gd name="connsiteY43" fmla="*/ 4138946 h 6239661"/>
                <a:gd name="connsiteX44" fmla="*/ 4917351 w 5187198"/>
                <a:gd name="connsiteY44" fmla="*/ 4417041 h 6239661"/>
                <a:gd name="connsiteX45" fmla="*/ 4756163 w 5187198"/>
                <a:gd name="connsiteY45" fmla="*/ 4676402 h 6239661"/>
                <a:gd name="connsiteX46" fmla="*/ 4322493 w 5187198"/>
                <a:gd name="connsiteY46" fmla="*/ 5105604 h 6239661"/>
                <a:gd name="connsiteX47" fmla="*/ 3840510 w 5187198"/>
                <a:gd name="connsiteY47" fmla="*/ 5429590 h 6239661"/>
                <a:gd name="connsiteX48" fmla="*/ 3606447 w 5187198"/>
                <a:gd name="connsiteY48" fmla="*/ 5572862 h 6239661"/>
                <a:gd name="connsiteX49" fmla="*/ 3488814 w 5187198"/>
                <a:gd name="connsiteY49" fmla="*/ 5647178 h 6239661"/>
                <a:gd name="connsiteX50" fmla="*/ 3365864 w 5187198"/>
                <a:gd name="connsiteY50" fmla="*/ 5722735 h 6239661"/>
                <a:gd name="connsiteX51" fmla="*/ 2839486 w 5187198"/>
                <a:gd name="connsiteY51" fmla="*/ 5999120 h 6239661"/>
                <a:gd name="connsiteX52" fmla="*/ 2242423 w 5187198"/>
                <a:gd name="connsiteY52" fmla="*/ 6192346 h 6239661"/>
                <a:gd name="connsiteX53" fmla="*/ 1589380 w 5187198"/>
                <a:gd name="connsiteY53" fmla="*/ 6230657 h 6239661"/>
                <a:gd name="connsiteX54" fmla="*/ 1548244 w 5187198"/>
                <a:gd name="connsiteY54" fmla="*/ 6226706 h 6239661"/>
                <a:gd name="connsiteX55" fmla="*/ 1507348 w 5187198"/>
                <a:gd name="connsiteY55" fmla="*/ 6221428 h 6239661"/>
                <a:gd name="connsiteX56" fmla="*/ 1466401 w 5187198"/>
                <a:gd name="connsiteY56" fmla="*/ 6215904 h 6239661"/>
                <a:gd name="connsiteX57" fmla="*/ 1425773 w 5187198"/>
                <a:gd name="connsiteY57" fmla="*/ 6209191 h 6239661"/>
                <a:gd name="connsiteX58" fmla="*/ 1344960 w 5187198"/>
                <a:gd name="connsiteY58" fmla="*/ 6193681 h 6239661"/>
                <a:gd name="connsiteX59" fmla="*/ 1265007 w 5187198"/>
                <a:gd name="connsiteY59" fmla="*/ 6175388 h 6239661"/>
                <a:gd name="connsiteX60" fmla="*/ 1225415 w 5187198"/>
                <a:gd name="connsiteY60" fmla="*/ 6165243 h 6239661"/>
                <a:gd name="connsiteX61" fmla="*/ 1186567 w 5187198"/>
                <a:gd name="connsiteY61" fmla="*/ 6154486 h 6239661"/>
                <a:gd name="connsiteX62" fmla="*/ 1111158 w 5187198"/>
                <a:gd name="connsiteY62" fmla="*/ 6130918 h 6239661"/>
                <a:gd name="connsiteX63" fmla="*/ 1035915 w 5187198"/>
                <a:gd name="connsiteY63" fmla="*/ 6107163 h 6239661"/>
                <a:gd name="connsiteX64" fmla="*/ 961579 w 5187198"/>
                <a:gd name="connsiteY64" fmla="*/ 6079594 h 6239661"/>
                <a:gd name="connsiteX65" fmla="*/ 395297 w 5187198"/>
                <a:gd name="connsiteY65" fmla="*/ 5792812 h 6239661"/>
                <a:gd name="connsiteX66" fmla="*/ 265239 w 5187198"/>
                <a:gd name="connsiteY66" fmla="*/ 5701511 h 6239661"/>
                <a:gd name="connsiteX67" fmla="*/ 233756 w 5187198"/>
                <a:gd name="connsiteY67" fmla="*/ 5677542 h 6239661"/>
                <a:gd name="connsiteX68" fmla="*/ 202800 w 5187198"/>
                <a:gd name="connsiteY68" fmla="*/ 5652902 h 6239661"/>
                <a:gd name="connsiteX69" fmla="*/ 140918 w 5187198"/>
                <a:gd name="connsiteY69" fmla="*/ 5603515 h 6239661"/>
                <a:gd name="connsiteX70" fmla="*/ 110625 w 5187198"/>
                <a:gd name="connsiteY70" fmla="*/ 5578127 h 6239661"/>
                <a:gd name="connsiteX71" fmla="*/ 95631 w 5187198"/>
                <a:gd name="connsiteY71" fmla="*/ 5565299 h 6239661"/>
                <a:gd name="connsiteX72" fmla="*/ 81966 w 5187198"/>
                <a:gd name="connsiteY72" fmla="*/ 5550973 h 6239661"/>
                <a:gd name="connsiteX73" fmla="*/ 27991 w 5187198"/>
                <a:gd name="connsiteY73" fmla="*/ 5493272 h 6239661"/>
                <a:gd name="connsiteX74" fmla="*/ 1454 w 5187198"/>
                <a:gd name="connsiteY74" fmla="*/ 5464252 h 6239661"/>
                <a:gd name="connsiteX75" fmla="*/ 0 w 5187198"/>
                <a:gd name="connsiteY75" fmla="*/ 5462518 h 6239661"/>
                <a:gd name="connsiteX76" fmla="*/ 0 w 5187198"/>
                <a:gd name="connsiteY76" fmla="*/ 4720187 h 6239661"/>
                <a:gd name="connsiteX77" fmla="*/ 109684 w 5187198"/>
                <a:gd name="connsiteY77" fmla="*/ 4836724 h 6239661"/>
                <a:gd name="connsiteX78" fmla="*/ 306959 w 5187198"/>
                <a:gd name="connsiteY78" fmla="*/ 5007200 h 6239661"/>
                <a:gd name="connsiteX79" fmla="*/ 358101 w 5187198"/>
                <a:gd name="connsiteY79" fmla="*/ 5046057 h 6239661"/>
                <a:gd name="connsiteX80" fmla="*/ 383328 w 5187198"/>
                <a:gd name="connsiteY80" fmla="*/ 5065684 h 6239661"/>
                <a:gd name="connsiteX81" fmla="*/ 409503 w 5187198"/>
                <a:gd name="connsiteY81" fmla="*/ 5083942 h 6239661"/>
                <a:gd name="connsiteX82" fmla="*/ 461889 w 5187198"/>
                <a:gd name="connsiteY82" fmla="*/ 5119888 h 6239661"/>
                <a:gd name="connsiteX83" fmla="*/ 474883 w 5187198"/>
                <a:gd name="connsiteY83" fmla="*/ 5128933 h 6239661"/>
                <a:gd name="connsiteX84" fmla="*/ 486410 w 5187198"/>
                <a:gd name="connsiteY84" fmla="*/ 5139557 h 6239661"/>
                <a:gd name="connsiteX85" fmla="*/ 510852 w 5187198"/>
                <a:gd name="connsiteY85" fmla="*/ 5159089 h 6239661"/>
                <a:gd name="connsiteX86" fmla="*/ 560653 w 5187198"/>
                <a:gd name="connsiteY86" fmla="*/ 5196893 h 6239661"/>
                <a:gd name="connsiteX87" fmla="*/ 585485 w 5187198"/>
                <a:gd name="connsiteY87" fmla="*/ 5215834 h 6239661"/>
                <a:gd name="connsiteX88" fmla="*/ 610707 w 5187198"/>
                <a:gd name="connsiteY88" fmla="*/ 5234185 h 6239661"/>
                <a:gd name="connsiteX89" fmla="*/ 714768 w 5187198"/>
                <a:gd name="connsiteY89" fmla="*/ 5303103 h 6239661"/>
                <a:gd name="connsiteX90" fmla="*/ 1166634 w 5187198"/>
                <a:gd name="connsiteY90" fmla="*/ 5513322 h 6239661"/>
                <a:gd name="connsiteX91" fmla="*/ 1225991 w 5187198"/>
                <a:gd name="connsiteY91" fmla="*/ 5533632 h 6239661"/>
                <a:gd name="connsiteX92" fmla="*/ 1286680 w 5187198"/>
                <a:gd name="connsiteY92" fmla="*/ 5550705 h 6239661"/>
                <a:gd name="connsiteX93" fmla="*/ 1347310 w 5187198"/>
                <a:gd name="connsiteY93" fmla="*/ 5567995 h 6239661"/>
                <a:gd name="connsiteX94" fmla="*/ 1377002 w 5187198"/>
                <a:gd name="connsiteY94" fmla="*/ 5575719 h 6239661"/>
                <a:gd name="connsiteX95" fmla="*/ 1406328 w 5187198"/>
                <a:gd name="connsiteY95" fmla="*/ 5582649 h 6239661"/>
                <a:gd name="connsiteX96" fmla="*/ 1465060 w 5187198"/>
                <a:gd name="connsiteY96" fmla="*/ 5594909 h 6239661"/>
                <a:gd name="connsiteX97" fmla="*/ 1523881 w 5187198"/>
                <a:gd name="connsiteY97" fmla="*/ 5605105 h 6239661"/>
                <a:gd name="connsiteX98" fmla="*/ 1553325 w 5187198"/>
                <a:gd name="connsiteY98" fmla="*/ 5609865 h 6239661"/>
                <a:gd name="connsiteX99" fmla="*/ 1582813 w 5187198"/>
                <a:gd name="connsiteY99" fmla="*/ 5613593 h 6239661"/>
                <a:gd name="connsiteX100" fmla="*/ 1612301 w 5187198"/>
                <a:gd name="connsiteY100" fmla="*/ 5617321 h 6239661"/>
                <a:gd name="connsiteX101" fmla="*/ 1641863 w 5187198"/>
                <a:gd name="connsiteY101" fmla="*/ 5619910 h 6239661"/>
                <a:gd name="connsiteX102" fmla="*/ 2117508 w 5187198"/>
                <a:gd name="connsiteY102" fmla="*/ 5595156 h 6239661"/>
                <a:gd name="connsiteX103" fmla="*/ 2597368 w 5187198"/>
                <a:gd name="connsiteY103" fmla="*/ 5447381 h 6239661"/>
                <a:gd name="connsiteX104" fmla="*/ 3082968 w 5187198"/>
                <a:gd name="connsiteY104" fmla="*/ 5223245 h 6239661"/>
                <a:gd name="connsiteX105" fmla="*/ 3334855 w 5187198"/>
                <a:gd name="connsiteY105" fmla="*/ 5097383 h 6239661"/>
                <a:gd name="connsiteX106" fmla="*/ 3599509 w 5187198"/>
                <a:gd name="connsiteY106" fmla="*/ 4976217 h 6239661"/>
                <a:gd name="connsiteX107" fmla="*/ 4112002 w 5187198"/>
                <a:gd name="connsiteY107" fmla="*/ 4766359 h 6239661"/>
                <a:gd name="connsiteX108" fmla="*/ 4348983 w 5187198"/>
                <a:gd name="connsiteY108" fmla="*/ 4649833 h 6239661"/>
                <a:gd name="connsiteX109" fmla="*/ 4560505 w 5187198"/>
                <a:gd name="connsiteY109" fmla="*/ 4501564 h 6239661"/>
                <a:gd name="connsiteX110" fmla="*/ 4731963 w 5187198"/>
                <a:gd name="connsiteY110" fmla="*/ 4309870 h 6239661"/>
                <a:gd name="connsiteX111" fmla="*/ 4852344 w 5187198"/>
                <a:gd name="connsiteY111" fmla="*/ 4078640 h 6239661"/>
                <a:gd name="connsiteX112" fmla="*/ 4863972 w 5187198"/>
                <a:gd name="connsiteY112" fmla="*/ 4047790 h 6239661"/>
                <a:gd name="connsiteX113" fmla="*/ 4874144 w 5187198"/>
                <a:gd name="connsiteY113" fmla="*/ 4016320 h 6239661"/>
                <a:gd name="connsiteX114" fmla="*/ 4884127 w 5187198"/>
                <a:gd name="connsiteY114" fmla="*/ 3984682 h 6239661"/>
                <a:gd name="connsiteX115" fmla="*/ 4892800 w 5187198"/>
                <a:gd name="connsiteY115" fmla="*/ 3951883 h 6239661"/>
                <a:gd name="connsiteX116" fmla="*/ 4909526 w 5187198"/>
                <a:gd name="connsiteY116" fmla="*/ 3886001 h 6239661"/>
                <a:gd name="connsiteX117" fmla="*/ 4917687 w 5187198"/>
                <a:gd name="connsiteY117" fmla="*/ 3852948 h 6239661"/>
                <a:gd name="connsiteX118" fmla="*/ 4921768 w 5187198"/>
                <a:gd name="connsiteY118" fmla="*/ 3836422 h 6239661"/>
                <a:gd name="connsiteX119" fmla="*/ 4924845 w 5187198"/>
                <a:gd name="connsiteY119" fmla="*/ 3819742 h 6239661"/>
                <a:gd name="connsiteX120" fmla="*/ 4948230 w 5187198"/>
                <a:gd name="connsiteY120" fmla="*/ 3685744 h 6239661"/>
                <a:gd name="connsiteX121" fmla="*/ 4962782 w 5187198"/>
                <a:gd name="connsiteY121" fmla="*/ 3550540 h 6239661"/>
                <a:gd name="connsiteX122" fmla="*/ 4939468 w 5187198"/>
                <a:gd name="connsiteY122" fmla="*/ 3010249 h 6239661"/>
                <a:gd name="connsiteX123" fmla="*/ 4816901 w 5187198"/>
                <a:gd name="connsiteY123" fmla="*/ 2488224 h 6239661"/>
                <a:gd name="connsiteX124" fmla="*/ 4797005 w 5187198"/>
                <a:gd name="connsiteY124" fmla="*/ 2424470 h 6239661"/>
                <a:gd name="connsiteX125" fmla="*/ 4774433 w 5187198"/>
                <a:gd name="connsiteY125" fmla="*/ 2361620 h 6239661"/>
                <a:gd name="connsiteX126" fmla="*/ 4752459 w 5187198"/>
                <a:gd name="connsiteY126" fmla="*/ 2298700 h 6239661"/>
                <a:gd name="connsiteX127" fmla="*/ 4728083 w 5187198"/>
                <a:gd name="connsiteY127" fmla="*/ 2236526 h 6239661"/>
                <a:gd name="connsiteX128" fmla="*/ 4704471 w 5187198"/>
                <a:gd name="connsiteY128" fmla="*/ 2174095 h 6239661"/>
                <a:gd name="connsiteX129" fmla="*/ 4678399 w 5187198"/>
                <a:gd name="connsiteY129" fmla="*/ 2112626 h 6239661"/>
                <a:gd name="connsiteX130" fmla="*/ 4652601 w 5187198"/>
                <a:gd name="connsiteY130" fmla="*/ 2050999 h 6239661"/>
                <a:gd name="connsiteX131" fmla="*/ 4624205 w 5187198"/>
                <a:gd name="connsiteY131" fmla="*/ 1990415 h 6239661"/>
                <a:gd name="connsiteX132" fmla="*/ 4595398 w 5187198"/>
                <a:gd name="connsiteY132" fmla="*/ 1930069 h 6239661"/>
                <a:gd name="connsiteX133" fmla="*/ 4563827 w 5187198"/>
                <a:gd name="connsiteY133" fmla="*/ 1870952 h 6239661"/>
                <a:gd name="connsiteX134" fmla="*/ 4531433 w 5187198"/>
                <a:gd name="connsiteY134" fmla="*/ 1812311 h 6239661"/>
                <a:gd name="connsiteX135" fmla="*/ 4523315 w 5187198"/>
                <a:gd name="connsiteY135" fmla="*/ 1797616 h 6239661"/>
                <a:gd name="connsiteX136" fmla="*/ 4514482 w 5187198"/>
                <a:gd name="connsiteY136" fmla="*/ 1783425 h 6239661"/>
                <a:gd name="connsiteX137" fmla="*/ 4496845 w 5187198"/>
                <a:gd name="connsiteY137" fmla="*/ 1754936 h 6239661"/>
                <a:gd name="connsiteX138" fmla="*/ 4461463 w 5187198"/>
                <a:gd name="connsiteY138" fmla="*/ 1697929 h 6239661"/>
                <a:gd name="connsiteX139" fmla="*/ 4452660 w 5187198"/>
                <a:gd name="connsiteY139" fmla="*/ 1683629 h 6239661"/>
                <a:gd name="connsiteX140" fmla="*/ 4443141 w 5187198"/>
                <a:gd name="connsiteY140" fmla="*/ 1669834 h 6239661"/>
                <a:gd name="connsiteX141" fmla="*/ 4424241 w 5187198"/>
                <a:gd name="connsiteY141" fmla="*/ 1642166 h 6239661"/>
                <a:gd name="connsiteX142" fmla="*/ 4346886 w 5187198"/>
                <a:gd name="connsiteY142" fmla="*/ 1532412 h 6239661"/>
                <a:gd name="connsiteX143" fmla="*/ 3985497 w 5187198"/>
                <a:gd name="connsiteY143" fmla="*/ 1134649 h 6239661"/>
                <a:gd name="connsiteX144" fmla="*/ 3545665 w 5187198"/>
                <a:gd name="connsiteY144" fmla="*/ 825877 h 6239661"/>
                <a:gd name="connsiteX145" fmla="*/ 3486190 w 5187198"/>
                <a:gd name="connsiteY145" fmla="*/ 794756 h 6239661"/>
                <a:gd name="connsiteX146" fmla="*/ 3426182 w 5187198"/>
                <a:gd name="connsiteY146" fmla="*/ 764765 h 6239661"/>
                <a:gd name="connsiteX147" fmla="*/ 3365044 w 5187198"/>
                <a:gd name="connsiteY147" fmla="*/ 737255 h 6239661"/>
                <a:gd name="connsiteX148" fmla="*/ 3334529 w 5187198"/>
                <a:gd name="connsiteY148" fmla="*/ 723514 h 6239661"/>
                <a:gd name="connsiteX149" fmla="*/ 3303733 w 5187198"/>
                <a:gd name="connsiteY149" fmla="*/ 710395 h 6239661"/>
                <a:gd name="connsiteX150" fmla="*/ 3179033 w 5187198"/>
                <a:gd name="connsiteY150" fmla="*/ 662259 h 6239661"/>
                <a:gd name="connsiteX151" fmla="*/ 3052408 w 5187198"/>
                <a:gd name="connsiteY151" fmla="*/ 620447 h 6239661"/>
                <a:gd name="connsiteX152" fmla="*/ 2924325 w 5187198"/>
                <a:gd name="connsiteY152" fmla="*/ 584505 h 6239661"/>
                <a:gd name="connsiteX153" fmla="*/ 2859667 w 5187198"/>
                <a:gd name="connsiteY153" fmla="*/ 569266 h 6239661"/>
                <a:gd name="connsiteX154" fmla="*/ 2795226 w 5187198"/>
                <a:gd name="connsiteY154" fmla="*/ 554085 h 6239661"/>
                <a:gd name="connsiteX155" fmla="*/ 2729702 w 5187198"/>
                <a:gd name="connsiteY155" fmla="*/ 540354 h 6239661"/>
                <a:gd name="connsiteX156" fmla="*/ 2663758 w 5187198"/>
                <a:gd name="connsiteY156" fmla="*/ 527322 h 6239661"/>
                <a:gd name="connsiteX157" fmla="*/ 2630927 w 5187198"/>
                <a:gd name="connsiteY157" fmla="*/ 520495 h 6239661"/>
                <a:gd name="connsiteX158" fmla="*/ 2597965 w 5187198"/>
                <a:gd name="connsiteY158" fmla="*/ 515024 h 6239661"/>
                <a:gd name="connsiteX159" fmla="*/ 2532205 w 5187198"/>
                <a:gd name="connsiteY159" fmla="*/ 503895 h 6239661"/>
                <a:gd name="connsiteX160" fmla="*/ 2010064 w 5187198"/>
                <a:gd name="connsiteY160" fmla="*/ 452552 h 6239661"/>
                <a:gd name="connsiteX161" fmla="*/ 1494552 w 5187198"/>
                <a:gd name="connsiteY161" fmla="*/ 485055 h 6239661"/>
                <a:gd name="connsiteX162" fmla="*/ 1366896 w 5187198"/>
                <a:gd name="connsiteY162" fmla="*/ 509389 h 6239661"/>
                <a:gd name="connsiteX163" fmla="*/ 1240175 w 5187198"/>
                <a:gd name="connsiteY163" fmla="*/ 541045 h 6239661"/>
                <a:gd name="connsiteX164" fmla="*/ 1177438 w 5187198"/>
                <a:gd name="connsiteY164" fmla="*/ 560170 h 6239661"/>
                <a:gd name="connsiteX165" fmla="*/ 1145987 w 5187198"/>
                <a:gd name="connsiteY165" fmla="*/ 569826 h 6239661"/>
                <a:gd name="connsiteX166" fmla="*/ 1130315 w 5187198"/>
                <a:gd name="connsiteY166" fmla="*/ 574669 h 6239661"/>
                <a:gd name="connsiteX167" fmla="*/ 1114873 w 5187198"/>
                <a:gd name="connsiteY167" fmla="*/ 580384 h 6239661"/>
                <a:gd name="connsiteX168" fmla="*/ 1052839 w 5187198"/>
                <a:gd name="connsiteY168" fmla="*/ 602943 h 6239661"/>
                <a:gd name="connsiteX169" fmla="*/ 991135 w 5187198"/>
                <a:gd name="connsiteY169" fmla="*/ 626866 h 6239661"/>
                <a:gd name="connsiteX170" fmla="*/ 930179 w 5187198"/>
                <a:gd name="connsiteY170" fmla="*/ 653191 h 6239661"/>
                <a:gd name="connsiteX171" fmla="*/ 869768 w 5187198"/>
                <a:gd name="connsiteY171" fmla="*/ 680937 h 6239661"/>
                <a:gd name="connsiteX172" fmla="*/ 810085 w 5187198"/>
                <a:gd name="connsiteY172" fmla="*/ 710734 h 6239661"/>
                <a:gd name="connsiteX173" fmla="*/ 751220 w 5187198"/>
                <a:gd name="connsiteY173" fmla="*/ 741794 h 6239661"/>
                <a:gd name="connsiteX174" fmla="*/ 532669 w 5187198"/>
                <a:gd name="connsiteY174" fmla="*/ 881688 h 6239661"/>
                <a:gd name="connsiteX175" fmla="*/ 354185 w 5187198"/>
                <a:gd name="connsiteY175" fmla="*/ 1050286 h 6239661"/>
                <a:gd name="connsiteX176" fmla="*/ 315980 w 5187198"/>
                <a:gd name="connsiteY176" fmla="*/ 1098125 h 6239661"/>
                <a:gd name="connsiteX177" fmla="*/ 280345 w 5187198"/>
                <a:gd name="connsiteY177" fmla="*/ 1149782 h 6239661"/>
                <a:gd name="connsiteX178" fmla="*/ 245890 w 5187198"/>
                <a:gd name="connsiteY178" fmla="*/ 1203959 h 6239661"/>
                <a:gd name="connsiteX179" fmla="*/ 212162 w 5187198"/>
                <a:gd name="connsiteY179" fmla="*/ 1260184 h 6239661"/>
                <a:gd name="connsiteX180" fmla="*/ 80716 w 5187198"/>
                <a:gd name="connsiteY180" fmla="*/ 1502476 h 6239661"/>
                <a:gd name="connsiteX181" fmla="*/ 0 w 5187198"/>
                <a:gd name="connsiteY181" fmla="*/ 1648841 h 6239661"/>
                <a:gd name="connsiteX182" fmla="*/ 0 w 5187198"/>
                <a:gd name="connsiteY182" fmla="*/ 954863 h 6239661"/>
                <a:gd name="connsiteX183" fmla="*/ 43491 w 5187198"/>
                <a:gd name="connsiteY183" fmla="*/ 895513 h 6239661"/>
                <a:gd name="connsiteX184" fmla="*/ 93923 w 5187198"/>
                <a:gd name="connsiteY184" fmla="*/ 834489 h 6239661"/>
                <a:gd name="connsiteX185" fmla="*/ 323465 w 5187198"/>
                <a:gd name="connsiteY185" fmla="*/ 617671 h 6239661"/>
                <a:gd name="connsiteX186" fmla="*/ 574777 w 5187198"/>
                <a:gd name="connsiteY186" fmla="*/ 446794 h 6239661"/>
                <a:gd name="connsiteX187" fmla="*/ 638943 w 5187198"/>
                <a:gd name="connsiteY187" fmla="*/ 408925 h 6239661"/>
                <a:gd name="connsiteX188" fmla="*/ 703505 w 5187198"/>
                <a:gd name="connsiteY188" fmla="*/ 371742 h 6239661"/>
                <a:gd name="connsiteX189" fmla="*/ 769262 w 5187198"/>
                <a:gd name="connsiteY189" fmla="*/ 336154 h 6239661"/>
                <a:gd name="connsiteX190" fmla="*/ 835552 w 5187198"/>
                <a:gd name="connsiteY190" fmla="*/ 301173 h 6239661"/>
                <a:gd name="connsiteX191" fmla="*/ 902979 w 5187198"/>
                <a:gd name="connsiteY191" fmla="*/ 268004 h 6239661"/>
                <a:gd name="connsiteX192" fmla="*/ 971127 w 5187198"/>
                <a:gd name="connsiteY192" fmla="*/ 235607 h 6239661"/>
                <a:gd name="connsiteX193" fmla="*/ 988238 w 5187198"/>
                <a:gd name="connsiteY193" fmla="*/ 227556 h 6239661"/>
                <a:gd name="connsiteX194" fmla="*/ 1005744 w 5187198"/>
                <a:gd name="connsiteY194" fmla="*/ 220191 h 6239661"/>
                <a:gd name="connsiteX195" fmla="*/ 1040729 w 5187198"/>
                <a:gd name="connsiteY195" fmla="*/ 205569 h 6239661"/>
                <a:gd name="connsiteX196" fmla="*/ 1110835 w 5187198"/>
                <a:gd name="connsiteY196" fmla="*/ 176248 h 6239661"/>
                <a:gd name="connsiteX197" fmla="*/ 1254256 w 5187198"/>
                <a:gd name="connsiteY197" fmla="*/ 123796 h 6239661"/>
                <a:gd name="connsiteX198" fmla="*/ 1401310 w 5187198"/>
                <a:gd name="connsiteY198" fmla="*/ 79852 h 6239661"/>
                <a:gd name="connsiteX199" fmla="*/ 2011811 w 5187198"/>
                <a:gd name="connsiteY199" fmla="*/ 4 h 62396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</a:cxnLst>
              <a:rect l="l" t="t" r="r" b="b"/>
              <a:pathLst>
                <a:path w="5187198" h="6239661">
                  <a:moveTo>
                    <a:pt x="2011811" y="4"/>
                  </a:moveTo>
                  <a:cubicBezTo>
                    <a:pt x="2217306" y="120"/>
                    <a:pt x="2420903" y="25925"/>
                    <a:pt x="2617011" y="70590"/>
                  </a:cubicBezTo>
                  <a:lnTo>
                    <a:pt x="2690321" y="88146"/>
                  </a:lnTo>
                  <a:lnTo>
                    <a:pt x="2726863" y="97127"/>
                  </a:lnTo>
                  <a:lnTo>
                    <a:pt x="2762951" y="107375"/>
                  </a:lnTo>
                  <a:lnTo>
                    <a:pt x="2834843" y="128493"/>
                  </a:lnTo>
                  <a:cubicBezTo>
                    <a:pt x="2858788" y="135605"/>
                    <a:pt x="2882632" y="142226"/>
                    <a:pt x="2906574" y="151076"/>
                  </a:cubicBezTo>
                  <a:cubicBezTo>
                    <a:pt x="2954475" y="167852"/>
                    <a:pt x="3002363" y="183813"/>
                    <a:pt x="3049504" y="202124"/>
                  </a:cubicBezTo>
                  <a:lnTo>
                    <a:pt x="3189518" y="260159"/>
                  </a:lnTo>
                  <a:lnTo>
                    <a:pt x="3326048" y="325143"/>
                  </a:lnTo>
                  <a:cubicBezTo>
                    <a:pt x="3370687" y="348464"/>
                    <a:pt x="3414908" y="372485"/>
                    <a:pt x="3459166" y="395936"/>
                  </a:cubicBezTo>
                  <a:cubicBezTo>
                    <a:pt x="3502947" y="420302"/>
                    <a:pt x="3545491" y="447118"/>
                    <a:pt x="3588578" y="472343"/>
                  </a:cubicBezTo>
                  <a:cubicBezTo>
                    <a:pt x="3610346" y="484551"/>
                    <a:pt x="3630797" y="499072"/>
                    <a:pt x="3651864" y="512600"/>
                  </a:cubicBezTo>
                  <a:lnTo>
                    <a:pt x="3714514" y="553499"/>
                  </a:lnTo>
                  <a:cubicBezTo>
                    <a:pt x="3880005" y="664844"/>
                    <a:pt x="4036083" y="788388"/>
                    <a:pt x="4181221" y="922912"/>
                  </a:cubicBezTo>
                  <a:cubicBezTo>
                    <a:pt x="4326221" y="1057515"/>
                    <a:pt x="4461955" y="1202038"/>
                    <a:pt x="4582963" y="1358264"/>
                  </a:cubicBezTo>
                  <a:cubicBezTo>
                    <a:pt x="4614206" y="1396543"/>
                    <a:pt x="4642091" y="1437400"/>
                    <a:pt x="4670721" y="1477644"/>
                  </a:cubicBezTo>
                  <a:cubicBezTo>
                    <a:pt x="4700172" y="1517414"/>
                    <a:pt x="4725864" y="1559538"/>
                    <a:pt x="4752378" y="1601187"/>
                  </a:cubicBezTo>
                  <a:lnTo>
                    <a:pt x="4772168" y="1632456"/>
                  </a:lnTo>
                  <a:lnTo>
                    <a:pt x="4782117" y="1648104"/>
                  </a:lnTo>
                  <a:lnTo>
                    <a:pt x="4791381" y="1664150"/>
                  </a:lnTo>
                  <a:lnTo>
                    <a:pt x="4828190" y="1728379"/>
                  </a:lnTo>
                  <a:cubicBezTo>
                    <a:pt x="4840266" y="1749930"/>
                    <a:pt x="4853470" y="1770740"/>
                    <a:pt x="4864832" y="1792796"/>
                  </a:cubicBezTo>
                  <a:lnTo>
                    <a:pt x="4899201" y="1858342"/>
                  </a:lnTo>
                  <a:cubicBezTo>
                    <a:pt x="4910484" y="1880260"/>
                    <a:pt x="4922532" y="1901920"/>
                    <a:pt x="4933266" y="1924155"/>
                  </a:cubicBezTo>
                  <a:lnTo>
                    <a:pt x="4964403" y="1991384"/>
                  </a:lnTo>
                  <a:cubicBezTo>
                    <a:pt x="4974618" y="2013829"/>
                    <a:pt x="4985323" y="2036171"/>
                    <a:pt x="4995019" y="2058823"/>
                  </a:cubicBezTo>
                  <a:lnTo>
                    <a:pt x="5021999" y="2127723"/>
                  </a:lnTo>
                  <a:lnTo>
                    <a:pt x="5048321" y="2196908"/>
                  </a:lnTo>
                  <a:lnTo>
                    <a:pt x="5070546" y="2267547"/>
                  </a:lnTo>
                  <a:cubicBezTo>
                    <a:pt x="5078054" y="2291004"/>
                    <a:pt x="5085044" y="2314670"/>
                    <a:pt x="5092171" y="2338256"/>
                  </a:cubicBezTo>
                  <a:cubicBezTo>
                    <a:pt x="5098670" y="2362023"/>
                    <a:pt x="5104296" y="2386019"/>
                    <a:pt x="5110305" y="2409886"/>
                  </a:cubicBezTo>
                  <a:cubicBezTo>
                    <a:pt x="5158097" y="2600976"/>
                    <a:pt x="5182068" y="2797044"/>
                    <a:pt x="5186393" y="2992022"/>
                  </a:cubicBezTo>
                  <a:cubicBezTo>
                    <a:pt x="5191013" y="3187195"/>
                    <a:pt x="5175397" y="3380886"/>
                    <a:pt x="5149045" y="3571816"/>
                  </a:cubicBezTo>
                  <a:cubicBezTo>
                    <a:pt x="5141154" y="3619431"/>
                    <a:pt x="5133539" y="3666889"/>
                    <a:pt x="5126572" y="3714520"/>
                  </a:cubicBezTo>
                  <a:cubicBezTo>
                    <a:pt x="5117276" y="3761759"/>
                    <a:pt x="5107793" y="3808831"/>
                    <a:pt x="5099067" y="3856108"/>
                  </a:cubicBezTo>
                  <a:lnTo>
                    <a:pt x="5095699" y="3873868"/>
                  </a:lnTo>
                  <a:lnTo>
                    <a:pt x="5091573" y="3891426"/>
                  </a:lnTo>
                  <a:lnTo>
                    <a:pt x="5083324" y="3926541"/>
                  </a:lnTo>
                  <a:lnTo>
                    <a:pt x="5067256" y="3996889"/>
                  </a:lnTo>
                  <a:cubicBezTo>
                    <a:pt x="5064451" y="4008657"/>
                    <a:pt x="5062244" y="4020353"/>
                    <a:pt x="5059194" y="4032171"/>
                  </a:cubicBezTo>
                  <a:lnTo>
                    <a:pt x="5049522" y="4067833"/>
                  </a:lnTo>
                  <a:lnTo>
                    <a:pt x="5040067" y="4103553"/>
                  </a:lnTo>
                  <a:cubicBezTo>
                    <a:pt x="5036554" y="4115363"/>
                    <a:pt x="5032689" y="4127194"/>
                    <a:pt x="5028960" y="4138946"/>
                  </a:cubicBezTo>
                  <a:cubicBezTo>
                    <a:pt x="4999693" y="4233462"/>
                    <a:pt x="4962869" y="4326764"/>
                    <a:pt x="4917351" y="4417041"/>
                  </a:cubicBezTo>
                  <a:cubicBezTo>
                    <a:pt x="4871860" y="4507209"/>
                    <a:pt x="4817597" y="4594215"/>
                    <a:pt x="4756163" y="4676402"/>
                  </a:cubicBezTo>
                  <a:cubicBezTo>
                    <a:pt x="4632803" y="4840875"/>
                    <a:pt x="4480597" y="4982783"/>
                    <a:pt x="4322493" y="5105604"/>
                  </a:cubicBezTo>
                  <a:cubicBezTo>
                    <a:pt x="4163928" y="5228420"/>
                    <a:pt x="3999564" y="5332640"/>
                    <a:pt x="3840510" y="5429590"/>
                  </a:cubicBezTo>
                  <a:cubicBezTo>
                    <a:pt x="3760954" y="5478172"/>
                    <a:pt x="3682353" y="5524924"/>
                    <a:pt x="3606447" y="5572862"/>
                  </a:cubicBezTo>
                  <a:lnTo>
                    <a:pt x="3488814" y="5647178"/>
                  </a:lnTo>
                  <a:cubicBezTo>
                    <a:pt x="3448270" y="5672597"/>
                    <a:pt x="3407323" y="5697792"/>
                    <a:pt x="3365864" y="5722735"/>
                  </a:cubicBezTo>
                  <a:cubicBezTo>
                    <a:pt x="3200163" y="5822424"/>
                    <a:pt x="3026125" y="5917328"/>
                    <a:pt x="2839486" y="5999120"/>
                  </a:cubicBezTo>
                  <a:cubicBezTo>
                    <a:pt x="2653201" y="6080891"/>
                    <a:pt x="2453560" y="6149344"/>
                    <a:pt x="2242423" y="6192346"/>
                  </a:cubicBezTo>
                  <a:cubicBezTo>
                    <a:pt x="2031719" y="6235463"/>
                    <a:pt x="1808952" y="6251353"/>
                    <a:pt x="1589380" y="6230657"/>
                  </a:cubicBezTo>
                  <a:lnTo>
                    <a:pt x="1548244" y="6226706"/>
                  </a:lnTo>
                  <a:cubicBezTo>
                    <a:pt x="1534528" y="6225117"/>
                    <a:pt x="1520898" y="6223203"/>
                    <a:pt x="1507348" y="6221428"/>
                  </a:cubicBezTo>
                  <a:lnTo>
                    <a:pt x="1466401" y="6215904"/>
                  </a:lnTo>
                  <a:cubicBezTo>
                    <a:pt x="1452772" y="6213991"/>
                    <a:pt x="1439316" y="6211428"/>
                    <a:pt x="1425773" y="6209191"/>
                  </a:cubicBezTo>
                  <a:cubicBezTo>
                    <a:pt x="1398775" y="6204391"/>
                    <a:pt x="1371610" y="6199779"/>
                    <a:pt x="1344960" y="6193681"/>
                  </a:cubicBezTo>
                  <a:cubicBezTo>
                    <a:pt x="1318251" y="6187799"/>
                    <a:pt x="1291260" y="6182538"/>
                    <a:pt x="1265007" y="6175388"/>
                  </a:cubicBezTo>
                  <a:lnTo>
                    <a:pt x="1225415" y="6165243"/>
                  </a:lnTo>
                  <a:cubicBezTo>
                    <a:pt x="1212163" y="6161924"/>
                    <a:pt x="1198939" y="6158496"/>
                    <a:pt x="1186567" y="6154486"/>
                  </a:cubicBezTo>
                  <a:lnTo>
                    <a:pt x="1111158" y="6130918"/>
                  </a:lnTo>
                  <a:lnTo>
                    <a:pt x="1035915" y="6107163"/>
                  </a:lnTo>
                  <a:cubicBezTo>
                    <a:pt x="1010846" y="6099055"/>
                    <a:pt x="986357" y="6088784"/>
                    <a:pt x="961579" y="6079594"/>
                  </a:cubicBezTo>
                  <a:cubicBezTo>
                    <a:pt x="763709" y="6005594"/>
                    <a:pt x="572401" y="5909703"/>
                    <a:pt x="395297" y="5792812"/>
                  </a:cubicBezTo>
                  <a:lnTo>
                    <a:pt x="265239" y="5701511"/>
                  </a:lnTo>
                  <a:cubicBezTo>
                    <a:pt x="254227" y="5694155"/>
                    <a:pt x="244103" y="5685646"/>
                    <a:pt x="233756" y="5677542"/>
                  </a:cubicBezTo>
                  <a:lnTo>
                    <a:pt x="202800" y="5652902"/>
                  </a:lnTo>
                  <a:lnTo>
                    <a:pt x="140918" y="5603515"/>
                  </a:lnTo>
                  <a:cubicBezTo>
                    <a:pt x="130598" y="5595302"/>
                    <a:pt x="120280" y="5587089"/>
                    <a:pt x="110625" y="5578127"/>
                  </a:cubicBezTo>
                  <a:cubicBezTo>
                    <a:pt x="105647" y="5573779"/>
                    <a:pt x="100444" y="5569834"/>
                    <a:pt x="95631" y="5565299"/>
                  </a:cubicBezTo>
                  <a:cubicBezTo>
                    <a:pt x="90955" y="5560684"/>
                    <a:pt x="86505" y="5555666"/>
                    <a:pt x="81966" y="5550973"/>
                  </a:cubicBezTo>
                  <a:lnTo>
                    <a:pt x="27991" y="5493272"/>
                  </a:lnTo>
                  <a:cubicBezTo>
                    <a:pt x="19109" y="5483589"/>
                    <a:pt x="9758" y="5474359"/>
                    <a:pt x="1454" y="5464252"/>
                  </a:cubicBezTo>
                  <a:lnTo>
                    <a:pt x="0" y="5462518"/>
                  </a:lnTo>
                  <a:lnTo>
                    <a:pt x="0" y="4720187"/>
                  </a:lnTo>
                  <a:lnTo>
                    <a:pt x="109684" y="4836724"/>
                  </a:lnTo>
                  <a:cubicBezTo>
                    <a:pt x="173316" y="4897375"/>
                    <a:pt x="239447" y="4954160"/>
                    <a:pt x="306959" y="5007200"/>
                  </a:cubicBezTo>
                  <a:lnTo>
                    <a:pt x="358101" y="5046057"/>
                  </a:lnTo>
                  <a:lnTo>
                    <a:pt x="383328" y="5065684"/>
                  </a:lnTo>
                  <a:cubicBezTo>
                    <a:pt x="391637" y="5072316"/>
                    <a:pt x="400805" y="5077902"/>
                    <a:pt x="409503" y="5083942"/>
                  </a:cubicBezTo>
                  <a:lnTo>
                    <a:pt x="461889" y="5119888"/>
                  </a:lnTo>
                  <a:cubicBezTo>
                    <a:pt x="466184" y="5122893"/>
                    <a:pt x="470616" y="5125820"/>
                    <a:pt x="474883" y="5128933"/>
                  </a:cubicBezTo>
                  <a:cubicBezTo>
                    <a:pt x="478982" y="5132235"/>
                    <a:pt x="482476" y="5136069"/>
                    <a:pt x="486410" y="5139557"/>
                  </a:cubicBezTo>
                  <a:cubicBezTo>
                    <a:pt x="494140" y="5146613"/>
                    <a:pt x="502565" y="5152812"/>
                    <a:pt x="510852" y="5159089"/>
                  </a:cubicBezTo>
                  <a:lnTo>
                    <a:pt x="560653" y="5196893"/>
                  </a:lnTo>
                  <a:lnTo>
                    <a:pt x="585485" y="5215834"/>
                  </a:lnTo>
                  <a:cubicBezTo>
                    <a:pt x="593773" y="5222111"/>
                    <a:pt x="601864" y="5228685"/>
                    <a:pt x="610707" y="5234185"/>
                  </a:cubicBezTo>
                  <a:lnTo>
                    <a:pt x="714768" y="5303103"/>
                  </a:lnTo>
                  <a:cubicBezTo>
                    <a:pt x="856162" y="5390603"/>
                    <a:pt x="1008099" y="5459947"/>
                    <a:pt x="1166634" y="5513322"/>
                  </a:cubicBezTo>
                  <a:cubicBezTo>
                    <a:pt x="1186540" y="5519932"/>
                    <a:pt x="1205774" y="5527751"/>
                    <a:pt x="1225991" y="5533632"/>
                  </a:cubicBezTo>
                  <a:lnTo>
                    <a:pt x="1286680" y="5550705"/>
                  </a:lnTo>
                  <a:lnTo>
                    <a:pt x="1347310" y="5567995"/>
                  </a:lnTo>
                  <a:cubicBezTo>
                    <a:pt x="1357469" y="5571180"/>
                    <a:pt x="1367261" y="5573572"/>
                    <a:pt x="1377002" y="5575719"/>
                  </a:cubicBezTo>
                  <a:lnTo>
                    <a:pt x="1406328" y="5582649"/>
                  </a:lnTo>
                  <a:cubicBezTo>
                    <a:pt x="1425825" y="5587757"/>
                    <a:pt x="1445490" y="5590939"/>
                    <a:pt x="1465060" y="5594909"/>
                  </a:cubicBezTo>
                  <a:cubicBezTo>
                    <a:pt x="1484652" y="5599231"/>
                    <a:pt x="1504324" y="5601952"/>
                    <a:pt x="1523881" y="5605105"/>
                  </a:cubicBezTo>
                  <a:cubicBezTo>
                    <a:pt x="1533660" y="5606682"/>
                    <a:pt x="1543460" y="5608613"/>
                    <a:pt x="1553325" y="5609865"/>
                  </a:cubicBezTo>
                  <a:lnTo>
                    <a:pt x="1582813" y="5613593"/>
                  </a:lnTo>
                  <a:lnTo>
                    <a:pt x="1612301" y="5617321"/>
                  </a:lnTo>
                  <a:lnTo>
                    <a:pt x="1641863" y="5619910"/>
                  </a:lnTo>
                  <a:cubicBezTo>
                    <a:pt x="1799348" y="5633940"/>
                    <a:pt x="1957913" y="5625770"/>
                    <a:pt x="2117508" y="5595156"/>
                  </a:cubicBezTo>
                  <a:cubicBezTo>
                    <a:pt x="2277124" y="5564895"/>
                    <a:pt x="2437004" y="5512449"/>
                    <a:pt x="2597368" y="5447381"/>
                  </a:cubicBezTo>
                  <a:cubicBezTo>
                    <a:pt x="2757791" y="5382096"/>
                    <a:pt x="2918855" y="5304464"/>
                    <a:pt x="3082968" y="5223245"/>
                  </a:cubicBezTo>
                  <a:lnTo>
                    <a:pt x="3334855" y="5097383"/>
                  </a:lnTo>
                  <a:cubicBezTo>
                    <a:pt x="3423528" y="5054142"/>
                    <a:pt x="3511773" y="5013798"/>
                    <a:pt x="3599509" y="4976217"/>
                  </a:cubicBezTo>
                  <a:cubicBezTo>
                    <a:pt x="3774960" y="4900701"/>
                    <a:pt x="3948276" y="4837481"/>
                    <a:pt x="4112002" y="4766359"/>
                  </a:cubicBezTo>
                  <a:cubicBezTo>
                    <a:pt x="4193972" y="4730827"/>
                    <a:pt x="4273429" y="4692997"/>
                    <a:pt x="4348983" y="4649833"/>
                  </a:cubicBezTo>
                  <a:cubicBezTo>
                    <a:pt x="4424508" y="4606778"/>
                    <a:pt x="4496050" y="4558250"/>
                    <a:pt x="4560505" y="4501564"/>
                  </a:cubicBezTo>
                  <a:cubicBezTo>
                    <a:pt x="4625198" y="4445289"/>
                    <a:pt x="4682991" y="4381021"/>
                    <a:pt x="4731963" y="4309870"/>
                  </a:cubicBezTo>
                  <a:cubicBezTo>
                    <a:pt x="4781043" y="4238747"/>
                    <a:pt x="4821275" y="4160848"/>
                    <a:pt x="4852344" y="4078640"/>
                  </a:cubicBezTo>
                  <a:lnTo>
                    <a:pt x="4863972" y="4047790"/>
                  </a:lnTo>
                  <a:lnTo>
                    <a:pt x="4874144" y="4016320"/>
                  </a:lnTo>
                  <a:lnTo>
                    <a:pt x="4884127" y="3984682"/>
                  </a:lnTo>
                  <a:cubicBezTo>
                    <a:pt x="4887242" y="3973925"/>
                    <a:pt x="4889981" y="3962835"/>
                    <a:pt x="4892800" y="3951883"/>
                  </a:cubicBezTo>
                  <a:lnTo>
                    <a:pt x="4909526" y="3886001"/>
                  </a:lnTo>
                  <a:lnTo>
                    <a:pt x="4917687" y="3852948"/>
                  </a:lnTo>
                  <a:lnTo>
                    <a:pt x="4921768" y="3836422"/>
                  </a:lnTo>
                  <a:lnTo>
                    <a:pt x="4924845" y="3819742"/>
                  </a:lnTo>
                  <a:cubicBezTo>
                    <a:pt x="4933092" y="3775120"/>
                    <a:pt x="4941231" y="3730469"/>
                    <a:pt x="4948230" y="3685744"/>
                  </a:cubicBezTo>
                  <a:cubicBezTo>
                    <a:pt x="4953579" y="3640694"/>
                    <a:pt x="4958249" y="3595577"/>
                    <a:pt x="4962782" y="3550540"/>
                  </a:cubicBezTo>
                  <a:cubicBezTo>
                    <a:pt x="4976580" y="3369692"/>
                    <a:pt x="4965812" y="3187942"/>
                    <a:pt x="4939468" y="3010249"/>
                  </a:cubicBezTo>
                  <a:cubicBezTo>
                    <a:pt x="4912965" y="2832281"/>
                    <a:pt x="4870237" y="2658196"/>
                    <a:pt x="4816901" y="2488224"/>
                  </a:cubicBezTo>
                  <a:cubicBezTo>
                    <a:pt x="4810197" y="2466954"/>
                    <a:pt x="4803984" y="2445582"/>
                    <a:pt x="4797005" y="2424470"/>
                  </a:cubicBezTo>
                  <a:cubicBezTo>
                    <a:pt x="4789399" y="2403537"/>
                    <a:pt x="4781686" y="2382574"/>
                    <a:pt x="4774433" y="2361620"/>
                  </a:cubicBezTo>
                  <a:lnTo>
                    <a:pt x="4752459" y="2298700"/>
                  </a:lnTo>
                  <a:lnTo>
                    <a:pt x="4728083" y="2236526"/>
                  </a:lnTo>
                  <a:cubicBezTo>
                    <a:pt x="4719957" y="2215802"/>
                    <a:pt x="4712352" y="2194869"/>
                    <a:pt x="4704471" y="2174095"/>
                  </a:cubicBezTo>
                  <a:lnTo>
                    <a:pt x="4678399" y="2112626"/>
                  </a:lnTo>
                  <a:lnTo>
                    <a:pt x="4652601" y="2050999"/>
                  </a:lnTo>
                  <a:cubicBezTo>
                    <a:pt x="4643711" y="2030533"/>
                    <a:pt x="4633616" y="2010672"/>
                    <a:pt x="4624205" y="1990415"/>
                  </a:cubicBezTo>
                  <a:lnTo>
                    <a:pt x="4595398" y="1930069"/>
                  </a:lnTo>
                  <a:cubicBezTo>
                    <a:pt x="4585714" y="1909969"/>
                    <a:pt x="4574413" y="1890713"/>
                    <a:pt x="4563827" y="1870952"/>
                  </a:cubicBezTo>
                  <a:lnTo>
                    <a:pt x="4531433" y="1812311"/>
                  </a:lnTo>
                  <a:lnTo>
                    <a:pt x="4523315" y="1797616"/>
                  </a:lnTo>
                  <a:lnTo>
                    <a:pt x="4514482" y="1783425"/>
                  </a:lnTo>
                  <a:lnTo>
                    <a:pt x="4496845" y="1754936"/>
                  </a:lnTo>
                  <a:lnTo>
                    <a:pt x="4461463" y="1697929"/>
                  </a:lnTo>
                  <a:lnTo>
                    <a:pt x="4452660" y="1683629"/>
                  </a:lnTo>
                  <a:lnTo>
                    <a:pt x="4443141" y="1669834"/>
                  </a:lnTo>
                  <a:lnTo>
                    <a:pt x="4424241" y="1642166"/>
                  </a:lnTo>
                  <a:cubicBezTo>
                    <a:pt x="4399005" y="1605265"/>
                    <a:pt x="4374512" y="1567751"/>
                    <a:pt x="4346886" y="1532412"/>
                  </a:cubicBezTo>
                  <a:cubicBezTo>
                    <a:pt x="4240477" y="1388328"/>
                    <a:pt x="4120362" y="1253437"/>
                    <a:pt x="3985497" y="1134649"/>
                  </a:cubicBezTo>
                  <a:cubicBezTo>
                    <a:pt x="3850799" y="1015675"/>
                    <a:pt x="3702920" y="911715"/>
                    <a:pt x="3545665" y="825877"/>
                  </a:cubicBezTo>
                  <a:lnTo>
                    <a:pt x="3486190" y="794756"/>
                  </a:lnTo>
                  <a:cubicBezTo>
                    <a:pt x="3466181" y="784640"/>
                    <a:pt x="3446893" y="773560"/>
                    <a:pt x="3426182" y="764765"/>
                  </a:cubicBezTo>
                  <a:lnTo>
                    <a:pt x="3365044" y="737255"/>
                  </a:lnTo>
                  <a:lnTo>
                    <a:pt x="3334529" y="723514"/>
                  </a:lnTo>
                  <a:cubicBezTo>
                    <a:pt x="3324394" y="718943"/>
                    <a:pt x="3314287" y="714265"/>
                    <a:pt x="3303733" y="710395"/>
                  </a:cubicBezTo>
                  <a:cubicBezTo>
                    <a:pt x="3262013" y="694346"/>
                    <a:pt x="3220711" y="677599"/>
                    <a:pt x="3179033" y="662259"/>
                  </a:cubicBezTo>
                  <a:lnTo>
                    <a:pt x="3052408" y="620447"/>
                  </a:lnTo>
                  <a:lnTo>
                    <a:pt x="2924325" y="584505"/>
                  </a:lnTo>
                  <a:cubicBezTo>
                    <a:pt x="2903106" y="578471"/>
                    <a:pt x="2881119" y="574434"/>
                    <a:pt x="2859667" y="569266"/>
                  </a:cubicBezTo>
                  <a:lnTo>
                    <a:pt x="2795226" y="554085"/>
                  </a:lnTo>
                  <a:cubicBezTo>
                    <a:pt x="2774078" y="548652"/>
                    <a:pt x="2751709" y="544744"/>
                    <a:pt x="2729702" y="540354"/>
                  </a:cubicBezTo>
                  <a:lnTo>
                    <a:pt x="2663758" y="527322"/>
                  </a:lnTo>
                  <a:lnTo>
                    <a:pt x="2630927" y="520495"/>
                  </a:lnTo>
                  <a:lnTo>
                    <a:pt x="2597965" y="515024"/>
                  </a:lnTo>
                  <a:cubicBezTo>
                    <a:pt x="2575970" y="511449"/>
                    <a:pt x="2554112" y="507795"/>
                    <a:pt x="2532205" y="503895"/>
                  </a:cubicBezTo>
                  <a:cubicBezTo>
                    <a:pt x="2357016" y="475037"/>
                    <a:pt x="2182954" y="456682"/>
                    <a:pt x="2010064" y="452552"/>
                  </a:cubicBezTo>
                  <a:cubicBezTo>
                    <a:pt x="1837255" y="448558"/>
                    <a:pt x="1665388" y="457916"/>
                    <a:pt x="1494552" y="485055"/>
                  </a:cubicBezTo>
                  <a:cubicBezTo>
                    <a:pt x="1452133" y="492816"/>
                    <a:pt x="1409569" y="501117"/>
                    <a:pt x="1366896" y="509389"/>
                  </a:cubicBezTo>
                  <a:cubicBezTo>
                    <a:pt x="1324862" y="520035"/>
                    <a:pt x="1282333" y="529505"/>
                    <a:pt x="1240175" y="541045"/>
                  </a:cubicBezTo>
                  <a:lnTo>
                    <a:pt x="1177438" y="560170"/>
                  </a:lnTo>
                  <a:lnTo>
                    <a:pt x="1145987" y="569826"/>
                  </a:lnTo>
                  <a:lnTo>
                    <a:pt x="1130315" y="574669"/>
                  </a:lnTo>
                  <a:lnTo>
                    <a:pt x="1114873" y="580384"/>
                  </a:lnTo>
                  <a:lnTo>
                    <a:pt x="1052839" y="602943"/>
                  </a:lnTo>
                  <a:cubicBezTo>
                    <a:pt x="1032151" y="610499"/>
                    <a:pt x="1011255" y="617535"/>
                    <a:pt x="991135" y="626866"/>
                  </a:cubicBezTo>
                  <a:lnTo>
                    <a:pt x="930179" y="653191"/>
                  </a:lnTo>
                  <a:cubicBezTo>
                    <a:pt x="909850" y="662002"/>
                    <a:pt x="889443" y="670676"/>
                    <a:pt x="869768" y="680937"/>
                  </a:cubicBezTo>
                  <a:lnTo>
                    <a:pt x="810085" y="710734"/>
                  </a:lnTo>
                  <a:cubicBezTo>
                    <a:pt x="790331" y="720859"/>
                    <a:pt x="770124" y="730514"/>
                    <a:pt x="751220" y="741794"/>
                  </a:cubicBezTo>
                  <a:cubicBezTo>
                    <a:pt x="673929" y="784955"/>
                    <a:pt x="598827" y="830326"/>
                    <a:pt x="532669" y="881688"/>
                  </a:cubicBezTo>
                  <a:cubicBezTo>
                    <a:pt x="464226" y="931625"/>
                    <a:pt x="406969" y="988270"/>
                    <a:pt x="354185" y="1050286"/>
                  </a:cubicBezTo>
                  <a:lnTo>
                    <a:pt x="315980" y="1098125"/>
                  </a:lnTo>
                  <a:lnTo>
                    <a:pt x="280345" y="1149782"/>
                  </a:lnTo>
                  <a:cubicBezTo>
                    <a:pt x="268144" y="1166335"/>
                    <a:pt x="257438" y="1185955"/>
                    <a:pt x="245890" y="1203959"/>
                  </a:cubicBezTo>
                  <a:cubicBezTo>
                    <a:pt x="234552" y="1222481"/>
                    <a:pt x="223171" y="1240298"/>
                    <a:pt x="212162" y="1260184"/>
                  </a:cubicBezTo>
                  <a:cubicBezTo>
                    <a:pt x="168299" y="1337574"/>
                    <a:pt x="125055" y="1419360"/>
                    <a:pt x="80716" y="1502476"/>
                  </a:cubicBezTo>
                  <a:lnTo>
                    <a:pt x="0" y="1648841"/>
                  </a:lnTo>
                  <a:lnTo>
                    <a:pt x="0" y="954863"/>
                  </a:lnTo>
                  <a:lnTo>
                    <a:pt x="43491" y="895513"/>
                  </a:lnTo>
                  <a:cubicBezTo>
                    <a:pt x="59888" y="874984"/>
                    <a:pt x="77014" y="854766"/>
                    <a:pt x="93923" y="834489"/>
                  </a:cubicBezTo>
                  <a:cubicBezTo>
                    <a:pt x="163245" y="754880"/>
                    <a:pt x="240806" y="679565"/>
                    <a:pt x="323465" y="617671"/>
                  </a:cubicBezTo>
                  <a:cubicBezTo>
                    <a:pt x="405002" y="553042"/>
                    <a:pt x="490132" y="499230"/>
                    <a:pt x="574777" y="446794"/>
                  </a:cubicBezTo>
                  <a:cubicBezTo>
                    <a:pt x="595733" y="433050"/>
                    <a:pt x="617442" y="421248"/>
                    <a:pt x="638943" y="408925"/>
                  </a:cubicBezTo>
                  <a:lnTo>
                    <a:pt x="703505" y="371742"/>
                  </a:lnTo>
                  <a:cubicBezTo>
                    <a:pt x="724798" y="358900"/>
                    <a:pt x="747120" y="347842"/>
                    <a:pt x="769262" y="336154"/>
                  </a:cubicBezTo>
                  <a:lnTo>
                    <a:pt x="835552" y="301173"/>
                  </a:lnTo>
                  <a:cubicBezTo>
                    <a:pt x="857427" y="289183"/>
                    <a:pt x="880470" y="278896"/>
                    <a:pt x="902979" y="268004"/>
                  </a:cubicBezTo>
                  <a:lnTo>
                    <a:pt x="971127" y="235607"/>
                  </a:lnTo>
                  <a:lnTo>
                    <a:pt x="988238" y="227556"/>
                  </a:lnTo>
                  <a:lnTo>
                    <a:pt x="1005744" y="220191"/>
                  </a:lnTo>
                  <a:lnTo>
                    <a:pt x="1040729" y="205569"/>
                  </a:lnTo>
                  <a:lnTo>
                    <a:pt x="1110835" y="176248"/>
                  </a:lnTo>
                  <a:cubicBezTo>
                    <a:pt x="1157999" y="157703"/>
                    <a:pt x="1206322" y="141323"/>
                    <a:pt x="1254256" y="123796"/>
                  </a:cubicBezTo>
                  <a:cubicBezTo>
                    <a:pt x="1302938" y="108671"/>
                    <a:pt x="1352074" y="94017"/>
                    <a:pt x="1401310" y="79852"/>
                  </a:cubicBezTo>
                  <a:cubicBezTo>
                    <a:pt x="1599497" y="26774"/>
                    <a:pt x="1806373" y="-329"/>
                    <a:pt x="2011811" y="4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0A1F8624-C406-AD79-B29F-E89BA6968F3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297400"/>
              <a:ext cx="5215811" cy="6107388"/>
            </a:xfrm>
            <a:custGeom>
              <a:avLst/>
              <a:gdLst>
                <a:gd name="connsiteX0" fmla="*/ 1869139 w 5215811"/>
                <a:gd name="connsiteY0" fmla="*/ 9 h 6107388"/>
                <a:gd name="connsiteX1" fmla="*/ 2791149 w 5215811"/>
                <a:gd name="connsiteY1" fmla="*/ 130229 h 6107388"/>
                <a:gd name="connsiteX2" fmla="*/ 4760307 w 5215811"/>
                <a:gd name="connsiteY2" fmla="*/ 1608408 h 6107388"/>
                <a:gd name="connsiteX3" fmla="*/ 5108574 w 5215811"/>
                <a:gd name="connsiteY3" fmla="*/ 4050383 h 6107388"/>
                <a:gd name="connsiteX4" fmla="*/ 3434916 w 5215811"/>
                <a:gd name="connsiteY4" fmla="*/ 5503134 h 6107388"/>
                <a:gd name="connsiteX5" fmla="*/ 1137841 w 5215811"/>
                <a:gd name="connsiteY5" fmla="*/ 6033968 h 6107388"/>
                <a:gd name="connsiteX6" fmla="*/ 217555 w 5215811"/>
                <a:gd name="connsiteY6" fmla="*/ 5598945 h 6107388"/>
                <a:gd name="connsiteX7" fmla="*/ 0 w 5215811"/>
                <a:gd name="connsiteY7" fmla="*/ 5419622 h 6107388"/>
                <a:gd name="connsiteX8" fmla="*/ 0 w 5215811"/>
                <a:gd name="connsiteY8" fmla="*/ 4571683 h 6107388"/>
                <a:gd name="connsiteX9" fmla="*/ 18056 w 5215811"/>
                <a:gd name="connsiteY9" fmla="*/ 4599282 h 6107388"/>
                <a:gd name="connsiteX10" fmla="*/ 358324 w 5215811"/>
                <a:gd name="connsiteY10" fmla="*/ 4988154 h 6107388"/>
                <a:gd name="connsiteX11" fmla="*/ 1282741 w 5215811"/>
                <a:gd name="connsiteY11" fmla="*/ 5493193 h 6107388"/>
                <a:gd name="connsiteX12" fmla="*/ 2172794 w 5215811"/>
                <a:gd name="connsiteY12" fmla="*/ 5470630 h 6107388"/>
                <a:gd name="connsiteX13" fmla="*/ 3146893 w 5215811"/>
                <a:gd name="connsiteY13" fmla="*/ 5016296 h 6107388"/>
                <a:gd name="connsiteX14" fmla="*/ 3574114 w 5215811"/>
                <a:gd name="connsiteY14" fmla="*/ 4791124 h 6107388"/>
                <a:gd name="connsiteX15" fmla="*/ 4244948 w 5215811"/>
                <a:gd name="connsiteY15" fmla="*/ 4392664 h 6107388"/>
                <a:gd name="connsiteX16" fmla="*/ 4556385 w 5215811"/>
                <a:gd name="connsiteY16" fmla="*/ 3902656 h 6107388"/>
                <a:gd name="connsiteX17" fmla="*/ 4616354 w 5215811"/>
                <a:gd name="connsiteY17" fmla="*/ 2851680 h 6107388"/>
                <a:gd name="connsiteX18" fmla="*/ 4269266 w 5215811"/>
                <a:gd name="connsiteY18" fmla="*/ 1889625 h 6107388"/>
                <a:gd name="connsiteX19" fmla="*/ 2645976 w 5215811"/>
                <a:gd name="connsiteY19" fmla="*/ 671162 h 6107388"/>
                <a:gd name="connsiteX20" fmla="*/ 1648930 w 5215811"/>
                <a:gd name="connsiteY20" fmla="*/ 573017 h 6107388"/>
                <a:gd name="connsiteX21" fmla="*/ 771768 w 5215811"/>
                <a:gd name="connsiteY21" fmla="*/ 865882 h 6107388"/>
                <a:gd name="connsiteX22" fmla="*/ 433617 w 5215811"/>
                <a:gd name="connsiteY22" fmla="*/ 1119441 h 6107388"/>
                <a:gd name="connsiteX23" fmla="*/ 200571 w 5215811"/>
                <a:gd name="connsiteY23" fmla="*/ 1486480 h 6107388"/>
                <a:gd name="connsiteX24" fmla="*/ 47077 w 5215811"/>
                <a:gd name="connsiteY24" fmla="*/ 1753604 h 6107388"/>
                <a:gd name="connsiteX25" fmla="*/ 0 w 5215811"/>
                <a:gd name="connsiteY25" fmla="*/ 1831655 h 6107388"/>
                <a:gd name="connsiteX26" fmla="*/ 0 w 5215811"/>
                <a:gd name="connsiteY26" fmla="*/ 751112 h 6107388"/>
                <a:gd name="connsiteX27" fmla="*/ 6994 w 5215811"/>
                <a:gd name="connsiteY27" fmla="*/ 742614 h 6107388"/>
                <a:gd name="connsiteX28" fmla="*/ 484047 w 5215811"/>
                <a:gd name="connsiteY28" fmla="*/ 378777 h 6107388"/>
                <a:gd name="connsiteX29" fmla="*/ 1869139 w 5215811"/>
                <a:gd name="connsiteY29" fmla="*/ 9 h 61073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5811" h="6107388">
                  <a:moveTo>
                    <a:pt x="1869139" y="9"/>
                  </a:moveTo>
                  <a:cubicBezTo>
                    <a:pt x="2160924" y="-706"/>
                    <a:pt x="2465752" y="43039"/>
                    <a:pt x="2791149" y="130229"/>
                  </a:cubicBezTo>
                  <a:cubicBezTo>
                    <a:pt x="3651198" y="360678"/>
                    <a:pt x="4339884" y="907924"/>
                    <a:pt x="4760307" y="1608408"/>
                  </a:cubicBezTo>
                  <a:cubicBezTo>
                    <a:pt x="5188180" y="2321320"/>
                    <a:pt x="5338357" y="3192822"/>
                    <a:pt x="5108574" y="4050383"/>
                  </a:cubicBezTo>
                  <a:cubicBezTo>
                    <a:pt x="4880820" y="4900373"/>
                    <a:pt x="4152841" y="5098512"/>
                    <a:pt x="3434916" y="5503134"/>
                  </a:cubicBezTo>
                  <a:cubicBezTo>
                    <a:pt x="2717099" y="5907783"/>
                    <a:pt x="2005568" y="6266474"/>
                    <a:pt x="1137841" y="6033968"/>
                  </a:cubicBezTo>
                  <a:cubicBezTo>
                    <a:pt x="783079" y="5938910"/>
                    <a:pt x="479573" y="5790114"/>
                    <a:pt x="217555" y="5598945"/>
                  </a:cubicBezTo>
                  <a:lnTo>
                    <a:pt x="0" y="5419622"/>
                  </a:lnTo>
                  <a:lnTo>
                    <a:pt x="0" y="4571683"/>
                  </a:lnTo>
                  <a:lnTo>
                    <a:pt x="18056" y="4599282"/>
                  </a:lnTo>
                  <a:cubicBezTo>
                    <a:pt x="124071" y="4746782"/>
                    <a:pt x="237002" y="4875718"/>
                    <a:pt x="358324" y="4988154"/>
                  </a:cubicBezTo>
                  <a:cubicBezTo>
                    <a:pt x="621323" y="5231809"/>
                    <a:pt x="923667" y="5396979"/>
                    <a:pt x="1282741" y="5493193"/>
                  </a:cubicBezTo>
                  <a:cubicBezTo>
                    <a:pt x="1573894" y="5571207"/>
                    <a:pt x="1856732" y="5563878"/>
                    <a:pt x="2172794" y="5470630"/>
                  </a:cubicBezTo>
                  <a:cubicBezTo>
                    <a:pt x="2498985" y="5374183"/>
                    <a:pt x="2832844" y="5193315"/>
                    <a:pt x="3146893" y="5016296"/>
                  </a:cubicBezTo>
                  <a:cubicBezTo>
                    <a:pt x="3293538" y="4933641"/>
                    <a:pt x="3436182" y="4861160"/>
                    <a:pt x="3574114" y="4791124"/>
                  </a:cubicBezTo>
                  <a:cubicBezTo>
                    <a:pt x="3841238" y="4655550"/>
                    <a:pt x="4071901" y="4538375"/>
                    <a:pt x="4244948" y="4392664"/>
                  </a:cubicBezTo>
                  <a:cubicBezTo>
                    <a:pt x="4405844" y="4257259"/>
                    <a:pt x="4501845" y="4106204"/>
                    <a:pt x="4556385" y="3902656"/>
                  </a:cubicBezTo>
                  <a:cubicBezTo>
                    <a:pt x="4649063" y="3556776"/>
                    <a:pt x="4669271" y="3203187"/>
                    <a:pt x="4616354" y="2851680"/>
                  </a:cubicBezTo>
                  <a:cubicBezTo>
                    <a:pt x="4565198" y="2511774"/>
                    <a:pt x="4448474" y="2188147"/>
                    <a:pt x="4269266" y="1889625"/>
                  </a:cubicBezTo>
                  <a:cubicBezTo>
                    <a:pt x="3907781" y="1287586"/>
                    <a:pt x="3331245" y="854780"/>
                    <a:pt x="2645976" y="671162"/>
                  </a:cubicBezTo>
                  <a:cubicBezTo>
                    <a:pt x="2278249" y="572630"/>
                    <a:pt x="1952074" y="540526"/>
                    <a:pt x="1648930" y="573017"/>
                  </a:cubicBezTo>
                  <a:cubicBezTo>
                    <a:pt x="1351746" y="604901"/>
                    <a:pt x="1064785" y="700731"/>
                    <a:pt x="771768" y="865882"/>
                  </a:cubicBezTo>
                  <a:cubicBezTo>
                    <a:pt x="568061" y="980657"/>
                    <a:pt x="486465" y="1058486"/>
                    <a:pt x="433617" y="1119441"/>
                  </a:cubicBezTo>
                  <a:cubicBezTo>
                    <a:pt x="358307" y="1206256"/>
                    <a:pt x="292149" y="1323808"/>
                    <a:pt x="200571" y="1486480"/>
                  </a:cubicBezTo>
                  <a:cubicBezTo>
                    <a:pt x="156644" y="1564432"/>
                    <a:pt x="106654" y="1653214"/>
                    <a:pt x="47077" y="1753604"/>
                  </a:cubicBezTo>
                  <a:lnTo>
                    <a:pt x="0" y="1831655"/>
                  </a:lnTo>
                  <a:lnTo>
                    <a:pt x="0" y="751112"/>
                  </a:lnTo>
                  <a:lnTo>
                    <a:pt x="6994" y="742614"/>
                  </a:lnTo>
                  <a:cubicBezTo>
                    <a:pt x="117721" y="617683"/>
                    <a:pt x="259696" y="505222"/>
                    <a:pt x="484047" y="378777"/>
                  </a:cubicBezTo>
                  <a:cubicBezTo>
                    <a:pt x="932751" y="125890"/>
                    <a:pt x="1382831" y="1200"/>
                    <a:pt x="1869139" y="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853F8B91-C7F9-94E0-3A39-F4C0A09E370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319367"/>
              <a:ext cx="5217956" cy="6100079"/>
            </a:xfrm>
            <a:custGeom>
              <a:avLst/>
              <a:gdLst>
                <a:gd name="connsiteX0" fmla="*/ 1951393 w 5217956"/>
                <a:gd name="connsiteY0" fmla="*/ 82 h 6100079"/>
                <a:gd name="connsiteX1" fmla="*/ 2855177 w 5217956"/>
                <a:gd name="connsiteY1" fmla="*/ 125419 h 6100079"/>
                <a:gd name="connsiteX2" fmla="*/ 4779341 w 5217956"/>
                <a:gd name="connsiteY2" fmla="*/ 1591542 h 6100079"/>
                <a:gd name="connsiteX3" fmla="*/ 5108573 w 5217956"/>
                <a:gd name="connsiteY3" fmla="*/ 4028416 h 6100079"/>
                <a:gd name="connsiteX4" fmla="*/ 3459358 w 5217956"/>
                <a:gd name="connsiteY4" fmla="*/ 5487716 h 6100079"/>
                <a:gd name="connsiteX5" fmla="*/ 1203274 w 5217956"/>
                <a:gd name="connsiteY5" fmla="*/ 6029534 h 6100079"/>
                <a:gd name="connsiteX6" fmla="*/ 59920 w 5217956"/>
                <a:gd name="connsiteY6" fmla="*/ 5396467 h 6100079"/>
                <a:gd name="connsiteX7" fmla="*/ 0 w 5217956"/>
                <a:gd name="connsiteY7" fmla="*/ 5333382 h 6100079"/>
                <a:gd name="connsiteX8" fmla="*/ 0 w 5217956"/>
                <a:gd name="connsiteY8" fmla="*/ 4205833 h 6100079"/>
                <a:gd name="connsiteX9" fmla="*/ 58036 w 5217956"/>
                <a:gd name="connsiteY9" fmla="*/ 4310048 h 6100079"/>
                <a:gd name="connsiteX10" fmla="*/ 520779 w 5217956"/>
                <a:gd name="connsiteY10" fmla="*/ 4907591 h 6100079"/>
                <a:gd name="connsiteX11" fmla="*/ 1377154 w 5217956"/>
                <a:gd name="connsiteY11" fmla="*/ 5380604 h 6100079"/>
                <a:gd name="connsiteX12" fmla="*/ 3123340 w 5217956"/>
                <a:gd name="connsiteY12" fmla="*/ 4905715 h 6100079"/>
                <a:gd name="connsiteX13" fmla="*/ 3547863 w 5217956"/>
                <a:gd name="connsiteY13" fmla="*/ 4676342 h 6100079"/>
                <a:gd name="connsiteX14" fmla="*/ 4186753 w 5217956"/>
                <a:gd name="connsiteY14" fmla="*/ 4289376 h 6100079"/>
                <a:gd name="connsiteX15" fmla="*/ 4459565 w 5217956"/>
                <a:gd name="connsiteY15" fmla="*/ 3854399 h 6100079"/>
                <a:gd name="connsiteX16" fmla="*/ 4521015 w 5217956"/>
                <a:gd name="connsiteY16" fmla="*/ 2849377 h 6100079"/>
                <a:gd name="connsiteX17" fmla="*/ 4199723 w 5217956"/>
                <a:gd name="connsiteY17" fmla="*/ 1931213 h 6100079"/>
                <a:gd name="connsiteX18" fmla="*/ 2681217 w 5217956"/>
                <a:gd name="connsiteY18" fmla="*/ 774211 h 6100079"/>
                <a:gd name="connsiteX19" fmla="*/ 926547 w 5217956"/>
                <a:gd name="connsiteY19" fmla="*/ 967112 h 6100079"/>
                <a:gd name="connsiteX20" fmla="*/ 622677 w 5217956"/>
                <a:gd name="connsiteY20" fmla="*/ 1197863 h 6100079"/>
                <a:gd name="connsiteX21" fmla="*/ 404892 w 5217956"/>
                <a:gd name="connsiteY21" fmla="*/ 1547314 h 6100079"/>
                <a:gd name="connsiteX22" fmla="*/ 40135 w 5217956"/>
                <a:gd name="connsiteY22" fmla="*/ 2159090 h 6100079"/>
                <a:gd name="connsiteX23" fmla="*/ 0 w 5217956"/>
                <a:gd name="connsiteY23" fmla="*/ 2219367 h 6100079"/>
                <a:gd name="connsiteX24" fmla="*/ 0 w 5217956"/>
                <a:gd name="connsiteY24" fmla="*/ 915659 h 6100079"/>
                <a:gd name="connsiteX25" fmla="*/ 58609 w 5217956"/>
                <a:gd name="connsiteY25" fmla="*/ 828051 h 6100079"/>
                <a:gd name="connsiteX26" fmla="*/ 590688 w 5217956"/>
                <a:gd name="connsiteY26" fmla="*/ 385385 h 6100079"/>
                <a:gd name="connsiteX27" fmla="*/ 1951393 w 5217956"/>
                <a:gd name="connsiteY27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5217956" h="6100079">
                  <a:moveTo>
                    <a:pt x="1951393" y="82"/>
                  </a:moveTo>
                  <a:cubicBezTo>
                    <a:pt x="2237631" y="-2119"/>
                    <a:pt x="2536431" y="40011"/>
                    <a:pt x="2855177" y="125419"/>
                  </a:cubicBezTo>
                  <a:cubicBezTo>
                    <a:pt x="3697704" y="351173"/>
                    <a:pt x="4370490" y="894159"/>
                    <a:pt x="4779341" y="1591542"/>
                  </a:cubicBezTo>
                  <a:cubicBezTo>
                    <a:pt x="5195534" y="2301324"/>
                    <a:pt x="5338356" y="3170855"/>
                    <a:pt x="5108573" y="4028416"/>
                  </a:cubicBezTo>
                  <a:cubicBezTo>
                    <a:pt x="4880819" y="4878406"/>
                    <a:pt x="4165603" y="5079965"/>
                    <a:pt x="3459358" y="5487716"/>
                  </a:cubicBezTo>
                  <a:cubicBezTo>
                    <a:pt x="2753114" y="5895466"/>
                    <a:pt x="2053264" y="6257288"/>
                    <a:pt x="1203274" y="6029534"/>
                  </a:cubicBezTo>
                  <a:cubicBezTo>
                    <a:pt x="739884" y="5905369"/>
                    <a:pt x="366399" y="5685345"/>
                    <a:pt x="59920" y="5396467"/>
                  </a:cubicBezTo>
                  <a:lnTo>
                    <a:pt x="0" y="5333382"/>
                  </a:lnTo>
                  <a:lnTo>
                    <a:pt x="0" y="4205833"/>
                  </a:lnTo>
                  <a:lnTo>
                    <a:pt x="58036" y="4310048"/>
                  </a:lnTo>
                  <a:cubicBezTo>
                    <a:pt x="197935" y="4550245"/>
                    <a:pt x="350594" y="4747142"/>
                    <a:pt x="520779" y="4907591"/>
                  </a:cubicBezTo>
                  <a:cubicBezTo>
                    <a:pt x="763600" y="5136565"/>
                    <a:pt x="1043821" y="5291288"/>
                    <a:pt x="1377154" y="5380604"/>
                  </a:cubicBezTo>
                  <a:cubicBezTo>
                    <a:pt x="1963029" y="5537589"/>
                    <a:pt x="2470519" y="5282804"/>
                    <a:pt x="3123340" y="4905715"/>
                  </a:cubicBezTo>
                  <a:cubicBezTo>
                    <a:pt x="3269800" y="4821157"/>
                    <a:pt x="3411134" y="4747512"/>
                    <a:pt x="3547863" y="4676342"/>
                  </a:cubicBezTo>
                  <a:cubicBezTo>
                    <a:pt x="3804497" y="4542710"/>
                    <a:pt x="4026085" y="4427393"/>
                    <a:pt x="4186753" y="4289376"/>
                  </a:cubicBezTo>
                  <a:cubicBezTo>
                    <a:pt x="4329009" y="4167293"/>
                    <a:pt x="4410589" y="4037181"/>
                    <a:pt x="4459565" y="3854399"/>
                  </a:cubicBezTo>
                  <a:cubicBezTo>
                    <a:pt x="4548302" y="3523229"/>
                    <a:pt x="4568981" y="3185183"/>
                    <a:pt x="4521015" y="2849377"/>
                  </a:cubicBezTo>
                  <a:cubicBezTo>
                    <a:pt x="4474709" y="2524680"/>
                    <a:pt x="4366564" y="2215756"/>
                    <a:pt x="4199723" y="1931213"/>
                  </a:cubicBezTo>
                  <a:cubicBezTo>
                    <a:pt x="3863270" y="1357325"/>
                    <a:pt x="3323982" y="946439"/>
                    <a:pt x="2681217" y="774211"/>
                  </a:cubicBezTo>
                  <a:cubicBezTo>
                    <a:pt x="2001139" y="591984"/>
                    <a:pt x="1476322" y="649699"/>
                    <a:pt x="926547" y="967112"/>
                  </a:cubicBezTo>
                  <a:cubicBezTo>
                    <a:pt x="740730" y="1074393"/>
                    <a:pt x="668642" y="1143989"/>
                    <a:pt x="622677" y="1197863"/>
                  </a:cubicBezTo>
                  <a:cubicBezTo>
                    <a:pt x="555599" y="1276450"/>
                    <a:pt x="492360" y="1390031"/>
                    <a:pt x="404892" y="1547314"/>
                  </a:cubicBezTo>
                  <a:cubicBezTo>
                    <a:pt x="317047" y="1705133"/>
                    <a:pt x="204816" y="1906756"/>
                    <a:pt x="40135" y="2159090"/>
                  </a:cubicBezTo>
                  <a:lnTo>
                    <a:pt x="0" y="2219367"/>
                  </a:lnTo>
                  <a:lnTo>
                    <a:pt x="0" y="915659"/>
                  </a:lnTo>
                  <a:lnTo>
                    <a:pt x="58609" y="828051"/>
                  </a:lnTo>
                  <a:cubicBezTo>
                    <a:pt x="177453" y="670481"/>
                    <a:pt x="325846" y="538291"/>
                    <a:pt x="590688" y="385385"/>
                  </a:cubicBezTo>
                  <a:cubicBezTo>
                    <a:pt x="1032158" y="130559"/>
                    <a:pt x="1474329" y="3750"/>
                    <a:pt x="1951393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97F4822D-BA6B-8B13-27AC-973D94ABD33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319367"/>
              <a:ext cx="5217957" cy="6100079"/>
            </a:xfrm>
            <a:custGeom>
              <a:avLst/>
              <a:gdLst>
                <a:gd name="connsiteX0" fmla="*/ 1951394 w 5217957"/>
                <a:gd name="connsiteY0" fmla="*/ 82 h 6100079"/>
                <a:gd name="connsiteX1" fmla="*/ 2855178 w 5217957"/>
                <a:gd name="connsiteY1" fmla="*/ 125419 h 6100079"/>
                <a:gd name="connsiteX2" fmla="*/ 4779341 w 5217957"/>
                <a:gd name="connsiteY2" fmla="*/ 1591542 h 6100079"/>
                <a:gd name="connsiteX3" fmla="*/ 5108574 w 5217957"/>
                <a:gd name="connsiteY3" fmla="*/ 4028416 h 6100079"/>
                <a:gd name="connsiteX4" fmla="*/ 3459359 w 5217957"/>
                <a:gd name="connsiteY4" fmla="*/ 5487716 h 6100079"/>
                <a:gd name="connsiteX5" fmla="*/ 1203275 w 5217957"/>
                <a:gd name="connsiteY5" fmla="*/ 6029534 h 6100079"/>
                <a:gd name="connsiteX6" fmla="*/ 59921 w 5217957"/>
                <a:gd name="connsiteY6" fmla="*/ 5396467 h 6100079"/>
                <a:gd name="connsiteX7" fmla="*/ 0 w 5217957"/>
                <a:gd name="connsiteY7" fmla="*/ 5333381 h 6100079"/>
                <a:gd name="connsiteX8" fmla="*/ 0 w 5217957"/>
                <a:gd name="connsiteY8" fmla="*/ 4427327 h 6100079"/>
                <a:gd name="connsiteX9" fmla="*/ 112056 w 5217957"/>
                <a:gd name="connsiteY9" fmla="*/ 4602502 h 6100079"/>
                <a:gd name="connsiteX10" fmla="*/ 443875 w 5217957"/>
                <a:gd name="connsiteY10" fmla="*/ 4989110 h 6100079"/>
                <a:gd name="connsiteX11" fmla="*/ 1348175 w 5217957"/>
                <a:gd name="connsiteY11" fmla="*/ 5488759 h 6100079"/>
                <a:gd name="connsiteX12" fmla="*/ 2221463 w 5217957"/>
                <a:gd name="connsiteY12" fmla="*/ 5461704 h 6100079"/>
                <a:gd name="connsiteX13" fmla="*/ 3179339 w 5217957"/>
                <a:gd name="connsiteY13" fmla="*/ 5003023 h 6100079"/>
                <a:gd name="connsiteX14" fmla="*/ 3599638 w 5217957"/>
                <a:gd name="connsiteY14" fmla="*/ 4775996 h 6100079"/>
                <a:gd name="connsiteX15" fmla="*/ 4259765 w 5217957"/>
                <a:gd name="connsiteY15" fmla="*/ 4374667 h 6100079"/>
                <a:gd name="connsiteX16" fmla="*/ 4567742 w 5217957"/>
                <a:gd name="connsiteY16" fmla="*/ 3883732 h 6100079"/>
                <a:gd name="connsiteX17" fmla="*/ 4631929 w 5217957"/>
                <a:gd name="connsiteY17" fmla="*/ 2833886 h 6100079"/>
                <a:gd name="connsiteX18" fmla="*/ 4296412 w 5217957"/>
                <a:gd name="connsiteY18" fmla="*/ 1874932 h 6100079"/>
                <a:gd name="connsiteX19" fmla="*/ 2710219 w 5217957"/>
                <a:gd name="connsiteY19" fmla="*/ 666410 h 6100079"/>
                <a:gd name="connsiteX20" fmla="*/ 1732642 w 5217957"/>
                <a:gd name="connsiteY20" fmla="*/ 573480 h 6100079"/>
                <a:gd name="connsiteX21" fmla="*/ 870621 w 5217957"/>
                <a:gd name="connsiteY21" fmla="*/ 870402 h 6100079"/>
                <a:gd name="connsiteX22" fmla="*/ 537555 w 5217957"/>
                <a:gd name="connsiteY22" fmla="*/ 1125324 h 6100079"/>
                <a:gd name="connsiteX23" fmla="*/ 306995 w 5217957"/>
                <a:gd name="connsiteY23" fmla="*/ 1493030 h 6100079"/>
                <a:gd name="connsiteX24" fmla="*/ 23579 w 5217957"/>
                <a:gd name="connsiteY24" fmla="*/ 1977465 h 6100079"/>
                <a:gd name="connsiteX25" fmla="*/ 0 w 5217957"/>
                <a:gd name="connsiteY25" fmla="*/ 2014291 h 6100079"/>
                <a:gd name="connsiteX26" fmla="*/ 0 w 5217957"/>
                <a:gd name="connsiteY26" fmla="*/ 915660 h 6100079"/>
                <a:gd name="connsiteX27" fmla="*/ 58609 w 5217957"/>
                <a:gd name="connsiteY27" fmla="*/ 828051 h 6100079"/>
                <a:gd name="connsiteX28" fmla="*/ 590689 w 5217957"/>
                <a:gd name="connsiteY28" fmla="*/ 385385 h 6100079"/>
                <a:gd name="connsiteX29" fmla="*/ 1951394 w 5217957"/>
                <a:gd name="connsiteY29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7957" h="6100079">
                  <a:moveTo>
                    <a:pt x="1951394" y="82"/>
                  </a:moveTo>
                  <a:cubicBezTo>
                    <a:pt x="2237632" y="-2119"/>
                    <a:pt x="2536431" y="40011"/>
                    <a:pt x="2855178" y="125419"/>
                  </a:cubicBezTo>
                  <a:cubicBezTo>
                    <a:pt x="3697704" y="351173"/>
                    <a:pt x="4370491" y="894159"/>
                    <a:pt x="4779341" y="1591542"/>
                  </a:cubicBezTo>
                  <a:cubicBezTo>
                    <a:pt x="5195535" y="2301324"/>
                    <a:pt x="5338357" y="3170855"/>
                    <a:pt x="5108574" y="4028416"/>
                  </a:cubicBezTo>
                  <a:cubicBezTo>
                    <a:pt x="4880820" y="4878406"/>
                    <a:pt x="4165604" y="5079965"/>
                    <a:pt x="3459359" y="5487716"/>
                  </a:cubicBezTo>
                  <a:cubicBezTo>
                    <a:pt x="2753115" y="5895466"/>
                    <a:pt x="2053265" y="6257288"/>
                    <a:pt x="1203275" y="6029534"/>
                  </a:cubicBezTo>
                  <a:cubicBezTo>
                    <a:pt x="739885" y="5905369"/>
                    <a:pt x="366400" y="5685345"/>
                    <a:pt x="59921" y="5396467"/>
                  </a:cubicBezTo>
                  <a:lnTo>
                    <a:pt x="0" y="5333381"/>
                  </a:lnTo>
                  <a:lnTo>
                    <a:pt x="0" y="4427327"/>
                  </a:lnTo>
                  <a:lnTo>
                    <a:pt x="112056" y="4602502"/>
                  </a:lnTo>
                  <a:cubicBezTo>
                    <a:pt x="215300" y="4749260"/>
                    <a:pt x="325419" y="4877443"/>
                    <a:pt x="443875" y="4989110"/>
                  </a:cubicBezTo>
                  <a:cubicBezTo>
                    <a:pt x="700709" y="5231113"/>
                    <a:pt x="996455" y="5394516"/>
                    <a:pt x="1348175" y="5488759"/>
                  </a:cubicBezTo>
                  <a:cubicBezTo>
                    <a:pt x="1633379" y="5565179"/>
                    <a:pt x="1910917" y="5556430"/>
                    <a:pt x="2221463" y="5461704"/>
                  </a:cubicBezTo>
                  <a:cubicBezTo>
                    <a:pt x="2541923" y="5363721"/>
                    <a:pt x="2870374" y="5181404"/>
                    <a:pt x="3179339" y="5003023"/>
                  </a:cubicBezTo>
                  <a:cubicBezTo>
                    <a:pt x="3323713" y="4919760"/>
                    <a:pt x="3463978" y="4846641"/>
                    <a:pt x="3599638" y="4775996"/>
                  </a:cubicBezTo>
                  <a:cubicBezTo>
                    <a:pt x="3862436" y="4639263"/>
                    <a:pt x="4089314" y="4521074"/>
                    <a:pt x="4259765" y="4374667"/>
                  </a:cubicBezTo>
                  <a:cubicBezTo>
                    <a:pt x="4418282" y="4238625"/>
                    <a:pt x="4513201" y="4087280"/>
                    <a:pt x="4567742" y="3883732"/>
                  </a:cubicBezTo>
                  <a:cubicBezTo>
                    <a:pt x="4660420" y="3537853"/>
                    <a:pt x="4682033" y="3184640"/>
                    <a:pt x="4631929" y="2833886"/>
                  </a:cubicBezTo>
                  <a:cubicBezTo>
                    <a:pt x="4583584" y="2494734"/>
                    <a:pt x="4470646" y="2172121"/>
                    <a:pt x="4296412" y="1874932"/>
                  </a:cubicBezTo>
                  <a:cubicBezTo>
                    <a:pt x="3944879" y="1275559"/>
                    <a:pt x="3381537" y="846289"/>
                    <a:pt x="2710219" y="666410"/>
                  </a:cubicBezTo>
                  <a:cubicBezTo>
                    <a:pt x="2349955" y="569877"/>
                    <a:pt x="2030161" y="539483"/>
                    <a:pt x="1732642" y="573480"/>
                  </a:cubicBezTo>
                  <a:cubicBezTo>
                    <a:pt x="1440866" y="606814"/>
                    <a:pt x="1158880" y="703976"/>
                    <a:pt x="870621" y="870402"/>
                  </a:cubicBezTo>
                  <a:cubicBezTo>
                    <a:pt x="670160" y="986048"/>
                    <a:pt x="589753" y="1064195"/>
                    <a:pt x="537555" y="1125324"/>
                  </a:cubicBezTo>
                  <a:cubicBezTo>
                    <a:pt x="463218" y="1212400"/>
                    <a:pt x="397708" y="1330125"/>
                    <a:pt x="306995" y="1493030"/>
                  </a:cubicBezTo>
                  <a:cubicBezTo>
                    <a:pt x="234596" y="1623167"/>
                    <a:pt x="145436" y="1783409"/>
                    <a:pt x="23579" y="1977465"/>
                  </a:cubicBezTo>
                  <a:lnTo>
                    <a:pt x="0" y="2014291"/>
                  </a:lnTo>
                  <a:lnTo>
                    <a:pt x="0" y="915660"/>
                  </a:lnTo>
                  <a:lnTo>
                    <a:pt x="58609" y="828051"/>
                  </a:lnTo>
                  <a:cubicBezTo>
                    <a:pt x="177453" y="670481"/>
                    <a:pt x="325847" y="538291"/>
                    <a:pt x="590689" y="385385"/>
                  </a:cubicBezTo>
                  <a:cubicBezTo>
                    <a:pt x="1032159" y="130559"/>
                    <a:pt x="1474330" y="3750"/>
                    <a:pt x="1951394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2" name="Titel 1">
            <a:extLst>
              <a:ext uri="{FF2B5EF4-FFF2-40B4-BE49-F238E27FC236}">
                <a16:creationId xmlns:a16="http://schemas.microsoft.com/office/drawing/2014/main" id="{5967FB8B-B866-143D-7AD1-D6BA5C117C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8023" y="993603"/>
            <a:ext cx="3855720" cy="4371974"/>
          </a:xfrm>
        </p:spPr>
        <p:txBody>
          <a:bodyPr>
            <a:normAutofit/>
          </a:bodyPr>
          <a:lstStyle/>
          <a:p>
            <a:r>
              <a:rPr lang="de-DE" sz="3600" b="1" dirty="0">
                <a:solidFill>
                  <a:schemeClr val="accent2"/>
                </a:solidFill>
                <a:latin typeface="Orbitron" pitchFamily="2" charset="0"/>
              </a:rPr>
              <a:t>Brainstorming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8B310CD6-B1BC-A381-3359-E1657BD1179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629247" y="993604"/>
            <a:ext cx="5221224" cy="5230368"/>
          </a:xfrm>
        </p:spPr>
        <p:txBody>
          <a:bodyPr anchor="ctr">
            <a:normAutofit/>
          </a:bodyPr>
          <a:lstStyle/>
          <a:p>
            <a:pPr marL="0" indent="0">
              <a:buNone/>
            </a:pPr>
            <a:endParaRPr lang="de-DE" sz="2000" dirty="0">
              <a:solidFill>
                <a:schemeClr val="tx2"/>
              </a:solidFill>
            </a:endParaRPr>
          </a:p>
          <a:p>
            <a:pPr marL="0" indent="0">
              <a:buNone/>
            </a:pPr>
            <a:endParaRPr lang="de-DE" sz="2000" dirty="0">
              <a:solidFill>
                <a:schemeClr val="tx2"/>
              </a:solidFill>
            </a:endParaRPr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D1A9F240-5EF5-803D-8EC9-BCEE2E3284CE}"/>
              </a:ext>
            </a:extLst>
          </p:cNvPr>
          <p:cNvSpPr txBox="1"/>
          <p:nvPr/>
        </p:nvSpPr>
        <p:spPr>
          <a:xfrm>
            <a:off x="616450" y="3105834"/>
            <a:ext cx="2564781" cy="646331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de-DE" sz="3600" b="1" dirty="0">
                <a:solidFill>
                  <a:schemeClr val="accent2"/>
                </a:solidFill>
                <a:latin typeface="Orbitron" pitchFamily="2" charset="0"/>
                <a:ea typeface="+mj-ea"/>
                <a:cs typeface="+mj-cs"/>
              </a:rPr>
              <a:t>Mindmap:</a:t>
            </a:r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CF186842-CBAC-6B58-6CD7-C7963EC0D32B}"/>
              </a:ext>
            </a:extLst>
          </p:cNvPr>
          <p:cNvSpPr/>
          <p:nvPr/>
        </p:nvSpPr>
        <p:spPr>
          <a:xfrm>
            <a:off x="10810984" y="14036"/>
            <a:ext cx="1019991" cy="147437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pic>
        <p:nvPicPr>
          <p:cNvPr id="7" name="Grafik 6" descr="Kopf mit Zahnrädern Silhouette">
            <a:extLst>
              <a:ext uri="{FF2B5EF4-FFF2-40B4-BE49-F238E27FC236}">
                <a16:creationId xmlns:a16="http://schemas.microsoft.com/office/drawing/2014/main" id="{72388D96-B615-21F4-7292-D7B81BA9A9C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916575" y="508838"/>
            <a:ext cx="914400" cy="914400"/>
          </a:xfrm>
          <a:prstGeom prst="rect">
            <a:avLst/>
          </a:prstGeom>
        </p:spPr>
      </p:pic>
      <p:pic>
        <p:nvPicPr>
          <p:cNvPr id="5" name="Grafik 4">
            <a:extLst>
              <a:ext uri="{FF2B5EF4-FFF2-40B4-BE49-F238E27FC236}">
                <a16:creationId xmlns:a16="http://schemas.microsoft.com/office/drawing/2014/main" id="{17991167-59B3-0575-92E7-26A5D651485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17018" y="483735"/>
            <a:ext cx="7968752" cy="5965093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5221700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5636E87-31E0-D4D3-E0C4-AB8B5E0D23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8F34DCB6-58EA-50C6-9560-F04ADED4FD9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872B501B-FFF0-DC08-9592-E409953CDBF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800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56AE1210-EA3E-9AD2-6D8D-0EB116DA889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21863" y="508838"/>
            <a:ext cx="5217958" cy="6239661"/>
            <a:chOff x="-19221" y="251144"/>
            <a:chExt cx="5217958" cy="6239661"/>
          </a:xfrm>
        </p:grpSpPr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C2E95D4A-7620-6091-0092-522C03FC815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251144"/>
              <a:ext cx="5187198" cy="6239661"/>
            </a:xfrm>
            <a:custGeom>
              <a:avLst/>
              <a:gdLst>
                <a:gd name="connsiteX0" fmla="*/ 2011811 w 5187198"/>
                <a:gd name="connsiteY0" fmla="*/ 4 h 6239661"/>
                <a:gd name="connsiteX1" fmla="*/ 2617011 w 5187198"/>
                <a:gd name="connsiteY1" fmla="*/ 70590 h 6239661"/>
                <a:gd name="connsiteX2" fmla="*/ 2690321 w 5187198"/>
                <a:gd name="connsiteY2" fmla="*/ 88146 h 6239661"/>
                <a:gd name="connsiteX3" fmla="*/ 2726863 w 5187198"/>
                <a:gd name="connsiteY3" fmla="*/ 97127 h 6239661"/>
                <a:gd name="connsiteX4" fmla="*/ 2762951 w 5187198"/>
                <a:gd name="connsiteY4" fmla="*/ 107375 h 6239661"/>
                <a:gd name="connsiteX5" fmla="*/ 2834843 w 5187198"/>
                <a:gd name="connsiteY5" fmla="*/ 128493 h 6239661"/>
                <a:gd name="connsiteX6" fmla="*/ 2906574 w 5187198"/>
                <a:gd name="connsiteY6" fmla="*/ 151076 h 6239661"/>
                <a:gd name="connsiteX7" fmla="*/ 3049504 w 5187198"/>
                <a:gd name="connsiteY7" fmla="*/ 202124 h 6239661"/>
                <a:gd name="connsiteX8" fmla="*/ 3189518 w 5187198"/>
                <a:gd name="connsiteY8" fmla="*/ 260159 h 6239661"/>
                <a:gd name="connsiteX9" fmla="*/ 3326048 w 5187198"/>
                <a:gd name="connsiteY9" fmla="*/ 325143 h 6239661"/>
                <a:gd name="connsiteX10" fmla="*/ 3459166 w 5187198"/>
                <a:gd name="connsiteY10" fmla="*/ 395936 h 6239661"/>
                <a:gd name="connsiteX11" fmla="*/ 3588578 w 5187198"/>
                <a:gd name="connsiteY11" fmla="*/ 472343 h 6239661"/>
                <a:gd name="connsiteX12" fmla="*/ 3651864 w 5187198"/>
                <a:gd name="connsiteY12" fmla="*/ 512600 h 6239661"/>
                <a:gd name="connsiteX13" fmla="*/ 3714514 w 5187198"/>
                <a:gd name="connsiteY13" fmla="*/ 553499 h 6239661"/>
                <a:gd name="connsiteX14" fmla="*/ 4181221 w 5187198"/>
                <a:gd name="connsiteY14" fmla="*/ 922912 h 6239661"/>
                <a:gd name="connsiteX15" fmla="*/ 4582963 w 5187198"/>
                <a:gd name="connsiteY15" fmla="*/ 1358264 h 6239661"/>
                <a:gd name="connsiteX16" fmla="*/ 4670721 w 5187198"/>
                <a:gd name="connsiteY16" fmla="*/ 1477644 h 6239661"/>
                <a:gd name="connsiteX17" fmla="*/ 4752378 w 5187198"/>
                <a:gd name="connsiteY17" fmla="*/ 1601187 h 6239661"/>
                <a:gd name="connsiteX18" fmla="*/ 4772168 w 5187198"/>
                <a:gd name="connsiteY18" fmla="*/ 1632456 h 6239661"/>
                <a:gd name="connsiteX19" fmla="*/ 4782117 w 5187198"/>
                <a:gd name="connsiteY19" fmla="*/ 1648104 h 6239661"/>
                <a:gd name="connsiteX20" fmla="*/ 4791381 w 5187198"/>
                <a:gd name="connsiteY20" fmla="*/ 1664150 h 6239661"/>
                <a:gd name="connsiteX21" fmla="*/ 4828190 w 5187198"/>
                <a:gd name="connsiteY21" fmla="*/ 1728379 h 6239661"/>
                <a:gd name="connsiteX22" fmla="*/ 4864832 w 5187198"/>
                <a:gd name="connsiteY22" fmla="*/ 1792796 h 6239661"/>
                <a:gd name="connsiteX23" fmla="*/ 4899201 w 5187198"/>
                <a:gd name="connsiteY23" fmla="*/ 1858342 h 6239661"/>
                <a:gd name="connsiteX24" fmla="*/ 4933266 w 5187198"/>
                <a:gd name="connsiteY24" fmla="*/ 1924155 h 6239661"/>
                <a:gd name="connsiteX25" fmla="*/ 4964403 w 5187198"/>
                <a:gd name="connsiteY25" fmla="*/ 1991384 h 6239661"/>
                <a:gd name="connsiteX26" fmla="*/ 4995019 w 5187198"/>
                <a:gd name="connsiteY26" fmla="*/ 2058823 h 6239661"/>
                <a:gd name="connsiteX27" fmla="*/ 5021999 w 5187198"/>
                <a:gd name="connsiteY27" fmla="*/ 2127723 h 6239661"/>
                <a:gd name="connsiteX28" fmla="*/ 5048321 w 5187198"/>
                <a:gd name="connsiteY28" fmla="*/ 2196908 h 6239661"/>
                <a:gd name="connsiteX29" fmla="*/ 5070546 w 5187198"/>
                <a:gd name="connsiteY29" fmla="*/ 2267547 h 6239661"/>
                <a:gd name="connsiteX30" fmla="*/ 5092171 w 5187198"/>
                <a:gd name="connsiteY30" fmla="*/ 2338256 h 6239661"/>
                <a:gd name="connsiteX31" fmla="*/ 5110305 w 5187198"/>
                <a:gd name="connsiteY31" fmla="*/ 2409886 h 6239661"/>
                <a:gd name="connsiteX32" fmla="*/ 5186393 w 5187198"/>
                <a:gd name="connsiteY32" fmla="*/ 2992022 h 6239661"/>
                <a:gd name="connsiteX33" fmla="*/ 5149045 w 5187198"/>
                <a:gd name="connsiteY33" fmla="*/ 3571816 h 6239661"/>
                <a:gd name="connsiteX34" fmla="*/ 5126572 w 5187198"/>
                <a:gd name="connsiteY34" fmla="*/ 3714520 h 6239661"/>
                <a:gd name="connsiteX35" fmla="*/ 5099067 w 5187198"/>
                <a:gd name="connsiteY35" fmla="*/ 3856108 h 6239661"/>
                <a:gd name="connsiteX36" fmla="*/ 5095699 w 5187198"/>
                <a:gd name="connsiteY36" fmla="*/ 3873868 h 6239661"/>
                <a:gd name="connsiteX37" fmla="*/ 5091573 w 5187198"/>
                <a:gd name="connsiteY37" fmla="*/ 3891426 h 6239661"/>
                <a:gd name="connsiteX38" fmla="*/ 5083324 w 5187198"/>
                <a:gd name="connsiteY38" fmla="*/ 3926541 h 6239661"/>
                <a:gd name="connsiteX39" fmla="*/ 5067256 w 5187198"/>
                <a:gd name="connsiteY39" fmla="*/ 3996889 h 6239661"/>
                <a:gd name="connsiteX40" fmla="*/ 5059194 w 5187198"/>
                <a:gd name="connsiteY40" fmla="*/ 4032171 h 6239661"/>
                <a:gd name="connsiteX41" fmla="*/ 5049522 w 5187198"/>
                <a:gd name="connsiteY41" fmla="*/ 4067833 h 6239661"/>
                <a:gd name="connsiteX42" fmla="*/ 5040067 w 5187198"/>
                <a:gd name="connsiteY42" fmla="*/ 4103553 h 6239661"/>
                <a:gd name="connsiteX43" fmla="*/ 5028960 w 5187198"/>
                <a:gd name="connsiteY43" fmla="*/ 4138946 h 6239661"/>
                <a:gd name="connsiteX44" fmla="*/ 4917351 w 5187198"/>
                <a:gd name="connsiteY44" fmla="*/ 4417041 h 6239661"/>
                <a:gd name="connsiteX45" fmla="*/ 4756163 w 5187198"/>
                <a:gd name="connsiteY45" fmla="*/ 4676402 h 6239661"/>
                <a:gd name="connsiteX46" fmla="*/ 4322493 w 5187198"/>
                <a:gd name="connsiteY46" fmla="*/ 5105604 h 6239661"/>
                <a:gd name="connsiteX47" fmla="*/ 3840510 w 5187198"/>
                <a:gd name="connsiteY47" fmla="*/ 5429590 h 6239661"/>
                <a:gd name="connsiteX48" fmla="*/ 3606447 w 5187198"/>
                <a:gd name="connsiteY48" fmla="*/ 5572862 h 6239661"/>
                <a:gd name="connsiteX49" fmla="*/ 3488814 w 5187198"/>
                <a:gd name="connsiteY49" fmla="*/ 5647178 h 6239661"/>
                <a:gd name="connsiteX50" fmla="*/ 3365864 w 5187198"/>
                <a:gd name="connsiteY50" fmla="*/ 5722735 h 6239661"/>
                <a:gd name="connsiteX51" fmla="*/ 2839486 w 5187198"/>
                <a:gd name="connsiteY51" fmla="*/ 5999120 h 6239661"/>
                <a:gd name="connsiteX52" fmla="*/ 2242423 w 5187198"/>
                <a:gd name="connsiteY52" fmla="*/ 6192346 h 6239661"/>
                <a:gd name="connsiteX53" fmla="*/ 1589380 w 5187198"/>
                <a:gd name="connsiteY53" fmla="*/ 6230657 h 6239661"/>
                <a:gd name="connsiteX54" fmla="*/ 1548244 w 5187198"/>
                <a:gd name="connsiteY54" fmla="*/ 6226706 h 6239661"/>
                <a:gd name="connsiteX55" fmla="*/ 1507348 w 5187198"/>
                <a:gd name="connsiteY55" fmla="*/ 6221428 h 6239661"/>
                <a:gd name="connsiteX56" fmla="*/ 1466401 w 5187198"/>
                <a:gd name="connsiteY56" fmla="*/ 6215904 h 6239661"/>
                <a:gd name="connsiteX57" fmla="*/ 1425773 w 5187198"/>
                <a:gd name="connsiteY57" fmla="*/ 6209191 h 6239661"/>
                <a:gd name="connsiteX58" fmla="*/ 1344960 w 5187198"/>
                <a:gd name="connsiteY58" fmla="*/ 6193681 h 6239661"/>
                <a:gd name="connsiteX59" fmla="*/ 1265007 w 5187198"/>
                <a:gd name="connsiteY59" fmla="*/ 6175388 h 6239661"/>
                <a:gd name="connsiteX60" fmla="*/ 1225415 w 5187198"/>
                <a:gd name="connsiteY60" fmla="*/ 6165243 h 6239661"/>
                <a:gd name="connsiteX61" fmla="*/ 1186567 w 5187198"/>
                <a:gd name="connsiteY61" fmla="*/ 6154486 h 6239661"/>
                <a:gd name="connsiteX62" fmla="*/ 1111158 w 5187198"/>
                <a:gd name="connsiteY62" fmla="*/ 6130918 h 6239661"/>
                <a:gd name="connsiteX63" fmla="*/ 1035915 w 5187198"/>
                <a:gd name="connsiteY63" fmla="*/ 6107163 h 6239661"/>
                <a:gd name="connsiteX64" fmla="*/ 961579 w 5187198"/>
                <a:gd name="connsiteY64" fmla="*/ 6079594 h 6239661"/>
                <a:gd name="connsiteX65" fmla="*/ 395297 w 5187198"/>
                <a:gd name="connsiteY65" fmla="*/ 5792812 h 6239661"/>
                <a:gd name="connsiteX66" fmla="*/ 265239 w 5187198"/>
                <a:gd name="connsiteY66" fmla="*/ 5701511 h 6239661"/>
                <a:gd name="connsiteX67" fmla="*/ 233756 w 5187198"/>
                <a:gd name="connsiteY67" fmla="*/ 5677542 h 6239661"/>
                <a:gd name="connsiteX68" fmla="*/ 202800 w 5187198"/>
                <a:gd name="connsiteY68" fmla="*/ 5652902 h 6239661"/>
                <a:gd name="connsiteX69" fmla="*/ 140918 w 5187198"/>
                <a:gd name="connsiteY69" fmla="*/ 5603515 h 6239661"/>
                <a:gd name="connsiteX70" fmla="*/ 110625 w 5187198"/>
                <a:gd name="connsiteY70" fmla="*/ 5578127 h 6239661"/>
                <a:gd name="connsiteX71" fmla="*/ 95631 w 5187198"/>
                <a:gd name="connsiteY71" fmla="*/ 5565299 h 6239661"/>
                <a:gd name="connsiteX72" fmla="*/ 81966 w 5187198"/>
                <a:gd name="connsiteY72" fmla="*/ 5550973 h 6239661"/>
                <a:gd name="connsiteX73" fmla="*/ 27991 w 5187198"/>
                <a:gd name="connsiteY73" fmla="*/ 5493272 h 6239661"/>
                <a:gd name="connsiteX74" fmla="*/ 1454 w 5187198"/>
                <a:gd name="connsiteY74" fmla="*/ 5464252 h 6239661"/>
                <a:gd name="connsiteX75" fmla="*/ 0 w 5187198"/>
                <a:gd name="connsiteY75" fmla="*/ 5462518 h 6239661"/>
                <a:gd name="connsiteX76" fmla="*/ 0 w 5187198"/>
                <a:gd name="connsiteY76" fmla="*/ 4720187 h 6239661"/>
                <a:gd name="connsiteX77" fmla="*/ 109684 w 5187198"/>
                <a:gd name="connsiteY77" fmla="*/ 4836724 h 6239661"/>
                <a:gd name="connsiteX78" fmla="*/ 306959 w 5187198"/>
                <a:gd name="connsiteY78" fmla="*/ 5007200 h 6239661"/>
                <a:gd name="connsiteX79" fmla="*/ 358101 w 5187198"/>
                <a:gd name="connsiteY79" fmla="*/ 5046057 h 6239661"/>
                <a:gd name="connsiteX80" fmla="*/ 383328 w 5187198"/>
                <a:gd name="connsiteY80" fmla="*/ 5065684 h 6239661"/>
                <a:gd name="connsiteX81" fmla="*/ 409503 w 5187198"/>
                <a:gd name="connsiteY81" fmla="*/ 5083942 h 6239661"/>
                <a:gd name="connsiteX82" fmla="*/ 461889 w 5187198"/>
                <a:gd name="connsiteY82" fmla="*/ 5119888 h 6239661"/>
                <a:gd name="connsiteX83" fmla="*/ 474883 w 5187198"/>
                <a:gd name="connsiteY83" fmla="*/ 5128933 h 6239661"/>
                <a:gd name="connsiteX84" fmla="*/ 486410 w 5187198"/>
                <a:gd name="connsiteY84" fmla="*/ 5139557 h 6239661"/>
                <a:gd name="connsiteX85" fmla="*/ 510852 w 5187198"/>
                <a:gd name="connsiteY85" fmla="*/ 5159089 h 6239661"/>
                <a:gd name="connsiteX86" fmla="*/ 560653 w 5187198"/>
                <a:gd name="connsiteY86" fmla="*/ 5196893 h 6239661"/>
                <a:gd name="connsiteX87" fmla="*/ 585485 w 5187198"/>
                <a:gd name="connsiteY87" fmla="*/ 5215834 h 6239661"/>
                <a:gd name="connsiteX88" fmla="*/ 610707 w 5187198"/>
                <a:gd name="connsiteY88" fmla="*/ 5234185 h 6239661"/>
                <a:gd name="connsiteX89" fmla="*/ 714768 w 5187198"/>
                <a:gd name="connsiteY89" fmla="*/ 5303103 h 6239661"/>
                <a:gd name="connsiteX90" fmla="*/ 1166634 w 5187198"/>
                <a:gd name="connsiteY90" fmla="*/ 5513322 h 6239661"/>
                <a:gd name="connsiteX91" fmla="*/ 1225991 w 5187198"/>
                <a:gd name="connsiteY91" fmla="*/ 5533632 h 6239661"/>
                <a:gd name="connsiteX92" fmla="*/ 1286680 w 5187198"/>
                <a:gd name="connsiteY92" fmla="*/ 5550705 h 6239661"/>
                <a:gd name="connsiteX93" fmla="*/ 1347310 w 5187198"/>
                <a:gd name="connsiteY93" fmla="*/ 5567995 h 6239661"/>
                <a:gd name="connsiteX94" fmla="*/ 1377002 w 5187198"/>
                <a:gd name="connsiteY94" fmla="*/ 5575719 h 6239661"/>
                <a:gd name="connsiteX95" fmla="*/ 1406328 w 5187198"/>
                <a:gd name="connsiteY95" fmla="*/ 5582649 h 6239661"/>
                <a:gd name="connsiteX96" fmla="*/ 1465060 w 5187198"/>
                <a:gd name="connsiteY96" fmla="*/ 5594909 h 6239661"/>
                <a:gd name="connsiteX97" fmla="*/ 1523881 w 5187198"/>
                <a:gd name="connsiteY97" fmla="*/ 5605105 h 6239661"/>
                <a:gd name="connsiteX98" fmla="*/ 1553325 w 5187198"/>
                <a:gd name="connsiteY98" fmla="*/ 5609865 h 6239661"/>
                <a:gd name="connsiteX99" fmla="*/ 1582813 w 5187198"/>
                <a:gd name="connsiteY99" fmla="*/ 5613593 h 6239661"/>
                <a:gd name="connsiteX100" fmla="*/ 1612301 w 5187198"/>
                <a:gd name="connsiteY100" fmla="*/ 5617321 h 6239661"/>
                <a:gd name="connsiteX101" fmla="*/ 1641863 w 5187198"/>
                <a:gd name="connsiteY101" fmla="*/ 5619910 h 6239661"/>
                <a:gd name="connsiteX102" fmla="*/ 2117508 w 5187198"/>
                <a:gd name="connsiteY102" fmla="*/ 5595156 h 6239661"/>
                <a:gd name="connsiteX103" fmla="*/ 2597368 w 5187198"/>
                <a:gd name="connsiteY103" fmla="*/ 5447381 h 6239661"/>
                <a:gd name="connsiteX104" fmla="*/ 3082968 w 5187198"/>
                <a:gd name="connsiteY104" fmla="*/ 5223245 h 6239661"/>
                <a:gd name="connsiteX105" fmla="*/ 3334855 w 5187198"/>
                <a:gd name="connsiteY105" fmla="*/ 5097383 h 6239661"/>
                <a:gd name="connsiteX106" fmla="*/ 3599509 w 5187198"/>
                <a:gd name="connsiteY106" fmla="*/ 4976217 h 6239661"/>
                <a:gd name="connsiteX107" fmla="*/ 4112002 w 5187198"/>
                <a:gd name="connsiteY107" fmla="*/ 4766359 h 6239661"/>
                <a:gd name="connsiteX108" fmla="*/ 4348983 w 5187198"/>
                <a:gd name="connsiteY108" fmla="*/ 4649833 h 6239661"/>
                <a:gd name="connsiteX109" fmla="*/ 4560505 w 5187198"/>
                <a:gd name="connsiteY109" fmla="*/ 4501564 h 6239661"/>
                <a:gd name="connsiteX110" fmla="*/ 4731963 w 5187198"/>
                <a:gd name="connsiteY110" fmla="*/ 4309870 h 6239661"/>
                <a:gd name="connsiteX111" fmla="*/ 4852344 w 5187198"/>
                <a:gd name="connsiteY111" fmla="*/ 4078640 h 6239661"/>
                <a:gd name="connsiteX112" fmla="*/ 4863972 w 5187198"/>
                <a:gd name="connsiteY112" fmla="*/ 4047790 h 6239661"/>
                <a:gd name="connsiteX113" fmla="*/ 4874144 w 5187198"/>
                <a:gd name="connsiteY113" fmla="*/ 4016320 h 6239661"/>
                <a:gd name="connsiteX114" fmla="*/ 4884127 w 5187198"/>
                <a:gd name="connsiteY114" fmla="*/ 3984682 h 6239661"/>
                <a:gd name="connsiteX115" fmla="*/ 4892800 w 5187198"/>
                <a:gd name="connsiteY115" fmla="*/ 3951883 h 6239661"/>
                <a:gd name="connsiteX116" fmla="*/ 4909526 w 5187198"/>
                <a:gd name="connsiteY116" fmla="*/ 3886001 h 6239661"/>
                <a:gd name="connsiteX117" fmla="*/ 4917687 w 5187198"/>
                <a:gd name="connsiteY117" fmla="*/ 3852948 h 6239661"/>
                <a:gd name="connsiteX118" fmla="*/ 4921768 w 5187198"/>
                <a:gd name="connsiteY118" fmla="*/ 3836422 h 6239661"/>
                <a:gd name="connsiteX119" fmla="*/ 4924845 w 5187198"/>
                <a:gd name="connsiteY119" fmla="*/ 3819742 h 6239661"/>
                <a:gd name="connsiteX120" fmla="*/ 4948230 w 5187198"/>
                <a:gd name="connsiteY120" fmla="*/ 3685744 h 6239661"/>
                <a:gd name="connsiteX121" fmla="*/ 4962782 w 5187198"/>
                <a:gd name="connsiteY121" fmla="*/ 3550540 h 6239661"/>
                <a:gd name="connsiteX122" fmla="*/ 4939468 w 5187198"/>
                <a:gd name="connsiteY122" fmla="*/ 3010249 h 6239661"/>
                <a:gd name="connsiteX123" fmla="*/ 4816901 w 5187198"/>
                <a:gd name="connsiteY123" fmla="*/ 2488224 h 6239661"/>
                <a:gd name="connsiteX124" fmla="*/ 4797005 w 5187198"/>
                <a:gd name="connsiteY124" fmla="*/ 2424470 h 6239661"/>
                <a:gd name="connsiteX125" fmla="*/ 4774433 w 5187198"/>
                <a:gd name="connsiteY125" fmla="*/ 2361620 h 6239661"/>
                <a:gd name="connsiteX126" fmla="*/ 4752459 w 5187198"/>
                <a:gd name="connsiteY126" fmla="*/ 2298700 h 6239661"/>
                <a:gd name="connsiteX127" fmla="*/ 4728083 w 5187198"/>
                <a:gd name="connsiteY127" fmla="*/ 2236526 h 6239661"/>
                <a:gd name="connsiteX128" fmla="*/ 4704471 w 5187198"/>
                <a:gd name="connsiteY128" fmla="*/ 2174095 h 6239661"/>
                <a:gd name="connsiteX129" fmla="*/ 4678399 w 5187198"/>
                <a:gd name="connsiteY129" fmla="*/ 2112626 h 6239661"/>
                <a:gd name="connsiteX130" fmla="*/ 4652601 w 5187198"/>
                <a:gd name="connsiteY130" fmla="*/ 2050999 h 6239661"/>
                <a:gd name="connsiteX131" fmla="*/ 4624205 w 5187198"/>
                <a:gd name="connsiteY131" fmla="*/ 1990415 h 6239661"/>
                <a:gd name="connsiteX132" fmla="*/ 4595398 w 5187198"/>
                <a:gd name="connsiteY132" fmla="*/ 1930069 h 6239661"/>
                <a:gd name="connsiteX133" fmla="*/ 4563827 w 5187198"/>
                <a:gd name="connsiteY133" fmla="*/ 1870952 h 6239661"/>
                <a:gd name="connsiteX134" fmla="*/ 4531433 w 5187198"/>
                <a:gd name="connsiteY134" fmla="*/ 1812311 h 6239661"/>
                <a:gd name="connsiteX135" fmla="*/ 4523315 w 5187198"/>
                <a:gd name="connsiteY135" fmla="*/ 1797616 h 6239661"/>
                <a:gd name="connsiteX136" fmla="*/ 4514482 w 5187198"/>
                <a:gd name="connsiteY136" fmla="*/ 1783425 h 6239661"/>
                <a:gd name="connsiteX137" fmla="*/ 4496845 w 5187198"/>
                <a:gd name="connsiteY137" fmla="*/ 1754936 h 6239661"/>
                <a:gd name="connsiteX138" fmla="*/ 4461463 w 5187198"/>
                <a:gd name="connsiteY138" fmla="*/ 1697929 h 6239661"/>
                <a:gd name="connsiteX139" fmla="*/ 4452660 w 5187198"/>
                <a:gd name="connsiteY139" fmla="*/ 1683629 h 6239661"/>
                <a:gd name="connsiteX140" fmla="*/ 4443141 w 5187198"/>
                <a:gd name="connsiteY140" fmla="*/ 1669834 h 6239661"/>
                <a:gd name="connsiteX141" fmla="*/ 4424241 w 5187198"/>
                <a:gd name="connsiteY141" fmla="*/ 1642166 h 6239661"/>
                <a:gd name="connsiteX142" fmla="*/ 4346886 w 5187198"/>
                <a:gd name="connsiteY142" fmla="*/ 1532412 h 6239661"/>
                <a:gd name="connsiteX143" fmla="*/ 3985497 w 5187198"/>
                <a:gd name="connsiteY143" fmla="*/ 1134649 h 6239661"/>
                <a:gd name="connsiteX144" fmla="*/ 3545665 w 5187198"/>
                <a:gd name="connsiteY144" fmla="*/ 825877 h 6239661"/>
                <a:gd name="connsiteX145" fmla="*/ 3486190 w 5187198"/>
                <a:gd name="connsiteY145" fmla="*/ 794756 h 6239661"/>
                <a:gd name="connsiteX146" fmla="*/ 3426182 w 5187198"/>
                <a:gd name="connsiteY146" fmla="*/ 764765 h 6239661"/>
                <a:gd name="connsiteX147" fmla="*/ 3365044 w 5187198"/>
                <a:gd name="connsiteY147" fmla="*/ 737255 h 6239661"/>
                <a:gd name="connsiteX148" fmla="*/ 3334529 w 5187198"/>
                <a:gd name="connsiteY148" fmla="*/ 723514 h 6239661"/>
                <a:gd name="connsiteX149" fmla="*/ 3303733 w 5187198"/>
                <a:gd name="connsiteY149" fmla="*/ 710395 h 6239661"/>
                <a:gd name="connsiteX150" fmla="*/ 3179033 w 5187198"/>
                <a:gd name="connsiteY150" fmla="*/ 662259 h 6239661"/>
                <a:gd name="connsiteX151" fmla="*/ 3052408 w 5187198"/>
                <a:gd name="connsiteY151" fmla="*/ 620447 h 6239661"/>
                <a:gd name="connsiteX152" fmla="*/ 2924325 w 5187198"/>
                <a:gd name="connsiteY152" fmla="*/ 584505 h 6239661"/>
                <a:gd name="connsiteX153" fmla="*/ 2859667 w 5187198"/>
                <a:gd name="connsiteY153" fmla="*/ 569266 h 6239661"/>
                <a:gd name="connsiteX154" fmla="*/ 2795226 w 5187198"/>
                <a:gd name="connsiteY154" fmla="*/ 554085 h 6239661"/>
                <a:gd name="connsiteX155" fmla="*/ 2729702 w 5187198"/>
                <a:gd name="connsiteY155" fmla="*/ 540354 h 6239661"/>
                <a:gd name="connsiteX156" fmla="*/ 2663758 w 5187198"/>
                <a:gd name="connsiteY156" fmla="*/ 527322 h 6239661"/>
                <a:gd name="connsiteX157" fmla="*/ 2630927 w 5187198"/>
                <a:gd name="connsiteY157" fmla="*/ 520495 h 6239661"/>
                <a:gd name="connsiteX158" fmla="*/ 2597965 w 5187198"/>
                <a:gd name="connsiteY158" fmla="*/ 515024 h 6239661"/>
                <a:gd name="connsiteX159" fmla="*/ 2532205 w 5187198"/>
                <a:gd name="connsiteY159" fmla="*/ 503895 h 6239661"/>
                <a:gd name="connsiteX160" fmla="*/ 2010064 w 5187198"/>
                <a:gd name="connsiteY160" fmla="*/ 452552 h 6239661"/>
                <a:gd name="connsiteX161" fmla="*/ 1494552 w 5187198"/>
                <a:gd name="connsiteY161" fmla="*/ 485055 h 6239661"/>
                <a:gd name="connsiteX162" fmla="*/ 1366896 w 5187198"/>
                <a:gd name="connsiteY162" fmla="*/ 509389 h 6239661"/>
                <a:gd name="connsiteX163" fmla="*/ 1240175 w 5187198"/>
                <a:gd name="connsiteY163" fmla="*/ 541045 h 6239661"/>
                <a:gd name="connsiteX164" fmla="*/ 1177438 w 5187198"/>
                <a:gd name="connsiteY164" fmla="*/ 560170 h 6239661"/>
                <a:gd name="connsiteX165" fmla="*/ 1145987 w 5187198"/>
                <a:gd name="connsiteY165" fmla="*/ 569826 h 6239661"/>
                <a:gd name="connsiteX166" fmla="*/ 1130315 w 5187198"/>
                <a:gd name="connsiteY166" fmla="*/ 574669 h 6239661"/>
                <a:gd name="connsiteX167" fmla="*/ 1114873 w 5187198"/>
                <a:gd name="connsiteY167" fmla="*/ 580384 h 6239661"/>
                <a:gd name="connsiteX168" fmla="*/ 1052839 w 5187198"/>
                <a:gd name="connsiteY168" fmla="*/ 602943 h 6239661"/>
                <a:gd name="connsiteX169" fmla="*/ 991135 w 5187198"/>
                <a:gd name="connsiteY169" fmla="*/ 626866 h 6239661"/>
                <a:gd name="connsiteX170" fmla="*/ 930179 w 5187198"/>
                <a:gd name="connsiteY170" fmla="*/ 653191 h 6239661"/>
                <a:gd name="connsiteX171" fmla="*/ 869768 w 5187198"/>
                <a:gd name="connsiteY171" fmla="*/ 680937 h 6239661"/>
                <a:gd name="connsiteX172" fmla="*/ 810085 w 5187198"/>
                <a:gd name="connsiteY172" fmla="*/ 710734 h 6239661"/>
                <a:gd name="connsiteX173" fmla="*/ 751220 w 5187198"/>
                <a:gd name="connsiteY173" fmla="*/ 741794 h 6239661"/>
                <a:gd name="connsiteX174" fmla="*/ 532669 w 5187198"/>
                <a:gd name="connsiteY174" fmla="*/ 881688 h 6239661"/>
                <a:gd name="connsiteX175" fmla="*/ 354185 w 5187198"/>
                <a:gd name="connsiteY175" fmla="*/ 1050286 h 6239661"/>
                <a:gd name="connsiteX176" fmla="*/ 315980 w 5187198"/>
                <a:gd name="connsiteY176" fmla="*/ 1098125 h 6239661"/>
                <a:gd name="connsiteX177" fmla="*/ 280345 w 5187198"/>
                <a:gd name="connsiteY177" fmla="*/ 1149782 h 6239661"/>
                <a:gd name="connsiteX178" fmla="*/ 245890 w 5187198"/>
                <a:gd name="connsiteY178" fmla="*/ 1203959 h 6239661"/>
                <a:gd name="connsiteX179" fmla="*/ 212162 w 5187198"/>
                <a:gd name="connsiteY179" fmla="*/ 1260184 h 6239661"/>
                <a:gd name="connsiteX180" fmla="*/ 80716 w 5187198"/>
                <a:gd name="connsiteY180" fmla="*/ 1502476 h 6239661"/>
                <a:gd name="connsiteX181" fmla="*/ 0 w 5187198"/>
                <a:gd name="connsiteY181" fmla="*/ 1648841 h 6239661"/>
                <a:gd name="connsiteX182" fmla="*/ 0 w 5187198"/>
                <a:gd name="connsiteY182" fmla="*/ 954863 h 6239661"/>
                <a:gd name="connsiteX183" fmla="*/ 43491 w 5187198"/>
                <a:gd name="connsiteY183" fmla="*/ 895513 h 6239661"/>
                <a:gd name="connsiteX184" fmla="*/ 93923 w 5187198"/>
                <a:gd name="connsiteY184" fmla="*/ 834489 h 6239661"/>
                <a:gd name="connsiteX185" fmla="*/ 323465 w 5187198"/>
                <a:gd name="connsiteY185" fmla="*/ 617671 h 6239661"/>
                <a:gd name="connsiteX186" fmla="*/ 574777 w 5187198"/>
                <a:gd name="connsiteY186" fmla="*/ 446794 h 6239661"/>
                <a:gd name="connsiteX187" fmla="*/ 638943 w 5187198"/>
                <a:gd name="connsiteY187" fmla="*/ 408925 h 6239661"/>
                <a:gd name="connsiteX188" fmla="*/ 703505 w 5187198"/>
                <a:gd name="connsiteY188" fmla="*/ 371742 h 6239661"/>
                <a:gd name="connsiteX189" fmla="*/ 769262 w 5187198"/>
                <a:gd name="connsiteY189" fmla="*/ 336154 h 6239661"/>
                <a:gd name="connsiteX190" fmla="*/ 835552 w 5187198"/>
                <a:gd name="connsiteY190" fmla="*/ 301173 h 6239661"/>
                <a:gd name="connsiteX191" fmla="*/ 902979 w 5187198"/>
                <a:gd name="connsiteY191" fmla="*/ 268004 h 6239661"/>
                <a:gd name="connsiteX192" fmla="*/ 971127 w 5187198"/>
                <a:gd name="connsiteY192" fmla="*/ 235607 h 6239661"/>
                <a:gd name="connsiteX193" fmla="*/ 988238 w 5187198"/>
                <a:gd name="connsiteY193" fmla="*/ 227556 h 6239661"/>
                <a:gd name="connsiteX194" fmla="*/ 1005744 w 5187198"/>
                <a:gd name="connsiteY194" fmla="*/ 220191 h 6239661"/>
                <a:gd name="connsiteX195" fmla="*/ 1040729 w 5187198"/>
                <a:gd name="connsiteY195" fmla="*/ 205569 h 6239661"/>
                <a:gd name="connsiteX196" fmla="*/ 1110835 w 5187198"/>
                <a:gd name="connsiteY196" fmla="*/ 176248 h 6239661"/>
                <a:gd name="connsiteX197" fmla="*/ 1254256 w 5187198"/>
                <a:gd name="connsiteY197" fmla="*/ 123796 h 6239661"/>
                <a:gd name="connsiteX198" fmla="*/ 1401310 w 5187198"/>
                <a:gd name="connsiteY198" fmla="*/ 79852 h 6239661"/>
                <a:gd name="connsiteX199" fmla="*/ 2011811 w 5187198"/>
                <a:gd name="connsiteY199" fmla="*/ 4 h 62396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</a:cxnLst>
              <a:rect l="l" t="t" r="r" b="b"/>
              <a:pathLst>
                <a:path w="5187198" h="6239661">
                  <a:moveTo>
                    <a:pt x="2011811" y="4"/>
                  </a:moveTo>
                  <a:cubicBezTo>
                    <a:pt x="2217306" y="120"/>
                    <a:pt x="2420903" y="25925"/>
                    <a:pt x="2617011" y="70590"/>
                  </a:cubicBezTo>
                  <a:lnTo>
                    <a:pt x="2690321" y="88146"/>
                  </a:lnTo>
                  <a:lnTo>
                    <a:pt x="2726863" y="97127"/>
                  </a:lnTo>
                  <a:lnTo>
                    <a:pt x="2762951" y="107375"/>
                  </a:lnTo>
                  <a:lnTo>
                    <a:pt x="2834843" y="128493"/>
                  </a:lnTo>
                  <a:cubicBezTo>
                    <a:pt x="2858788" y="135605"/>
                    <a:pt x="2882632" y="142226"/>
                    <a:pt x="2906574" y="151076"/>
                  </a:cubicBezTo>
                  <a:cubicBezTo>
                    <a:pt x="2954475" y="167852"/>
                    <a:pt x="3002363" y="183813"/>
                    <a:pt x="3049504" y="202124"/>
                  </a:cubicBezTo>
                  <a:lnTo>
                    <a:pt x="3189518" y="260159"/>
                  </a:lnTo>
                  <a:lnTo>
                    <a:pt x="3326048" y="325143"/>
                  </a:lnTo>
                  <a:cubicBezTo>
                    <a:pt x="3370687" y="348464"/>
                    <a:pt x="3414908" y="372485"/>
                    <a:pt x="3459166" y="395936"/>
                  </a:cubicBezTo>
                  <a:cubicBezTo>
                    <a:pt x="3502947" y="420302"/>
                    <a:pt x="3545491" y="447118"/>
                    <a:pt x="3588578" y="472343"/>
                  </a:cubicBezTo>
                  <a:cubicBezTo>
                    <a:pt x="3610346" y="484551"/>
                    <a:pt x="3630797" y="499072"/>
                    <a:pt x="3651864" y="512600"/>
                  </a:cubicBezTo>
                  <a:lnTo>
                    <a:pt x="3714514" y="553499"/>
                  </a:lnTo>
                  <a:cubicBezTo>
                    <a:pt x="3880005" y="664844"/>
                    <a:pt x="4036083" y="788388"/>
                    <a:pt x="4181221" y="922912"/>
                  </a:cubicBezTo>
                  <a:cubicBezTo>
                    <a:pt x="4326221" y="1057515"/>
                    <a:pt x="4461955" y="1202038"/>
                    <a:pt x="4582963" y="1358264"/>
                  </a:cubicBezTo>
                  <a:cubicBezTo>
                    <a:pt x="4614206" y="1396543"/>
                    <a:pt x="4642091" y="1437400"/>
                    <a:pt x="4670721" y="1477644"/>
                  </a:cubicBezTo>
                  <a:cubicBezTo>
                    <a:pt x="4700172" y="1517414"/>
                    <a:pt x="4725864" y="1559538"/>
                    <a:pt x="4752378" y="1601187"/>
                  </a:cubicBezTo>
                  <a:lnTo>
                    <a:pt x="4772168" y="1632456"/>
                  </a:lnTo>
                  <a:lnTo>
                    <a:pt x="4782117" y="1648104"/>
                  </a:lnTo>
                  <a:lnTo>
                    <a:pt x="4791381" y="1664150"/>
                  </a:lnTo>
                  <a:lnTo>
                    <a:pt x="4828190" y="1728379"/>
                  </a:lnTo>
                  <a:cubicBezTo>
                    <a:pt x="4840266" y="1749930"/>
                    <a:pt x="4853470" y="1770740"/>
                    <a:pt x="4864832" y="1792796"/>
                  </a:cubicBezTo>
                  <a:lnTo>
                    <a:pt x="4899201" y="1858342"/>
                  </a:lnTo>
                  <a:cubicBezTo>
                    <a:pt x="4910484" y="1880260"/>
                    <a:pt x="4922532" y="1901920"/>
                    <a:pt x="4933266" y="1924155"/>
                  </a:cubicBezTo>
                  <a:lnTo>
                    <a:pt x="4964403" y="1991384"/>
                  </a:lnTo>
                  <a:cubicBezTo>
                    <a:pt x="4974618" y="2013829"/>
                    <a:pt x="4985323" y="2036171"/>
                    <a:pt x="4995019" y="2058823"/>
                  </a:cubicBezTo>
                  <a:lnTo>
                    <a:pt x="5021999" y="2127723"/>
                  </a:lnTo>
                  <a:lnTo>
                    <a:pt x="5048321" y="2196908"/>
                  </a:lnTo>
                  <a:lnTo>
                    <a:pt x="5070546" y="2267547"/>
                  </a:lnTo>
                  <a:cubicBezTo>
                    <a:pt x="5078054" y="2291004"/>
                    <a:pt x="5085044" y="2314670"/>
                    <a:pt x="5092171" y="2338256"/>
                  </a:cubicBezTo>
                  <a:cubicBezTo>
                    <a:pt x="5098670" y="2362023"/>
                    <a:pt x="5104296" y="2386019"/>
                    <a:pt x="5110305" y="2409886"/>
                  </a:cubicBezTo>
                  <a:cubicBezTo>
                    <a:pt x="5158097" y="2600976"/>
                    <a:pt x="5182068" y="2797044"/>
                    <a:pt x="5186393" y="2992022"/>
                  </a:cubicBezTo>
                  <a:cubicBezTo>
                    <a:pt x="5191013" y="3187195"/>
                    <a:pt x="5175397" y="3380886"/>
                    <a:pt x="5149045" y="3571816"/>
                  </a:cubicBezTo>
                  <a:cubicBezTo>
                    <a:pt x="5141154" y="3619431"/>
                    <a:pt x="5133539" y="3666889"/>
                    <a:pt x="5126572" y="3714520"/>
                  </a:cubicBezTo>
                  <a:cubicBezTo>
                    <a:pt x="5117276" y="3761759"/>
                    <a:pt x="5107793" y="3808831"/>
                    <a:pt x="5099067" y="3856108"/>
                  </a:cubicBezTo>
                  <a:lnTo>
                    <a:pt x="5095699" y="3873868"/>
                  </a:lnTo>
                  <a:lnTo>
                    <a:pt x="5091573" y="3891426"/>
                  </a:lnTo>
                  <a:lnTo>
                    <a:pt x="5083324" y="3926541"/>
                  </a:lnTo>
                  <a:lnTo>
                    <a:pt x="5067256" y="3996889"/>
                  </a:lnTo>
                  <a:cubicBezTo>
                    <a:pt x="5064451" y="4008657"/>
                    <a:pt x="5062244" y="4020353"/>
                    <a:pt x="5059194" y="4032171"/>
                  </a:cubicBezTo>
                  <a:lnTo>
                    <a:pt x="5049522" y="4067833"/>
                  </a:lnTo>
                  <a:lnTo>
                    <a:pt x="5040067" y="4103553"/>
                  </a:lnTo>
                  <a:cubicBezTo>
                    <a:pt x="5036554" y="4115363"/>
                    <a:pt x="5032689" y="4127194"/>
                    <a:pt x="5028960" y="4138946"/>
                  </a:cubicBezTo>
                  <a:cubicBezTo>
                    <a:pt x="4999693" y="4233462"/>
                    <a:pt x="4962869" y="4326764"/>
                    <a:pt x="4917351" y="4417041"/>
                  </a:cubicBezTo>
                  <a:cubicBezTo>
                    <a:pt x="4871860" y="4507209"/>
                    <a:pt x="4817597" y="4594215"/>
                    <a:pt x="4756163" y="4676402"/>
                  </a:cubicBezTo>
                  <a:cubicBezTo>
                    <a:pt x="4632803" y="4840875"/>
                    <a:pt x="4480597" y="4982783"/>
                    <a:pt x="4322493" y="5105604"/>
                  </a:cubicBezTo>
                  <a:cubicBezTo>
                    <a:pt x="4163928" y="5228420"/>
                    <a:pt x="3999564" y="5332640"/>
                    <a:pt x="3840510" y="5429590"/>
                  </a:cubicBezTo>
                  <a:cubicBezTo>
                    <a:pt x="3760954" y="5478172"/>
                    <a:pt x="3682353" y="5524924"/>
                    <a:pt x="3606447" y="5572862"/>
                  </a:cubicBezTo>
                  <a:lnTo>
                    <a:pt x="3488814" y="5647178"/>
                  </a:lnTo>
                  <a:cubicBezTo>
                    <a:pt x="3448270" y="5672597"/>
                    <a:pt x="3407323" y="5697792"/>
                    <a:pt x="3365864" y="5722735"/>
                  </a:cubicBezTo>
                  <a:cubicBezTo>
                    <a:pt x="3200163" y="5822424"/>
                    <a:pt x="3026125" y="5917328"/>
                    <a:pt x="2839486" y="5999120"/>
                  </a:cubicBezTo>
                  <a:cubicBezTo>
                    <a:pt x="2653201" y="6080891"/>
                    <a:pt x="2453560" y="6149344"/>
                    <a:pt x="2242423" y="6192346"/>
                  </a:cubicBezTo>
                  <a:cubicBezTo>
                    <a:pt x="2031719" y="6235463"/>
                    <a:pt x="1808952" y="6251353"/>
                    <a:pt x="1589380" y="6230657"/>
                  </a:cubicBezTo>
                  <a:lnTo>
                    <a:pt x="1548244" y="6226706"/>
                  </a:lnTo>
                  <a:cubicBezTo>
                    <a:pt x="1534528" y="6225117"/>
                    <a:pt x="1520898" y="6223203"/>
                    <a:pt x="1507348" y="6221428"/>
                  </a:cubicBezTo>
                  <a:lnTo>
                    <a:pt x="1466401" y="6215904"/>
                  </a:lnTo>
                  <a:cubicBezTo>
                    <a:pt x="1452772" y="6213991"/>
                    <a:pt x="1439316" y="6211428"/>
                    <a:pt x="1425773" y="6209191"/>
                  </a:cubicBezTo>
                  <a:cubicBezTo>
                    <a:pt x="1398775" y="6204391"/>
                    <a:pt x="1371610" y="6199779"/>
                    <a:pt x="1344960" y="6193681"/>
                  </a:cubicBezTo>
                  <a:cubicBezTo>
                    <a:pt x="1318251" y="6187799"/>
                    <a:pt x="1291260" y="6182538"/>
                    <a:pt x="1265007" y="6175388"/>
                  </a:cubicBezTo>
                  <a:lnTo>
                    <a:pt x="1225415" y="6165243"/>
                  </a:lnTo>
                  <a:cubicBezTo>
                    <a:pt x="1212163" y="6161924"/>
                    <a:pt x="1198939" y="6158496"/>
                    <a:pt x="1186567" y="6154486"/>
                  </a:cubicBezTo>
                  <a:lnTo>
                    <a:pt x="1111158" y="6130918"/>
                  </a:lnTo>
                  <a:lnTo>
                    <a:pt x="1035915" y="6107163"/>
                  </a:lnTo>
                  <a:cubicBezTo>
                    <a:pt x="1010846" y="6099055"/>
                    <a:pt x="986357" y="6088784"/>
                    <a:pt x="961579" y="6079594"/>
                  </a:cubicBezTo>
                  <a:cubicBezTo>
                    <a:pt x="763709" y="6005594"/>
                    <a:pt x="572401" y="5909703"/>
                    <a:pt x="395297" y="5792812"/>
                  </a:cubicBezTo>
                  <a:lnTo>
                    <a:pt x="265239" y="5701511"/>
                  </a:lnTo>
                  <a:cubicBezTo>
                    <a:pt x="254227" y="5694155"/>
                    <a:pt x="244103" y="5685646"/>
                    <a:pt x="233756" y="5677542"/>
                  </a:cubicBezTo>
                  <a:lnTo>
                    <a:pt x="202800" y="5652902"/>
                  </a:lnTo>
                  <a:lnTo>
                    <a:pt x="140918" y="5603515"/>
                  </a:lnTo>
                  <a:cubicBezTo>
                    <a:pt x="130598" y="5595302"/>
                    <a:pt x="120280" y="5587089"/>
                    <a:pt x="110625" y="5578127"/>
                  </a:cubicBezTo>
                  <a:cubicBezTo>
                    <a:pt x="105647" y="5573779"/>
                    <a:pt x="100444" y="5569834"/>
                    <a:pt x="95631" y="5565299"/>
                  </a:cubicBezTo>
                  <a:cubicBezTo>
                    <a:pt x="90955" y="5560684"/>
                    <a:pt x="86505" y="5555666"/>
                    <a:pt x="81966" y="5550973"/>
                  </a:cubicBezTo>
                  <a:lnTo>
                    <a:pt x="27991" y="5493272"/>
                  </a:lnTo>
                  <a:cubicBezTo>
                    <a:pt x="19109" y="5483589"/>
                    <a:pt x="9758" y="5474359"/>
                    <a:pt x="1454" y="5464252"/>
                  </a:cubicBezTo>
                  <a:lnTo>
                    <a:pt x="0" y="5462518"/>
                  </a:lnTo>
                  <a:lnTo>
                    <a:pt x="0" y="4720187"/>
                  </a:lnTo>
                  <a:lnTo>
                    <a:pt x="109684" y="4836724"/>
                  </a:lnTo>
                  <a:cubicBezTo>
                    <a:pt x="173316" y="4897375"/>
                    <a:pt x="239447" y="4954160"/>
                    <a:pt x="306959" y="5007200"/>
                  </a:cubicBezTo>
                  <a:lnTo>
                    <a:pt x="358101" y="5046057"/>
                  </a:lnTo>
                  <a:lnTo>
                    <a:pt x="383328" y="5065684"/>
                  </a:lnTo>
                  <a:cubicBezTo>
                    <a:pt x="391637" y="5072316"/>
                    <a:pt x="400805" y="5077902"/>
                    <a:pt x="409503" y="5083942"/>
                  </a:cubicBezTo>
                  <a:lnTo>
                    <a:pt x="461889" y="5119888"/>
                  </a:lnTo>
                  <a:cubicBezTo>
                    <a:pt x="466184" y="5122893"/>
                    <a:pt x="470616" y="5125820"/>
                    <a:pt x="474883" y="5128933"/>
                  </a:cubicBezTo>
                  <a:cubicBezTo>
                    <a:pt x="478982" y="5132235"/>
                    <a:pt x="482476" y="5136069"/>
                    <a:pt x="486410" y="5139557"/>
                  </a:cubicBezTo>
                  <a:cubicBezTo>
                    <a:pt x="494140" y="5146613"/>
                    <a:pt x="502565" y="5152812"/>
                    <a:pt x="510852" y="5159089"/>
                  </a:cubicBezTo>
                  <a:lnTo>
                    <a:pt x="560653" y="5196893"/>
                  </a:lnTo>
                  <a:lnTo>
                    <a:pt x="585485" y="5215834"/>
                  </a:lnTo>
                  <a:cubicBezTo>
                    <a:pt x="593773" y="5222111"/>
                    <a:pt x="601864" y="5228685"/>
                    <a:pt x="610707" y="5234185"/>
                  </a:cubicBezTo>
                  <a:lnTo>
                    <a:pt x="714768" y="5303103"/>
                  </a:lnTo>
                  <a:cubicBezTo>
                    <a:pt x="856162" y="5390603"/>
                    <a:pt x="1008099" y="5459947"/>
                    <a:pt x="1166634" y="5513322"/>
                  </a:cubicBezTo>
                  <a:cubicBezTo>
                    <a:pt x="1186540" y="5519932"/>
                    <a:pt x="1205774" y="5527751"/>
                    <a:pt x="1225991" y="5533632"/>
                  </a:cubicBezTo>
                  <a:lnTo>
                    <a:pt x="1286680" y="5550705"/>
                  </a:lnTo>
                  <a:lnTo>
                    <a:pt x="1347310" y="5567995"/>
                  </a:lnTo>
                  <a:cubicBezTo>
                    <a:pt x="1357469" y="5571180"/>
                    <a:pt x="1367261" y="5573572"/>
                    <a:pt x="1377002" y="5575719"/>
                  </a:cubicBezTo>
                  <a:lnTo>
                    <a:pt x="1406328" y="5582649"/>
                  </a:lnTo>
                  <a:cubicBezTo>
                    <a:pt x="1425825" y="5587757"/>
                    <a:pt x="1445490" y="5590939"/>
                    <a:pt x="1465060" y="5594909"/>
                  </a:cubicBezTo>
                  <a:cubicBezTo>
                    <a:pt x="1484652" y="5599231"/>
                    <a:pt x="1504324" y="5601952"/>
                    <a:pt x="1523881" y="5605105"/>
                  </a:cubicBezTo>
                  <a:cubicBezTo>
                    <a:pt x="1533660" y="5606682"/>
                    <a:pt x="1543460" y="5608613"/>
                    <a:pt x="1553325" y="5609865"/>
                  </a:cubicBezTo>
                  <a:lnTo>
                    <a:pt x="1582813" y="5613593"/>
                  </a:lnTo>
                  <a:lnTo>
                    <a:pt x="1612301" y="5617321"/>
                  </a:lnTo>
                  <a:lnTo>
                    <a:pt x="1641863" y="5619910"/>
                  </a:lnTo>
                  <a:cubicBezTo>
                    <a:pt x="1799348" y="5633940"/>
                    <a:pt x="1957913" y="5625770"/>
                    <a:pt x="2117508" y="5595156"/>
                  </a:cubicBezTo>
                  <a:cubicBezTo>
                    <a:pt x="2277124" y="5564895"/>
                    <a:pt x="2437004" y="5512449"/>
                    <a:pt x="2597368" y="5447381"/>
                  </a:cubicBezTo>
                  <a:cubicBezTo>
                    <a:pt x="2757791" y="5382096"/>
                    <a:pt x="2918855" y="5304464"/>
                    <a:pt x="3082968" y="5223245"/>
                  </a:cubicBezTo>
                  <a:lnTo>
                    <a:pt x="3334855" y="5097383"/>
                  </a:lnTo>
                  <a:cubicBezTo>
                    <a:pt x="3423528" y="5054142"/>
                    <a:pt x="3511773" y="5013798"/>
                    <a:pt x="3599509" y="4976217"/>
                  </a:cubicBezTo>
                  <a:cubicBezTo>
                    <a:pt x="3774960" y="4900701"/>
                    <a:pt x="3948276" y="4837481"/>
                    <a:pt x="4112002" y="4766359"/>
                  </a:cubicBezTo>
                  <a:cubicBezTo>
                    <a:pt x="4193972" y="4730827"/>
                    <a:pt x="4273429" y="4692997"/>
                    <a:pt x="4348983" y="4649833"/>
                  </a:cubicBezTo>
                  <a:cubicBezTo>
                    <a:pt x="4424508" y="4606778"/>
                    <a:pt x="4496050" y="4558250"/>
                    <a:pt x="4560505" y="4501564"/>
                  </a:cubicBezTo>
                  <a:cubicBezTo>
                    <a:pt x="4625198" y="4445289"/>
                    <a:pt x="4682991" y="4381021"/>
                    <a:pt x="4731963" y="4309870"/>
                  </a:cubicBezTo>
                  <a:cubicBezTo>
                    <a:pt x="4781043" y="4238747"/>
                    <a:pt x="4821275" y="4160848"/>
                    <a:pt x="4852344" y="4078640"/>
                  </a:cubicBezTo>
                  <a:lnTo>
                    <a:pt x="4863972" y="4047790"/>
                  </a:lnTo>
                  <a:lnTo>
                    <a:pt x="4874144" y="4016320"/>
                  </a:lnTo>
                  <a:lnTo>
                    <a:pt x="4884127" y="3984682"/>
                  </a:lnTo>
                  <a:cubicBezTo>
                    <a:pt x="4887242" y="3973925"/>
                    <a:pt x="4889981" y="3962835"/>
                    <a:pt x="4892800" y="3951883"/>
                  </a:cubicBezTo>
                  <a:lnTo>
                    <a:pt x="4909526" y="3886001"/>
                  </a:lnTo>
                  <a:lnTo>
                    <a:pt x="4917687" y="3852948"/>
                  </a:lnTo>
                  <a:lnTo>
                    <a:pt x="4921768" y="3836422"/>
                  </a:lnTo>
                  <a:lnTo>
                    <a:pt x="4924845" y="3819742"/>
                  </a:lnTo>
                  <a:cubicBezTo>
                    <a:pt x="4933092" y="3775120"/>
                    <a:pt x="4941231" y="3730469"/>
                    <a:pt x="4948230" y="3685744"/>
                  </a:cubicBezTo>
                  <a:cubicBezTo>
                    <a:pt x="4953579" y="3640694"/>
                    <a:pt x="4958249" y="3595577"/>
                    <a:pt x="4962782" y="3550540"/>
                  </a:cubicBezTo>
                  <a:cubicBezTo>
                    <a:pt x="4976580" y="3369692"/>
                    <a:pt x="4965812" y="3187942"/>
                    <a:pt x="4939468" y="3010249"/>
                  </a:cubicBezTo>
                  <a:cubicBezTo>
                    <a:pt x="4912965" y="2832281"/>
                    <a:pt x="4870237" y="2658196"/>
                    <a:pt x="4816901" y="2488224"/>
                  </a:cubicBezTo>
                  <a:cubicBezTo>
                    <a:pt x="4810197" y="2466954"/>
                    <a:pt x="4803984" y="2445582"/>
                    <a:pt x="4797005" y="2424470"/>
                  </a:cubicBezTo>
                  <a:cubicBezTo>
                    <a:pt x="4789399" y="2403537"/>
                    <a:pt x="4781686" y="2382574"/>
                    <a:pt x="4774433" y="2361620"/>
                  </a:cubicBezTo>
                  <a:lnTo>
                    <a:pt x="4752459" y="2298700"/>
                  </a:lnTo>
                  <a:lnTo>
                    <a:pt x="4728083" y="2236526"/>
                  </a:lnTo>
                  <a:cubicBezTo>
                    <a:pt x="4719957" y="2215802"/>
                    <a:pt x="4712352" y="2194869"/>
                    <a:pt x="4704471" y="2174095"/>
                  </a:cubicBezTo>
                  <a:lnTo>
                    <a:pt x="4678399" y="2112626"/>
                  </a:lnTo>
                  <a:lnTo>
                    <a:pt x="4652601" y="2050999"/>
                  </a:lnTo>
                  <a:cubicBezTo>
                    <a:pt x="4643711" y="2030533"/>
                    <a:pt x="4633616" y="2010672"/>
                    <a:pt x="4624205" y="1990415"/>
                  </a:cubicBezTo>
                  <a:lnTo>
                    <a:pt x="4595398" y="1930069"/>
                  </a:lnTo>
                  <a:cubicBezTo>
                    <a:pt x="4585714" y="1909969"/>
                    <a:pt x="4574413" y="1890713"/>
                    <a:pt x="4563827" y="1870952"/>
                  </a:cubicBezTo>
                  <a:lnTo>
                    <a:pt x="4531433" y="1812311"/>
                  </a:lnTo>
                  <a:lnTo>
                    <a:pt x="4523315" y="1797616"/>
                  </a:lnTo>
                  <a:lnTo>
                    <a:pt x="4514482" y="1783425"/>
                  </a:lnTo>
                  <a:lnTo>
                    <a:pt x="4496845" y="1754936"/>
                  </a:lnTo>
                  <a:lnTo>
                    <a:pt x="4461463" y="1697929"/>
                  </a:lnTo>
                  <a:lnTo>
                    <a:pt x="4452660" y="1683629"/>
                  </a:lnTo>
                  <a:lnTo>
                    <a:pt x="4443141" y="1669834"/>
                  </a:lnTo>
                  <a:lnTo>
                    <a:pt x="4424241" y="1642166"/>
                  </a:lnTo>
                  <a:cubicBezTo>
                    <a:pt x="4399005" y="1605265"/>
                    <a:pt x="4374512" y="1567751"/>
                    <a:pt x="4346886" y="1532412"/>
                  </a:cubicBezTo>
                  <a:cubicBezTo>
                    <a:pt x="4240477" y="1388328"/>
                    <a:pt x="4120362" y="1253437"/>
                    <a:pt x="3985497" y="1134649"/>
                  </a:cubicBezTo>
                  <a:cubicBezTo>
                    <a:pt x="3850799" y="1015675"/>
                    <a:pt x="3702920" y="911715"/>
                    <a:pt x="3545665" y="825877"/>
                  </a:cubicBezTo>
                  <a:lnTo>
                    <a:pt x="3486190" y="794756"/>
                  </a:lnTo>
                  <a:cubicBezTo>
                    <a:pt x="3466181" y="784640"/>
                    <a:pt x="3446893" y="773560"/>
                    <a:pt x="3426182" y="764765"/>
                  </a:cubicBezTo>
                  <a:lnTo>
                    <a:pt x="3365044" y="737255"/>
                  </a:lnTo>
                  <a:lnTo>
                    <a:pt x="3334529" y="723514"/>
                  </a:lnTo>
                  <a:cubicBezTo>
                    <a:pt x="3324394" y="718943"/>
                    <a:pt x="3314287" y="714265"/>
                    <a:pt x="3303733" y="710395"/>
                  </a:cubicBezTo>
                  <a:cubicBezTo>
                    <a:pt x="3262013" y="694346"/>
                    <a:pt x="3220711" y="677599"/>
                    <a:pt x="3179033" y="662259"/>
                  </a:cubicBezTo>
                  <a:lnTo>
                    <a:pt x="3052408" y="620447"/>
                  </a:lnTo>
                  <a:lnTo>
                    <a:pt x="2924325" y="584505"/>
                  </a:lnTo>
                  <a:cubicBezTo>
                    <a:pt x="2903106" y="578471"/>
                    <a:pt x="2881119" y="574434"/>
                    <a:pt x="2859667" y="569266"/>
                  </a:cubicBezTo>
                  <a:lnTo>
                    <a:pt x="2795226" y="554085"/>
                  </a:lnTo>
                  <a:cubicBezTo>
                    <a:pt x="2774078" y="548652"/>
                    <a:pt x="2751709" y="544744"/>
                    <a:pt x="2729702" y="540354"/>
                  </a:cubicBezTo>
                  <a:lnTo>
                    <a:pt x="2663758" y="527322"/>
                  </a:lnTo>
                  <a:lnTo>
                    <a:pt x="2630927" y="520495"/>
                  </a:lnTo>
                  <a:lnTo>
                    <a:pt x="2597965" y="515024"/>
                  </a:lnTo>
                  <a:cubicBezTo>
                    <a:pt x="2575970" y="511449"/>
                    <a:pt x="2554112" y="507795"/>
                    <a:pt x="2532205" y="503895"/>
                  </a:cubicBezTo>
                  <a:cubicBezTo>
                    <a:pt x="2357016" y="475037"/>
                    <a:pt x="2182954" y="456682"/>
                    <a:pt x="2010064" y="452552"/>
                  </a:cubicBezTo>
                  <a:cubicBezTo>
                    <a:pt x="1837255" y="448558"/>
                    <a:pt x="1665388" y="457916"/>
                    <a:pt x="1494552" y="485055"/>
                  </a:cubicBezTo>
                  <a:cubicBezTo>
                    <a:pt x="1452133" y="492816"/>
                    <a:pt x="1409569" y="501117"/>
                    <a:pt x="1366896" y="509389"/>
                  </a:cubicBezTo>
                  <a:cubicBezTo>
                    <a:pt x="1324862" y="520035"/>
                    <a:pt x="1282333" y="529505"/>
                    <a:pt x="1240175" y="541045"/>
                  </a:cubicBezTo>
                  <a:lnTo>
                    <a:pt x="1177438" y="560170"/>
                  </a:lnTo>
                  <a:lnTo>
                    <a:pt x="1145987" y="569826"/>
                  </a:lnTo>
                  <a:lnTo>
                    <a:pt x="1130315" y="574669"/>
                  </a:lnTo>
                  <a:lnTo>
                    <a:pt x="1114873" y="580384"/>
                  </a:lnTo>
                  <a:lnTo>
                    <a:pt x="1052839" y="602943"/>
                  </a:lnTo>
                  <a:cubicBezTo>
                    <a:pt x="1032151" y="610499"/>
                    <a:pt x="1011255" y="617535"/>
                    <a:pt x="991135" y="626866"/>
                  </a:cubicBezTo>
                  <a:lnTo>
                    <a:pt x="930179" y="653191"/>
                  </a:lnTo>
                  <a:cubicBezTo>
                    <a:pt x="909850" y="662002"/>
                    <a:pt x="889443" y="670676"/>
                    <a:pt x="869768" y="680937"/>
                  </a:cubicBezTo>
                  <a:lnTo>
                    <a:pt x="810085" y="710734"/>
                  </a:lnTo>
                  <a:cubicBezTo>
                    <a:pt x="790331" y="720859"/>
                    <a:pt x="770124" y="730514"/>
                    <a:pt x="751220" y="741794"/>
                  </a:cubicBezTo>
                  <a:cubicBezTo>
                    <a:pt x="673929" y="784955"/>
                    <a:pt x="598827" y="830326"/>
                    <a:pt x="532669" y="881688"/>
                  </a:cubicBezTo>
                  <a:cubicBezTo>
                    <a:pt x="464226" y="931625"/>
                    <a:pt x="406969" y="988270"/>
                    <a:pt x="354185" y="1050286"/>
                  </a:cubicBezTo>
                  <a:lnTo>
                    <a:pt x="315980" y="1098125"/>
                  </a:lnTo>
                  <a:lnTo>
                    <a:pt x="280345" y="1149782"/>
                  </a:lnTo>
                  <a:cubicBezTo>
                    <a:pt x="268144" y="1166335"/>
                    <a:pt x="257438" y="1185955"/>
                    <a:pt x="245890" y="1203959"/>
                  </a:cubicBezTo>
                  <a:cubicBezTo>
                    <a:pt x="234552" y="1222481"/>
                    <a:pt x="223171" y="1240298"/>
                    <a:pt x="212162" y="1260184"/>
                  </a:cubicBezTo>
                  <a:cubicBezTo>
                    <a:pt x="168299" y="1337574"/>
                    <a:pt x="125055" y="1419360"/>
                    <a:pt x="80716" y="1502476"/>
                  </a:cubicBezTo>
                  <a:lnTo>
                    <a:pt x="0" y="1648841"/>
                  </a:lnTo>
                  <a:lnTo>
                    <a:pt x="0" y="954863"/>
                  </a:lnTo>
                  <a:lnTo>
                    <a:pt x="43491" y="895513"/>
                  </a:lnTo>
                  <a:cubicBezTo>
                    <a:pt x="59888" y="874984"/>
                    <a:pt x="77014" y="854766"/>
                    <a:pt x="93923" y="834489"/>
                  </a:cubicBezTo>
                  <a:cubicBezTo>
                    <a:pt x="163245" y="754880"/>
                    <a:pt x="240806" y="679565"/>
                    <a:pt x="323465" y="617671"/>
                  </a:cubicBezTo>
                  <a:cubicBezTo>
                    <a:pt x="405002" y="553042"/>
                    <a:pt x="490132" y="499230"/>
                    <a:pt x="574777" y="446794"/>
                  </a:cubicBezTo>
                  <a:cubicBezTo>
                    <a:pt x="595733" y="433050"/>
                    <a:pt x="617442" y="421248"/>
                    <a:pt x="638943" y="408925"/>
                  </a:cubicBezTo>
                  <a:lnTo>
                    <a:pt x="703505" y="371742"/>
                  </a:lnTo>
                  <a:cubicBezTo>
                    <a:pt x="724798" y="358900"/>
                    <a:pt x="747120" y="347842"/>
                    <a:pt x="769262" y="336154"/>
                  </a:cubicBezTo>
                  <a:lnTo>
                    <a:pt x="835552" y="301173"/>
                  </a:lnTo>
                  <a:cubicBezTo>
                    <a:pt x="857427" y="289183"/>
                    <a:pt x="880470" y="278896"/>
                    <a:pt x="902979" y="268004"/>
                  </a:cubicBezTo>
                  <a:lnTo>
                    <a:pt x="971127" y="235607"/>
                  </a:lnTo>
                  <a:lnTo>
                    <a:pt x="988238" y="227556"/>
                  </a:lnTo>
                  <a:lnTo>
                    <a:pt x="1005744" y="220191"/>
                  </a:lnTo>
                  <a:lnTo>
                    <a:pt x="1040729" y="205569"/>
                  </a:lnTo>
                  <a:lnTo>
                    <a:pt x="1110835" y="176248"/>
                  </a:lnTo>
                  <a:cubicBezTo>
                    <a:pt x="1157999" y="157703"/>
                    <a:pt x="1206322" y="141323"/>
                    <a:pt x="1254256" y="123796"/>
                  </a:cubicBezTo>
                  <a:cubicBezTo>
                    <a:pt x="1302938" y="108671"/>
                    <a:pt x="1352074" y="94017"/>
                    <a:pt x="1401310" y="79852"/>
                  </a:cubicBezTo>
                  <a:cubicBezTo>
                    <a:pt x="1599497" y="26774"/>
                    <a:pt x="1806373" y="-329"/>
                    <a:pt x="2011811" y="4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87D5197B-1ED3-B32B-CF00-DF6215DBF47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297400"/>
              <a:ext cx="5215811" cy="6107388"/>
            </a:xfrm>
            <a:custGeom>
              <a:avLst/>
              <a:gdLst>
                <a:gd name="connsiteX0" fmla="*/ 1869139 w 5215811"/>
                <a:gd name="connsiteY0" fmla="*/ 9 h 6107388"/>
                <a:gd name="connsiteX1" fmla="*/ 2791149 w 5215811"/>
                <a:gd name="connsiteY1" fmla="*/ 130229 h 6107388"/>
                <a:gd name="connsiteX2" fmla="*/ 4760307 w 5215811"/>
                <a:gd name="connsiteY2" fmla="*/ 1608408 h 6107388"/>
                <a:gd name="connsiteX3" fmla="*/ 5108574 w 5215811"/>
                <a:gd name="connsiteY3" fmla="*/ 4050383 h 6107388"/>
                <a:gd name="connsiteX4" fmla="*/ 3434916 w 5215811"/>
                <a:gd name="connsiteY4" fmla="*/ 5503134 h 6107388"/>
                <a:gd name="connsiteX5" fmla="*/ 1137841 w 5215811"/>
                <a:gd name="connsiteY5" fmla="*/ 6033968 h 6107388"/>
                <a:gd name="connsiteX6" fmla="*/ 217555 w 5215811"/>
                <a:gd name="connsiteY6" fmla="*/ 5598945 h 6107388"/>
                <a:gd name="connsiteX7" fmla="*/ 0 w 5215811"/>
                <a:gd name="connsiteY7" fmla="*/ 5419622 h 6107388"/>
                <a:gd name="connsiteX8" fmla="*/ 0 w 5215811"/>
                <a:gd name="connsiteY8" fmla="*/ 4571683 h 6107388"/>
                <a:gd name="connsiteX9" fmla="*/ 18056 w 5215811"/>
                <a:gd name="connsiteY9" fmla="*/ 4599282 h 6107388"/>
                <a:gd name="connsiteX10" fmla="*/ 358324 w 5215811"/>
                <a:gd name="connsiteY10" fmla="*/ 4988154 h 6107388"/>
                <a:gd name="connsiteX11" fmla="*/ 1282741 w 5215811"/>
                <a:gd name="connsiteY11" fmla="*/ 5493193 h 6107388"/>
                <a:gd name="connsiteX12" fmla="*/ 2172794 w 5215811"/>
                <a:gd name="connsiteY12" fmla="*/ 5470630 h 6107388"/>
                <a:gd name="connsiteX13" fmla="*/ 3146893 w 5215811"/>
                <a:gd name="connsiteY13" fmla="*/ 5016296 h 6107388"/>
                <a:gd name="connsiteX14" fmla="*/ 3574114 w 5215811"/>
                <a:gd name="connsiteY14" fmla="*/ 4791124 h 6107388"/>
                <a:gd name="connsiteX15" fmla="*/ 4244948 w 5215811"/>
                <a:gd name="connsiteY15" fmla="*/ 4392664 h 6107388"/>
                <a:gd name="connsiteX16" fmla="*/ 4556385 w 5215811"/>
                <a:gd name="connsiteY16" fmla="*/ 3902656 h 6107388"/>
                <a:gd name="connsiteX17" fmla="*/ 4616354 w 5215811"/>
                <a:gd name="connsiteY17" fmla="*/ 2851680 h 6107388"/>
                <a:gd name="connsiteX18" fmla="*/ 4269266 w 5215811"/>
                <a:gd name="connsiteY18" fmla="*/ 1889625 h 6107388"/>
                <a:gd name="connsiteX19" fmla="*/ 2645976 w 5215811"/>
                <a:gd name="connsiteY19" fmla="*/ 671162 h 6107388"/>
                <a:gd name="connsiteX20" fmla="*/ 1648930 w 5215811"/>
                <a:gd name="connsiteY20" fmla="*/ 573017 h 6107388"/>
                <a:gd name="connsiteX21" fmla="*/ 771768 w 5215811"/>
                <a:gd name="connsiteY21" fmla="*/ 865882 h 6107388"/>
                <a:gd name="connsiteX22" fmla="*/ 433617 w 5215811"/>
                <a:gd name="connsiteY22" fmla="*/ 1119441 h 6107388"/>
                <a:gd name="connsiteX23" fmla="*/ 200571 w 5215811"/>
                <a:gd name="connsiteY23" fmla="*/ 1486480 h 6107388"/>
                <a:gd name="connsiteX24" fmla="*/ 47077 w 5215811"/>
                <a:gd name="connsiteY24" fmla="*/ 1753604 h 6107388"/>
                <a:gd name="connsiteX25" fmla="*/ 0 w 5215811"/>
                <a:gd name="connsiteY25" fmla="*/ 1831655 h 6107388"/>
                <a:gd name="connsiteX26" fmla="*/ 0 w 5215811"/>
                <a:gd name="connsiteY26" fmla="*/ 751112 h 6107388"/>
                <a:gd name="connsiteX27" fmla="*/ 6994 w 5215811"/>
                <a:gd name="connsiteY27" fmla="*/ 742614 h 6107388"/>
                <a:gd name="connsiteX28" fmla="*/ 484047 w 5215811"/>
                <a:gd name="connsiteY28" fmla="*/ 378777 h 6107388"/>
                <a:gd name="connsiteX29" fmla="*/ 1869139 w 5215811"/>
                <a:gd name="connsiteY29" fmla="*/ 9 h 61073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5811" h="6107388">
                  <a:moveTo>
                    <a:pt x="1869139" y="9"/>
                  </a:moveTo>
                  <a:cubicBezTo>
                    <a:pt x="2160924" y="-706"/>
                    <a:pt x="2465752" y="43039"/>
                    <a:pt x="2791149" y="130229"/>
                  </a:cubicBezTo>
                  <a:cubicBezTo>
                    <a:pt x="3651198" y="360678"/>
                    <a:pt x="4339884" y="907924"/>
                    <a:pt x="4760307" y="1608408"/>
                  </a:cubicBezTo>
                  <a:cubicBezTo>
                    <a:pt x="5188180" y="2321320"/>
                    <a:pt x="5338357" y="3192822"/>
                    <a:pt x="5108574" y="4050383"/>
                  </a:cubicBezTo>
                  <a:cubicBezTo>
                    <a:pt x="4880820" y="4900373"/>
                    <a:pt x="4152841" y="5098512"/>
                    <a:pt x="3434916" y="5503134"/>
                  </a:cubicBezTo>
                  <a:cubicBezTo>
                    <a:pt x="2717099" y="5907783"/>
                    <a:pt x="2005568" y="6266474"/>
                    <a:pt x="1137841" y="6033968"/>
                  </a:cubicBezTo>
                  <a:cubicBezTo>
                    <a:pt x="783079" y="5938910"/>
                    <a:pt x="479573" y="5790114"/>
                    <a:pt x="217555" y="5598945"/>
                  </a:cubicBezTo>
                  <a:lnTo>
                    <a:pt x="0" y="5419622"/>
                  </a:lnTo>
                  <a:lnTo>
                    <a:pt x="0" y="4571683"/>
                  </a:lnTo>
                  <a:lnTo>
                    <a:pt x="18056" y="4599282"/>
                  </a:lnTo>
                  <a:cubicBezTo>
                    <a:pt x="124071" y="4746782"/>
                    <a:pt x="237002" y="4875718"/>
                    <a:pt x="358324" y="4988154"/>
                  </a:cubicBezTo>
                  <a:cubicBezTo>
                    <a:pt x="621323" y="5231809"/>
                    <a:pt x="923667" y="5396979"/>
                    <a:pt x="1282741" y="5493193"/>
                  </a:cubicBezTo>
                  <a:cubicBezTo>
                    <a:pt x="1573894" y="5571207"/>
                    <a:pt x="1856732" y="5563878"/>
                    <a:pt x="2172794" y="5470630"/>
                  </a:cubicBezTo>
                  <a:cubicBezTo>
                    <a:pt x="2498985" y="5374183"/>
                    <a:pt x="2832844" y="5193315"/>
                    <a:pt x="3146893" y="5016296"/>
                  </a:cubicBezTo>
                  <a:cubicBezTo>
                    <a:pt x="3293538" y="4933641"/>
                    <a:pt x="3436182" y="4861160"/>
                    <a:pt x="3574114" y="4791124"/>
                  </a:cubicBezTo>
                  <a:cubicBezTo>
                    <a:pt x="3841238" y="4655550"/>
                    <a:pt x="4071901" y="4538375"/>
                    <a:pt x="4244948" y="4392664"/>
                  </a:cubicBezTo>
                  <a:cubicBezTo>
                    <a:pt x="4405844" y="4257259"/>
                    <a:pt x="4501845" y="4106204"/>
                    <a:pt x="4556385" y="3902656"/>
                  </a:cubicBezTo>
                  <a:cubicBezTo>
                    <a:pt x="4649063" y="3556776"/>
                    <a:pt x="4669271" y="3203187"/>
                    <a:pt x="4616354" y="2851680"/>
                  </a:cubicBezTo>
                  <a:cubicBezTo>
                    <a:pt x="4565198" y="2511774"/>
                    <a:pt x="4448474" y="2188147"/>
                    <a:pt x="4269266" y="1889625"/>
                  </a:cubicBezTo>
                  <a:cubicBezTo>
                    <a:pt x="3907781" y="1287586"/>
                    <a:pt x="3331245" y="854780"/>
                    <a:pt x="2645976" y="671162"/>
                  </a:cubicBezTo>
                  <a:cubicBezTo>
                    <a:pt x="2278249" y="572630"/>
                    <a:pt x="1952074" y="540526"/>
                    <a:pt x="1648930" y="573017"/>
                  </a:cubicBezTo>
                  <a:cubicBezTo>
                    <a:pt x="1351746" y="604901"/>
                    <a:pt x="1064785" y="700731"/>
                    <a:pt x="771768" y="865882"/>
                  </a:cubicBezTo>
                  <a:cubicBezTo>
                    <a:pt x="568061" y="980657"/>
                    <a:pt x="486465" y="1058486"/>
                    <a:pt x="433617" y="1119441"/>
                  </a:cubicBezTo>
                  <a:cubicBezTo>
                    <a:pt x="358307" y="1206256"/>
                    <a:pt x="292149" y="1323808"/>
                    <a:pt x="200571" y="1486480"/>
                  </a:cubicBezTo>
                  <a:cubicBezTo>
                    <a:pt x="156644" y="1564432"/>
                    <a:pt x="106654" y="1653214"/>
                    <a:pt x="47077" y="1753604"/>
                  </a:cubicBezTo>
                  <a:lnTo>
                    <a:pt x="0" y="1831655"/>
                  </a:lnTo>
                  <a:lnTo>
                    <a:pt x="0" y="751112"/>
                  </a:lnTo>
                  <a:lnTo>
                    <a:pt x="6994" y="742614"/>
                  </a:lnTo>
                  <a:cubicBezTo>
                    <a:pt x="117721" y="617683"/>
                    <a:pt x="259696" y="505222"/>
                    <a:pt x="484047" y="378777"/>
                  </a:cubicBezTo>
                  <a:cubicBezTo>
                    <a:pt x="932751" y="125890"/>
                    <a:pt x="1382831" y="1200"/>
                    <a:pt x="1869139" y="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7A1291DA-2348-6292-2DDD-AC17B14522D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319367"/>
              <a:ext cx="5217956" cy="6100079"/>
            </a:xfrm>
            <a:custGeom>
              <a:avLst/>
              <a:gdLst>
                <a:gd name="connsiteX0" fmla="*/ 1951393 w 5217956"/>
                <a:gd name="connsiteY0" fmla="*/ 82 h 6100079"/>
                <a:gd name="connsiteX1" fmla="*/ 2855177 w 5217956"/>
                <a:gd name="connsiteY1" fmla="*/ 125419 h 6100079"/>
                <a:gd name="connsiteX2" fmla="*/ 4779341 w 5217956"/>
                <a:gd name="connsiteY2" fmla="*/ 1591542 h 6100079"/>
                <a:gd name="connsiteX3" fmla="*/ 5108573 w 5217956"/>
                <a:gd name="connsiteY3" fmla="*/ 4028416 h 6100079"/>
                <a:gd name="connsiteX4" fmla="*/ 3459358 w 5217956"/>
                <a:gd name="connsiteY4" fmla="*/ 5487716 h 6100079"/>
                <a:gd name="connsiteX5" fmla="*/ 1203274 w 5217956"/>
                <a:gd name="connsiteY5" fmla="*/ 6029534 h 6100079"/>
                <a:gd name="connsiteX6" fmla="*/ 59920 w 5217956"/>
                <a:gd name="connsiteY6" fmla="*/ 5396467 h 6100079"/>
                <a:gd name="connsiteX7" fmla="*/ 0 w 5217956"/>
                <a:gd name="connsiteY7" fmla="*/ 5333382 h 6100079"/>
                <a:gd name="connsiteX8" fmla="*/ 0 w 5217956"/>
                <a:gd name="connsiteY8" fmla="*/ 4205833 h 6100079"/>
                <a:gd name="connsiteX9" fmla="*/ 58036 w 5217956"/>
                <a:gd name="connsiteY9" fmla="*/ 4310048 h 6100079"/>
                <a:gd name="connsiteX10" fmla="*/ 520779 w 5217956"/>
                <a:gd name="connsiteY10" fmla="*/ 4907591 h 6100079"/>
                <a:gd name="connsiteX11" fmla="*/ 1377154 w 5217956"/>
                <a:gd name="connsiteY11" fmla="*/ 5380604 h 6100079"/>
                <a:gd name="connsiteX12" fmla="*/ 3123340 w 5217956"/>
                <a:gd name="connsiteY12" fmla="*/ 4905715 h 6100079"/>
                <a:gd name="connsiteX13" fmla="*/ 3547863 w 5217956"/>
                <a:gd name="connsiteY13" fmla="*/ 4676342 h 6100079"/>
                <a:gd name="connsiteX14" fmla="*/ 4186753 w 5217956"/>
                <a:gd name="connsiteY14" fmla="*/ 4289376 h 6100079"/>
                <a:gd name="connsiteX15" fmla="*/ 4459565 w 5217956"/>
                <a:gd name="connsiteY15" fmla="*/ 3854399 h 6100079"/>
                <a:gd name="connsiteX16" fmla="*/ 4521015 w 5217956"/>
                <a:gd name="connsiteY16" fmla="*/ 2849377 h 6100079"/>
                <a:gd name="connsiteX17" fmla="*/ 4199723 w 5217956"/>
                <a:gd name="connsiteY17" fmla="*/ 1931213 h 6100079"/>
                <a:gd name="connsiteX18" fmla="*/ 2681217 w 5217956"/>
                <a:gd name="connsiteY18" fmla="*/ 774211 h 6100079"/>
                <a:gd name="connsiteX19" fmla="*/ 926547 w 5217956"/>
                <a:gd name="connsiteY19" fmla="*/ 967112 h 6100079"/>
                <a:gd name="connsiteX20" fmla="*/ 622677 w 5217956"/>
                <a:gd name="connsiteY20" fmla="*/ 1197863 h 6100079"/>
                <a:gd name="connsiteX21" fmla="*/ 404892 w 5217956"/>
                <a:gd name="connsiteY21" fmla="*/ 1547314 h 6100079"/>
                <a:gd name="connsiteX22" fmla="*/ 40135 w 5217956"/>
                <a:gd name="connsiteY22" fmla="*/ 2159090 h 6100079"/>
                <a:gd name="connsiteX23" fmla="*/ 0 w 5217956"/>
                <a:gd name="connsiteY23" fmla="*/ 2219367 h 6100079"/>
                <a:gd name="connsiteX24" fmla="*/ 0 w 5217956"/>
                <a:gd name="connsiteY24" fmla="*/ 915659 h 6100079"/>
                <a:gd name="connsiteX25" fmla="*/ 58609 w 5217956"/>
                <a:gd name="connsiteY25" fmla="*/ 828051 h 6100079"/>
                <a:gd name="connsiteX26" fmla="*/ 590688 w 5217956"/>
                <a:gd name="connsiteY26" fmla="*/ 385385 h 6100079"/>
                <a:gd name="connsiteX27" fmla="*/ 1951393 w 5217956"/>
                <a:gd name="connsiteY27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5217956" h="6100079">
                  <a:moveTo>
                    <a:pt x="1951393" y="82"/>
                  </a:moveTo>
                  <a:cubicBezTo>
                    <a:pt x="2237631" y="-2119"/>
                    <a:pt x="2536431" y="40011"/>
                    <a:pt x="2855177" y="125419"/>
                  </a:cubicBezTo>
                  <a:cubicBezTo>
                    <a:pt x="3697704" y="351173"/>
                    <a:pt x="4370490" y="894159"/>
                    <a:pt x="4779341" y="1591542"/>
                  </a:cubicBezTo>
                  <a:cubicBezTo>
                    <a:pt x="5195534" y="2301324"/>
                    <a:pt x="5338356" y="3170855"/>
                    <a:pt x="5108573" y="4028416"/>
                  </a:cubicBezTo>
                  <a:cubicBezTo>
                    <a:pt x="4880819" y="4878406"/>
                    <a:pt x="4165603" y="5079965"/>
                    <a:pt x="3459358" y="5487716"/>
                  </a:cubicBezTo>
                  <a:cubicBezTo>
                    <a:pt x="2753114" y="5895466"/>
                    <a:pt x="2053264" y="6257288"/>
                    <a:pt x="1203274" y="6029534"/>
                  </a:cubicBezTo>
                  <a:cubicBezTo>
                    <a:pt x="739884" y="5905369"/>
                    <a:pt x="366399" y="5685345"/>
                    <a:pt x="59920" y="5396467"/>
                  </a:cubicBezTo>
                  <a:lnTo>
                    <a:pt x="0" y="5333382"/>
                  </a:lnTo>
                  <a:lnTo>
                    <a:pt x="0" y="4205833"/>
                  </a:lnTo>
                  <a:lnTo>
                    <a:pt x="58036" y="4310048"/>
                  </a:lnTo>
                  <a:cubicBezTo>
                    <a:pt x="197935" y="4550245"/>
                    <a:pt x="350594" y="4747142"/>
                    <a:pt x="520779" y="4907591"/>
                  </a:cubicBezTo>
                  <a:cubicBezTo>
                    <a:pt x="763600" y="5136565"/>
                    <a:pt x="1043821" y="5291288"/>
                    <a:pt x="1377154" y="5380604"/>
                  </a:cubicBezTo>
                  <a:cubicBezTo>
                    <a:pt x="1963029" y="5537589"/>
                    <a:pt x="2470519" y="5282804"/>
                    <a:pt x="3123340" y="4905715"/>
                  </a:cubicBezTo>
                  <a:cubicBezTo>
                    <a:pt x="3269800" y="4821157"/>
                    <a:pt x="3411134" y="4747512"/>
                    <a:pt x="3547863" y="4676342"/>
                  </a:cubicBezTo>
                  <a:cubicBezTo>
                    <a:pt x="3804497" y="4542710"/>
                    <a:pt x="4026085" y="4427393"/>
                    <a:pt x="4186753" y="4289376"/>
                  </a:cubicBezTo>
                  <a:cubicBezTo>
                    <a:pt x="4329009" y="4167293"/>
                    <a:pt x="4410589" y="4037181"/>
                    <a:pt x="4459565" y="3854399"/>
                  </a:cubicBezTo>
                  <a:cubicBezTo>
                    <a:pt x="4548302" y="3523229"/>
                    <a:pt x="4568981" y="3185183"/>
                    <a:pt x="4521015" y="2849377"/>
                  </a:cubicBezTo>
                  <a:cubicBezTo>
                    <a:pt x="4474709" y="2524680"/>
                    <a:pt x="4366564" y="2215756"/>
                    <a:pt x="4199723" y="1931213"/>
                  </a:cubicBezTo>
                  <a:cubicBezTo>
                    <a:pt x="3863270" y="1357325"/>
                    <a:pt x="3323982" y="946439"/>
                    <a:pt x="2681217" y="774211"/>
                  </a:cubicBezTo>
                  <a:cubicBezTo>
                    <a:pt x="2001139" y="591984"/>
                    <a:pt x="1476322" y="649699"/>
                    <a:pt x="926547" y="967112"/>
                  </a:cubicBezTo>
                  <a:cubicBezTo>
                    <a:pt x="740730" y="1074393"/>
                    <a:pt x="668642" y="1143989"/>
                    <a:pt x="622677" y="1197863"/>
                  </a:cubicBezTo>
                  <a:cubicBezTo>
                    <a:pt x="555599" y="1276450"/>
                    <a:pt x="492360" y="1390031"/>
                    <a:pt x="404892" y="1547314"/>
                  </a:cubicBezTo>
                  <a:cubicBezTo>
                    <a:pt x="317047" y="1705133"/>
                    <a:pt x="204816" y="1906756"/>
                    <a:pt x="40135" y="2159090"/>
                  </a:cubicBezTo>
                  <a:lnTo>
                    <a:pt x="0" y="2219367"/>
                  </a:lnTo>
                  <a:lnTo>
                    <a:pt x="0" y="915659"/>
                  </a:lnTo>
                  <a:lnTo>
                    <a:pt x="58609" y="828051"/>
                  </a:lnTo>
                  <a:cubicBezTo>
                    <a:pt x="177453" y="670481"/>
                    <a:pt x="325846" y="538291"/>
                    <a:pt x="590688" y="385385"/>
                  </a:cubicBezTo>
                  <a:cubicBezTo>
                    <a:pt x="1032158" y="130559"/>
                    <a:pt x="1474329" y="3750"/>
                    <a:pt x="1951393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72241515-2E36-19BA-CBAB-A399EC1B275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319367"/>
              <a:ext cx="5217957" cy="6100079"/>
            </a:xfrm>
            <a:custGeom>
              <a:avLst/>
              <a:gdLst>
                <a:gd name="connsiteX0" fmla="*/ 1951394 w 5217957"/>
                <a:gd name="connsiteY0" fmla="*/ 82 h 6100079"/>
                <a:gd name="connsiteX1" fmla="*/ 2855178 w 5217957"/>
                <a:gd name="connsiteY1" fmla="*/ 125419 h 6100079"/>
                <a:gd name="connsiteX2" fmla="*/ 4779341 w 5217957"/>
                <a:gd name="connsiteY2" fmla="*/ 1591542 h 6100079"/>
                <a:gd name="connsiteX3" fmla="*/ 5108574 w 5217957"/>
                <a:gd name="connsiteY3" fmla="*/ 4028416 h 6100079"/>
                <a:gd name="connsiteX4" fmla="*/ 3459359 w 5217957"/>
                <a:gd name="connsiteY4" fmla="*/ 5487716 h 6100079"/>
                <a:gd name="connsiteX5" fmla="*/ 1203275 w 5217957"/>
                <a:gd name="connsiteY5" fmla="*/ 6029534 h 6100079"/>
                <a:gd name="connsiteX6" fmla="*/ 59921 w 5217957"/>
                <a:gd name="connsiteY6" fmla="*/ 5396467 h 6100079"/>
                <a:gd name="connsiteX7" fmla="*/ 0 w 5217957"/>
                <a:gd name="connsiteY7" fmla="*/ 5333381 h 6100079"/>
                <a:gd name="connsiteX8" fmla="*/ 0 w 5217957"/>
                <a:gd name="connsiteY8" fmla="*/ 4427327 h 6100079"/>
                <a:gd name="connsiteX9" fmla="*/ 112056 w 5217957"/>
                <a:gd name="connsiteY9" fmla="*/ 4602502 h 6100079"/>
                <a:gd name="connsiteX10" fmla="*/ 443875 w 5217957"/>
                <a:gd name="connsiteY10" fmla="*/ 4989110 h 6100079"/>
                <a:gd name="connsiteX11" fmla="*/ 1348175 w 5217957"/>
                <a:gd name="connsiteY11" fmla="*/ 5488759 h 6100079"/>
                <a:gd name="connsiteX12" fmla="*/ 2221463 w 5217957"/>
                <a:gd name="connsiteY12" fmla="*/ 5461704 h 6100079"/>
                <a:gd name="connsiteX13" fmla="*/ 3179339 w 5217957"/>
                <a:gd name="connsiteY13" fmla="*/ 5003023 h 6100079"/>
                <a:gd name="connsiteX14" fmla="*/ 3599638 w 5217957"/>
                <a:gd name="connsiteY14" fmla="*/ 4775996 h 6100079"/>
                <a:gd name="connsiteX15" fmla="*/ 4259765 w 5217957"/>
                <a:gd name="connsiteY15" fmla="*/ 4374667 h 6100079"/>
                <a:gd name="connsiteX16" fmla="*/ 4567742 w 5217957"/>
                <a:gd name="connsiteY16" fmla="*/ 3883732 h 6100079"/>
                <a:gd name="connsiteX17" fmla="*/ 4631929 w 5217957"/>
                <a:gd name="connsiteY17" fmla="*/ 2833886 h 6100079"/>
                <a:gd name="connsiteX18" fmla="*/ 4296412 w 5217957"/>
                <a:gd name="connsiteY18" fmla="*/ 1874932 h 6100079"/>
                <a:gd name="connsiteX19" fmla="*/ 2710219 w 5217957"/>
                <a:gd name="connsiteY19" fmla="*/ 666410 h 6100079"/>
                <a:gd name="connsiteX20" fmla="*/ 1732642 w 5217957"/>
                <a:gd name="connsiteY20" fmla="*/ 573480 h 6100079"/>
                <a:gd name="connsiteX21" fmla="*/ 870621 w 5217957"/>
                <a:gd name="connsiteY21" fmla="*/ 870402 h 6100079"/>
                <a:gd name="connsiteX22" fmla="*/ 537555 w 5217957"/>
                <a:gd name="connsiteY22" fmla="*/ 1125324 h 6100079"/>
                <a:gd name="connsiteX23" fmla="*/ 306995 w 5217957"/>
                <a:gd name="connsiteY23" fmla="*/ 1493030 h 6100079"/>
                <a:gd name="connsiteX24" fmla="*/ 23579 w 5217957"/>
                <a:gd name="connsiteY24" fmla="*/ 1977465 h 6100079"/>
                <a:gd name="connsiteX25" fmla="*/ 0 w 5217957"/>
                <a:gd name="connsiteY25" fmla="*/ 2014291 h 6100079"/>
                <a:gd name="connsiteX26" fmla="*/ 0 w 5217957"/>
                <a:gd name="connsiteY26" fmla="*/ 915660 h 6100079"/>
                <a:gd name="connsiteX27" fmla="*/ 58609 w 5217957"/>
                <a:gd name="connsiteY27" fmla="*/ 828051 h 6100079"/>
                <a:gd name="connsiteX28" fmla="*/ 590689 w 5217957"/>
                <a:gd name="connsiteY28" fmla="*/ 385385 h 6100079"/>
                <a:gd name="connsiteX29" fmla="*/ 1951394 w 5217957"/>
                <a:gd name="connsiteY29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7957" h="6100079">
                  <a:moveTo>
                    <a:pt x="1951394" y="82"/>
                  </a:moveTo>
                  <a:cubicBezTo>
                    <a:pt x="2237632" y="-2119"/>
                    <a:pt x="2536431" y="40011"/>
                    <a:pt x="2855178" y="125419"/>
                  </a:cubicBezTo>
                  <a:cubicBezTo>
                    <a:pt x="3697704" y="351173"/>
                    <a:pt x="4370491" y="894159"/>
                    <a:pt x="4779341" y="1591542"/>
                  </a:cubicBezTo>
                  <a:cubicBezTo>
                    <a:pt x="5195535" y="2301324"/>
                    <a:pt x="5338357" y="3170855"/>
                    <a:pt x="5108574" y="4028416"/>
                  </a:cubicBezTo>
                  <a:cubicBezTo>
                    <a:pt x="4880820" y="4878406"/>
                    <a:pt x="4165604" y="5079965"/>
                    <a:pt x="3459359" y="5487716"/>
                  </a:cubicBezTo>
                  <a:cubicBezTo>
                    <a:pt x="2753115" y="5895466"/>
                    <a:pt x="2053265" y="6257288"/>
                    <a:pt x="1203275" y="6029534"/>
                  </a:cubicBezTo>
                  <a:cubicBezTo>
                    <a:pt x="739885" y="5905369"/>
                    <a:pt x="366400" y="5685345"/>
                    <a:pt x="59921" y="5396467"/>
                  </a:cubicBezTo>
                  <a:lnTo>
                    <a:pt x="0" y="5333381"/>
                  </a:lnTo>
                  <a:lnTo>
                    <a:pt x="0" y="4427327"/>
                  </a:lnTo>
                  <a:lnTo>
                    <a:pt x="112056" y="4602502"/>
                  </a:lnTo>
                  <a:cubicBezTo>
                    <a:pt x="215300" y="4749260"/>
                    <a:pt x="325419" y="4877443"/>
                    <a:pt x="443875" y="4989110"/>
                  </a:cubicBezTo>
                  <a:cubicBezTo>
                    <a:pt x="700709" y="5231113"/>
                    <a:pt x="996455" y="5394516"/>
                    <a:pt x="1348175" y="5488759"/>
                  </a:cubicBezTo>
                  <a:cubicBezTo>
                    <a:pt x="1633379" y="5565179"/>
                    <a:pt x="1910917" y="5556430"/>
                    <a:pt x="2221463" y="5461704"/>
                  </a:cubicBezTo>
                  <a:cubicBezTo>
                    <a:pt x="2541923" y="5363721"/>
                    <a:pt x="2870374" y="5181404"/>
                    <a:pt x="3179339" y="5003023"/>
                  </a:cubicBezTo>
                  <a:cubicBezTo>
                    <a:pt x="3323713" y="4919760"/>
                    <a:pt x="3463978" y="4846641"/>
                    <a:pt x="3599638" y="4775996"/>
                  </a:cubicBezTo>
                  <a:cubicBezTo>
                    <a:pt x="3862436" y="4639263"/>
                    <a:pt x="4089314" y="4521074"/>
                    <a:pt x="4259765" y="4374667"/>
                  </a:cubicBezTo>
                  <a:cubicBezTo>
                    <a:pt x="4418282" y="4238625"/>
                    <a:pt x="4513201" y="4087280"/>
                    <a:pt x="4567742" y="3883732"/>
                  </a:cubicBezTo>
                  <a:cubicBezTo>
                    <a:pt x="4660420" y="3537853"/>
                    <a:pt x="4682033" y="3184640"/>
                    <a:pt x="4631929" y="2833886"/>
                  </a:cubicBezTo>
                  <a:cubicBezTo>
                    <a:pt x="4583584" y="2494734"/>
                    <a:pt x="4470646" y="2172121"/>
                    <a:pt x="4296412" y="1874932"/>
                  </a:cubicBezTo>
                  <a:cubicBezTo>
                    <a:pt x="3944879" y="1275559"/>
                    <a:pt x="3381537" y="846289"/>
                    <a:pt x="2710219" y="666410"/>
                  </a:cubicBezTo>
                  <a:cubicBezTo>
                    <a:pt x="2349955" y="569877"/>
                    <a:pt x="2030161" y="539483"/>
                    <a:pt x="1732642" y="573480"/>
                  </a:cubicBezTo>
                  <a:cubicBezTo>
                    <a:pt x="1440866" y="606814"/>
                    <a:pt x="1158880" y="703976"/>
                    <a:pt x="870621" y="870402"/>
                  </a:cubicBezTo>
                  <a:cubicBezTo>
                    <a:pt x="670160" y="986048"/>
                    <a:pt x="589753" y="1064195"/>
                    <a:pt x="537555" y="1125324"/>
                  </a:cubicBezTo>
                  <a:cubicBezTo>
                    <a:pt x="463218" y="1212400"/>
                    <a:pt x="397708" y="1330125"/>
                    <a:pt x="306995" y="1493030"/>
                  </a:cubicBezTo>
                  <a:cubicBezTo>
                    <a:pt x="234596" y="1623167"/>
                    <a:pt x="145436" y="1783409"/>
                    <a:pt x="23579" y="1977465"/>
                  </a:cubicBezTo>
                  <a:lnTo>
                    <a:pt x="0" y="2014291"/>
                  </a:lnTo>
                  <a:lnTo>
                    <a:pt x="0" y="915660"/>
                  </a:lnTo>
                  <a:lnTo>
                    <a:pt x="58609" y="828051"/>
                  </a:lnTo>
                  <a:cubicBezTo>
                    <a:pt x="177453" y="670481"/>
                    <a:pt x="325847" y="538291"/>
                    <a:pt x="590689" y="385385"/>
                  </a:cubicBezTo>
                  <a:cubicBezTo>
                    <a:pt x="1032159" y="130559"/>
                    <a:pt x="1474330" y="3750"/>
                    <a:pt x="1951394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2" name="Titel 1">
            <a:extLst>
              <a:ext uri="{FF2B5EF4-FFF2-40B4-BE49-F238E27FC236}">
                <a16:creationId xmlns:a16="http://schemas.microsoft.com/office/drawing/2014/main" id="{F9B091EC-C7CA-E4D7-1574-52F7C77CA4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134" y="1243013"/>
            <a:ext cx="3855720" cy="4371974"/>
          </a:xfrm>
        </p:spPr>
        <p:txBody>
          <a:bodyPr>
            <a:normAutofit/>
          </a:bodyPr>
          <a:lstStyle/>
          <a:p>
            <a:r>
              <a:rPr lang="de-DE" sz="3600" b="1" dirty="0">
                <a:solidFill>
                  <a:schemeClr val="accent2"/>
                </a:solidFill>
                <a:latin typeface="Orbitron" pitchFamily="2" charset="0"/>
              </a:rPr>
              <a:t>Wireframes</a:t>
            </a:r>
          </a:p>
        </p:txBody>
      </p:sp>
      <p:pic>
        <p:nvPicPr>
          <p:cNvPr id="7" name="Grafik 6" descr="Ein Bild, das Text, Elektronik, Screenshot, Software enthält.&#10;&#10;KI-generierte Inhalte können fehlerhaft sein.">
            <a:extLst>
              <a:ext uri="{FF2B5EF4-FFF2-40B4-BE49-F238E27FC236}">
                <a16:creationId xmlns:a16="http://schemas.microsoft.com/office/drawing/2014/main" id="{0AB98F52-75DC-A194-BC07-013057D8A4E5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02662" y="2630989"/>
            <a:ext cx="1728280" cy="1891830"/>
          </a:xfrm>
          <a:prstGeom prst="rect">
            <a:avLst/>
          </a:prstGeom>
          <a:noFill/>
          <a:ln>
            <a:noFill/>
          </a:ln>
          <a:effectLst>
            <a:glow rad="63500">
              <a:schemeClr val="accent6">
                <a:satMod val="175000"/>
                <a:alpha val="40000"/>
              </a:schemeClr>
            </a:glow>
          </a:effectLst>
        </p:spPr>
      </p:pic>
      <p:pic>
        <p:nvPicPr>
          <p:cNvPr id="9" name="Grafik 8" descr="Ein Bild, das Grafiken, Clipart, Grün, Grafikdesign enthält.&#10;&#10;KI-generierte Inhalte können fehlerhaft sein.">
            <a:extLst>
              <a:ext uri="{FF2B5EF4-FFF2-40B4-BE49-F238E27FC236}">
                <a16:creationId xmlns:a16="http://schemas.microsoft.com/office/drawing/2014/main" id="{4518431B-AE4E-43A5-EAE8-236B291D4A0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83032" y="2744654"/>
            <a:ext cx="1221905" cy="1221905"/>
          </a:xfrm>
          <a:prstGeom prst="rect">
            <a:avLst/>
          </a:prstGeom>
          <a:noFill/>
          <a:ln>
            <a:noFill/>
          </a:ln>
        </p:spPr>
      </p:pic>
      <p:pic>
        <p:nvPicPr>
          <p:cNvPr id="2050" name="Picture 2">
            <a:extLst>
              <a:ext uri="{FF2B5EF4-FFF2-40B4-BE49-F238E27FC236}">
                <a16:creationId xmlns:a16="http://schemas.microsoft.com/office/drawing/2014/main" id="{8470DACE-E528-89BA-67B7-0D3D6BBF9BE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808832" y="2616594"/>
            <a:ext cx="1875338" cy="19062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Rechteck 2">
            <a:extLst>
              <a:ext uri="{FF2B5EF4-FFF2-40B4-BE49-F238E27FC236}">
                <a16:creationId xmlns:a16="http://schemas.microsoft.com/office/drawing/2014/main" id="{FAE78831-089E-8AE9-8E05-A5BDE4C24CC9}"/>
              </a:ext>
            </a:extLst>
          </p:cNvPr>
          <p:cNvSpPr/>
          <p:nvPr/>
        </p:nvSpPr>
        <p:spPr>
          <a:xfrm>
            <a:off x="10810984" y="0"/>
            <a:ext cx="1019991" cy="147437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11" name="Grafik 10" descr="Architektur Silhouette">
            <a:extLst>
              <a:ext uri="{FF2B5EF4-FFF2-40B4-BE49-F238E27FC236}">
                <a16:creationId xmlns:a16="http://schemas.microsoft.com/office/drawing/2014/main" id="{FA39A3B7-929F-FE82-F569-8E3B29853895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0863779" y="508838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2095242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F2F214B-F5FC-BD54-79F0-C952FBFF70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Grafik 8" descr="Ein Bild, das Grafiken, Clipart, Grün, Grafikdesign enthält.&#10;&#10;KI-generierte Inhalte können fehlerhaft sein.">
            <a:extLst>
              <a:ext uri="{FF2B5EF4-FFF2-40B4-BE49-F238E27FC236}">
                <a16:creationId xmlns:a16="http://schemas.microsoft.com/office/drawing/2014/main" id="{E66DB2BC-E41F-9F1F-A304-BA8728A7AE4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83032" y="2744654"/>
            <a:ext cx="1221905" cy="1221905"/>
          </a:xfrm>
          <a:prstGeom prst="rect">
            <a:avLst/>
          </a:prstGeom>
          <a:noFill/>
          <a:ln>
            <a:noFill/>
          </a:ln>
        </p:spPr>
      </p:pic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DF0FCAEC-9558-2EC4-54E1-94C51CC9294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E723DAF-3D62-0697-A1FD-66A580DABFD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800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9CAABCDE-73B7-849D-2E80-593B0B0DE94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21863" y="508838"/>
            <a:ext cx="5217958" cy="6239661"/>
            <a:chOff x="-19221" y="251144"/>
            <a:chExt cx="5217958" cy="6239661"/>
          </a:xfrm>
        </p:grpSpPr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5DDCA15A-E3E7-1A4E-31F9-100F9A78E33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251144"/>
              <a:ext cx="5187198" cy="6239661"/>
            </a:xfrm>
            <a:custGeom>
              <a:avLst/>
              <a:gdLst>
                <a:gd name="connsiteX0" fmla="*/ 2011811 w 5187198"/>
                <a:gd name="connsiteY0" fmla="*/ 4 h 6239661"/>
                <a:gd name="connsiteX1" fmla="*/ 2617011 w 5187198"/>
                <a:gd name="connsiteY1" fmla="*/ 70590 h 6239661"/>
                <a:gd name="connsiteX2" fmla="*/ 2690321 w 5187198"/>
                <a:gd name="connsiteY2" fmla="*/ 88146 h 6239661"/>
                <a:gd name="connsiteX3" fmla="*/ 2726863 w 5187198"/>
                <a:gd name="connsiteY3" fmla="*/ 97127 h 6239661"/>
                <a:gd name="connsiteX4" fmla="*/ 2762951 w 5187198"/>
                <a:gd name="connsiteY4" fmla="*/ 107375 h 6239661"/>
                <a:gd name="connsiteX5" fmla="*/ 2834843 w 5187198"/>
                <a:gd name="connsiteY5" fmla="*/ 128493 h 6239661"/>
                <a:gd name="connsiteX6" fmla="*/ 2906574 w 5187198"/>
                <a:gd name="connsiteY6" fmla="*/ 151076 h 6239661"/>
                <a:gd name="connsiteX7" fmla="*/ 3049504 w 5187198"/>
                <a:gd name="connsiteY7" fmla="*/ 202124 h 6239661"/>
                <a:gd name="connsiteX8" fmla="*/ 3189518 w 5187198"/>
                <a:gd name="connsiteY8" fmla="*/ 260159 h 6239661"/>
                <a:gd name="connsiteX9" fmla="*/ 3326048 w 5187198"/>
                <a:gd name="connsiteY9" fmla="*/ 325143 h 6239661"/>
                <a:gd name="connsiteX10" fmla="*/ 3459166 w 5187198"/>
                <a:gd name="connsiteY10" fmla="*/ 395936 h 6239661"/>
                <a:gd name="connsiteX11" fmla="*/ 3588578 w 5187198"/>
                <a:gd name="connsiteY11" fmla="*/ 472343 h 6239661"/>
                <a:gd name="connsiteX12" fmla="*/ 3651864 w 5187198"/>
                <a:gd name="connsiteY12" fmla="*/ 512600 h 6239661"/>
                <a:gd name="connsiteX13" fmla="*/ 3714514 w 5187198"/>
                <a:gd name="connsiteY13" fmla="*/ 553499 h 6239661"/>
                <a:gd name="connsiteX14" fmla="*/ 4181221 w 5187198"/>
                <a:gd name="connsiteY14" fmla="*/ 922912 h 6239661"/>
                <a:gd name="connsiteX15" fmla="*/ 4582963 w 5187198"/>
                <a:gd name="connsiteY15" fmla="*/ 1358264 h 6239661"/>
                <a:gd name="connsiteX16" fmla="*/ 4670721 w 5187198"/>
                <a:gd name="connsiteY16" fmla="*/ 1477644 h 6239661"/>
                <a:gd name="connsiteX17" fmla="*/ 4752378 w 5187198"/>
                <a:gd name="connsiteY17" fmla="*/ 1601187 h 6239661"/>
                <a:gd name="connsiteX18" fmla="*/ 4772168 w 5187198"/>
                <a:gd name="connsiteY18" fmla="*/ 1632456 h 6239661"/>
                <a:gd name="connsiteX19" fmla="*/ 4782117 w 5187198"/>
                <a:gd name="connsiteY19" fmla="*/ 1648104 h 6239661"/>
                <a:gd name="connsiteX20" fmla="*/ 4791381 w 5187198"/>
                <a:gd name="connsiteY20" fmla="*/ 1664150 h 6239661"/>
                <a:gd name="connsiteX21" fmla="*/ 4828190 w 5187198"/>
                <a:gd name="connsiteY21" fmla="*/ 1728379 h 6239661"/>
                <a:gd name="connsiteX22" fmla="*/ 4864832 w 5187198"/>
                <a:gd name="connsiteY22" fmla="*/ 1792796 h 6239661"/>
                <a:gd name="connsiteX23" fmla="*/ 4899201 w 5187198"/>
                <a:gd name="connsiteY23" fmla="*/ 1858342 h 6239661"/>
                <a:gd name="connsiteX24" fmla="*/ 4933266 w 5187198"/>
                <a:gd name="connsiteY24" fmla="*/ 1924155 h 6239661"/>
                <a:gd name="connsiteX25" fmla="*/ 4964403 w 5187198"/>
                <a:gd name="connsiteY25" fmla="*/ 1991384 h 6239661"/>
                <a:gd name="connsiteX26" fmla="*/ 4995019 w 5187198"/>
                <a:gd name="connsiteY26" fmla="*/ 2058823 h 6239661"/>
                <a:gd name="connsiteX27" fmla="*/ 5021999 w 5187198"/>
                <a:gd name="connsiteY27" fmla="*/ 2127723 h 6239661"/>
                <a:gd name="connsiteX28" fmla="*/ 5048321 w 5187198"/>
                <a:gd name="connsiteY28" fmla="*/ 2196908 h 6239661"/>
                <a:gd name="connsiteX29" fmla="*/ 5070546 w 5187198"/>
                <a:gd name="connsiteY29" fmla="*/ 2267547 h 6239661"/>
                <a:gd name="connsiteX30" fmla="*/ 5092171 w 5187198"/>
                <a:gd name="connsiteY30" fmla="*/ 2338256 h 6239661"/>
                <a:gd name="connsiteX31" fmla="*/ 5110305 w 5187198"/>
                <a:gd name="connsiteY31" fmla="*/ 2409886 h 6239661"/>
                <a:gd name="connsiteX32" fmla="*/ 5186393 w 5187198"/>
                <a:gd name="connsiteY32" fmla="*/ 2992022 h 6239661"/>
                <a:gd name="connsiteX33" fmla="*/ 5149045 w 5187198"/>
                <a:gd name="connsiteY33" fmla="*/ 3571816 h 6239661"/>
                <a:gd name="connsiteX34" fmla="*/ 5126572 w 5187198"/>
                <a:gd name="connsiteY34" fmla="*/ 3714520 h 6239661"/>
                <a:gd name="connsiteX35" fmla="*/ 5099067 w 5187198"/>
                <a:gd name="connsiteY35" fmla="*/ 3856108 h 6239661"/>
                <a:gd name="connsiteX36" fmla="*/ 5095699 w 5187198"/>
                <a:gd name="connsiteY36" fmla="*/ 3873868 h 6239661"/>
                <a:gd name="connsiteX37" fmla="*/ 5091573 w 5187198"/>
                <a:gd name="connsiteY37" fmla="*/ 3891426 h 6239661"/>
                <a:gd name="connsiteX38" fmla="*/ 5083324 w 5187198"/>
                <a:gd name="connsiteY38" fmla="*/ 3926541 h 6239661"/>
                <a:gd name="connsiteX39" fmla="*/ 5067256 w 5187198"/>
                <a:gd name="connsiteY39" fmla="*/ 3996889 h 6239661"/>
                <a:gd name="connsiteX40" fmla="*/ 5059194 w 5187198"/>
                <a:gd name="connsiteY40" fmla="*/ 4032171 h 6239661"/>
                <a:gd name="connsiteX41" fmla="*/ 5049522 w 5187198"/>
                <a:gd name="connsiteY41" fmla="*/ 4067833 h 6239661"/>
                <a:gd name="connsiteX42" fmla="*/ 5040067 w 5187198"/>
                <a:gd name="connsiteY42" fmla="*/ 4103553 h 6239661"/>
                <a:gd name="connsiteX43" fmla="*/ 5028960 w 5187198"/>
                <a:gd name="connsiteY43" fmla="*/ 4138946 h 6239661"/>
                <a:gd name="connsiteX44" fmla="*/ 4917351 w 5187198"/>
                <a:gd name="connsiteY44" fmla="*/ 4417041 h 6239661"/>
                <a:gd name="connsiteX45" fmla="*/ 4756163 w 5187198"/>
                <a:gd name="connsiteY45" fmla="*/ 4676402 h 6239661"/>
                <a:gd name="connsiteX46" fmla="*/ 4322493 w 5187198"/>
                <a:gd name="connsiteY46" fmla="*/ 5105604 h 6239661"/>
                <a:gd name="connsiteX47" fmla="*/ 3840510 w 5187198"/>
                <a:gd name="connsiteY47" fmla="*/ 5429590 h 6239661"/>
                <a:gd name="connsiteX48" fmla="*/ 3606447 w 5187198"/>
                <a:gd name="connsiteY48" fmla="*/ 5572862 h 6239661"/>
                <a:gd name="connsiteX49" fmla="*/ 3488814 w 5187198"/>
                <a:gd name="connsiteY49" fmla="*/ 5647178 h 6239661"/>
                <a:gd name="connsiteX50" fmla="*/ 3365864 w 5187198"/>
                <a:gd name="connsiteY50" fmla="*/ 5722735 h 6239661"/>
                <a:gd name="connsiteX51" fmla="*/ 2839486 w 5187198"/>
                <a:gd name="connsiteY51" fmla="*/ 5999120 h 6239661"/>
                <a:gd name="connsiteX52" fmla="*/ 2242423 w 5187198"/>
                <a:gd name="connsiteY52" fmla="*/ 6192346 h 6239661"/>
                <a:gd name="connsiteX53" fmla="*/ 1589380 w 5187198"/>
                <a:gd name="connsiteY53" fmla="*/ 6230657 h 6239661"/>
                <a:gd name="connsiteX54" fmla="*/ 1548244 w 5187198"/>
                <a:gd name="connsiteY54" fmla="*/ 6226706 h 6239661"/>
                <a:gd name="connsiteX55" fmla="*/ 1507348 w 5187198"/>
                <a:gd name="connsiteY55" fmla="*/ 6221428 h 6239661"/>
                <a:gd name="connsiteX56" fmla="*/ 1466401 w 5187198"/>
                <a:gd name="connsiteY56" fmla="*/ 6215904 h 6239661"/>
                <a:gd name="connsiteX57" fmla="*/ 1425773 w 5187198"/>
                <a:gd name="connsiteY57" fmla="*/ 6209191 h 6239661"/>
                <a:gd name="connsiteX58" fmla="*/ 1344960 w 5187198"/>
                <a:gd name="connsiteY58" fmla="*/ 6193681 h 6239661"/>
                <a:gd name="connsiteX59" fmla="*/ 1265007 w 5187198"/>
                <a:gd name="connsiteY59" fmla="*/ 6175388 h 6239661"/>
                <a:gd name="connsiteX60" fmla="*/ 1225415 w 5187198"/>
                <a:gd name="connsiteY60" fmla="*/ 6165243 h 6239661"/>
                <a:gd name="connsiteX61" fmla="*/ 1186567 w 5187198"/>
                <a:gd name="connsiteY61" fmla="*/ 6154486 h 6239661"/>
                <a:gd name="connsiteX62" fmla="*/ 1111158 w 5187198"/>
                <a:gd name="connsiteY62" fmla="*/ 6130918 h 6239661"/>
                <a:gd name="connsiteX63" fmla="*/ 1035915 w 5187198"/>
                <a:gd name="connsiteY63" fmla="*/ 6107163 h 6239661"/>
                <a:gd name="connsiteX64" fmla="*/ 961579 w 5187198"/>
                <a:gd name="connsiteY64" fmla="*/ 6079594 h 6239661"/>
                <a:gd name="connsiteX65" fmla="*/ 395297 w 5187198"/>
                <a:gd name="connsiteY65" fmla="*/ 5792812 h 6239661"/>
                <a:gd name="connsiteX66" fmla="*/ 265239 w 5187198"/>
                <a:gd name="connsiteY66" fmla="*/ 5701511 h 6239661"/>
                <a:gd name="connsiteX67" fmla="*/ 233756 w 5187198"/>
                <a:gd name="connsiteY67" fmla="*/ 5677542 h 6239661"/>
                <a:gd name="connsiteX68" fmla="*/ 202800 w 5187198"/>
                <a:gd name="connsiteY68" fmla="*/ 5652902 h 6239661"/>
                <a:gd name="connsiteX69" fmla="*/ 140918 w 5187198"/>
                <a:gd name="connsiteY69" fmla="*/ 5603515 h 6239661"/>
                <a:gd name="connsiteX70" fmla="*/ 110625 w 5187198"/>
                <a:gd name="connsiteY70" fmla="*/ 5578127 h 6239661"/>
                <a:gd name="connsiteX71" fmla="*/ 95631 w 5187198"/>
                <a:gd name="connsiteY71" fmla="*/ 5565299 h 6239661"/>
                <a:gd name="connsiteX72" fmla="*/ 81966 w 5187198"/>
                <a:gd name="connsiteY72" fmla="*/ 5550973 h 6239661"/>
                <a:gd name="connsiteX73" fmla="*/ 27991 w 5187198"/>
                <a:gd name="connsiteY73" fmla="*/ 5493272 h 6239661"/>
                <a:gd name="connsiteX74" fmla="*/ 1454 w 5187198"/>
                <a:gd name="connsiteY74" fmla="*/ 5464252 h 6239661"/>
                <a:gd name="connsiteX75" fmla="*/ 0 w 5187198"/>
                <a:gd name="connsiteY75" fmla="*/ 5462518 h 6239661"/>
                <a:gd name="connsiteX76" fmla="*/ 0 w 5187198"/>
                <a:gd name="connsiteY76" fmla="*/ 4720187 h 6239661"/>
                <a:gd name="connsiteX77" fmla="*/ 109684 w 5187198"/>
                <a:gd name="connsiteY77" fmla="*/ 4836724 h 6239661"/>
                <a:gd name="connsiteX78" fmla="*/ 306959 w 5187198"/>
                <a:gd name="connsiteY78" fmla="*/ 5007200 h 6239661"/>
                <a:gd name="connsiteX79" fmla="*/ 358101 w 5187198"/>
                <a:gd name="connsiteY79" fmla="*/ 5046057 h 6239661"/>
                <a:gd name="connsiteX80" fmla="*/ 383328 w 5187198"/>
                <a:gd name="connsiteY80" fmla="*/ 5065684 h 6239661"/>
                <a:gd name="connsiteX81" fmla="*/ 409503 w 5187198"/>
                <a:gd name="connsiteY81" fmla="*/ 5083942 h 6239661"/>
                <a:gd name="connsiteX82" fmla="*/ 461889 w 5187198"/>
                <a:gd name="connsiteY82" fmla="*/ 5119888 h 6239661"/>
                <a:gd name="connsiteX83" fmla="*/ 474883 w 5187198"/>
                <a:gd name="connsiteY83" fmla="*/ 5128933 h 6239661"/>
                <a:gd name="connsiteX84" fmla="*/ 486410 w 5187198"/>
                <a:gd name="connsiteY84" fmla="*/ 5139557 h 6239661"/>
                <a:gd name="connsiteX85" fmla="*/ 510852 w 5187198"/>
                <a:gd name="connsiteY85" fmla="*/ 5159089 h 6239661"/>
                <a:gd name="connsiteX86" fmla="*/ 560653 w 5187198"/>
                <a:gd name="connsiteY86" fmla="*/ 5196893 h 6239661"/>
                <a:gd name="connsiteX87" fmla="*/ 585485 w 5187198"/>
                <a:gd name="connsiteY87" fmla="*/ 5215834 h 6239661"/>
                <a:gd name="connsiteX88" fmla="*/ 610707 w 5187198"/>
                <a:gd name="connsiteY88" fmla="*/ 5234185 h 6239661"/>
                <a:gd name="connsiteX89" fmla="*/ 714768 w 5187198"/>
                <a:gd name="connsiteY89" fmla="*/ 5303103 h 6239661"/>
                <a:gd name="connsiteX90" fmla="*/ 1166634 w 5187198"/>
                <a:gd name="connsiteY90" fmla="*/ 5513322 h 6239661"/>
                <a:gd name="connsiteX91" fmla="*/ 1225991 w 5187198"/>
                <a:gd name="connsiteY91" fmla="*/ 5533632 h 6239661"/>
                <a:gd name="connsiteX92" fmla="*/ 1286680 w 5187198"/>
                <a:gd name="connsiteY92" fmla="*/ 5550705 h 6239661"/>
                <a:gd name="connsiteX93" fmla="*/ 1347310 w 5187198"/>
                <a:gd name="connsiteY93" fmla="*/ 5567995 h 6239661"/>
                <a:gd name="connsiteX94" fmla="*/ 1377002 w 5187198"/>
                <a:gd name="connsiteY94" fmla="*/ 5575719 h 6239661"/>
                <a:gd name="connsiteX95" fmla="*/ 1406328 w 5187198"/>
                <a:gd name="connsiteY95" fmla="*/ 5582649 h 6239661"/>
                <a:gd name="connsiteX96" fmla="*/ 1465060 w 5187198"/>
                <a:gd name="connsiteY96" fmla="*/ 5594909 h 6239661"/>
                <a:gd name="connsiteX97" fmla="*/ 1523881 w 5187198"/>
                <a:gd name="connsiteY97" fmla="*/ 5605105 h 6239661"/>
                <a:gd name="connsiteX98" fmla="*/ 1553325 w 5187198"/>
                <a:gd name="connsiteY98" fmla="*/ 5609865 h 6239661"/>
                <a:gd name="connsiteX99" fmla="*/ 1582813 w 5187198"/>
                <a:gd name="connsiteY99" fmla="*/ 5613593 h 6239661"/>
                <a:gd name="connsiteX100" fmla="*/ 1612301 w 5187198"/>
                <a:gd name="connsiteY100" fmla="*/ 5617321 h 6239661"/>
                <a:gd name="connsiteX101" fmla="*/ 1641863 w 5187198"/>
                <a:gd name="connsiteY101" fmla="*/ 5619910 h 6239661"/>
                <a:gd name="connsiteX102" fmla="*/ 2117508 w 5187198"/>
                <a:gd name="connsiteY102" fmla="*/ 5595156 h 6239661"/>
                <a:gd name="connsiteX103" fmla="*/ 2597368 w 5187198"/>
                <a:gd name="connsiteY103" fmla="*/ 5447381 h 6239661"/>
                <a:gd name="connsiteX104" fmla="*/ 3082968 w 5187198"/>
                <a:gd name="connsiteY104" fmla="*/ 5223245 h 6239661"/>
                <a:gd name="connsiteX105" fmla="*/ 3334855 w 5187198"/>
                <a:gd name="connsiteY105" fmla="*/ 5097383 h 6239661"/>
                <a:gd name="connsiteX106" fmla="*/ 3599509 w 5187198"/>
                <a:gd name="connsiteY106" fmla="*/ 4976217 h 6239661"/>
                <a:gd name="connsiteX107" fmla="*/ 4112002 w 5187198"/>
                <a:gd name="connsiteY107" fmla="*/ 4766359 h 6239661"/>
                <a:gd name="connsiteX108" fmla="*/ 4348983 w 5187198"/>
                <a:gd name="connsiteY108" fmla="*/ 4649833 h 6239661"/>
                <a:gd name="connsiteX109" fmla="*/ 4560505 w 5187198"/>
                <a:gd name="connsiteY109" fmla="*/ 4501564 h 6239661"/>
                <a:gd name="connsiteX110" fmla="*/ 4731963 w 5187198"/>
                <a:gd name="connsiteY110" fmla="*/ 4309870 h 6239661"/>
                <a:gd name="connsiteX111" fmla="*/ 4852344 w 5187198"/>
                <a:gd name="connsiteY111" fmla="*/ 4078640 h 6239661"/>
                <a:gd name="connsiteX112" fmla="*/ 4863972 w 5187198"/>
                <a:gd name="connsiteY112" fmla="*/ 4047790 h 6239661"/>
                <a:gd name="connsiteX113" fmla="*/ 4874144 w 5187198"/>
                <a:gd name="connsiteY113" fmla="*/ 4016320 h 6239661"/>
                <a:gd name="connsiteX114" fmla="*/ 4884127 w 5187198"/>
                <a:gd name="connsiteY114" fmla="*/ 3984682 h 6239661"/>
                <a:gd name="connsiteX115" fmla="*/ 4892800 w 5187198"/>
                <a:gd name="connsiteY115" fmla="*/ 3951883 h 6239661"/>
                <a:gd name="connsiteX116" fmla="*/ 4909526 w 5187198"/>
                <a:gd name="connsiteY116" fmla="*/ 3886001 h 6239661"/>
                <a:gd name="connsiteX117" fmla="*/ 4917687 w 5187198"/>
                <a:gd name="connsiteY117" fmla="*/ 3852948 h 6239661"/>
                <a:gd name="connsiteX118" fmla="*/ 4921768 w 5187198"/>
                <a:gd name="connsiteY118" fmla="*/ 3836422 h 6239661"/>
                <a:gd name="connsiteX119" fmla="*/ 4924845 w 5187198"/>
                <a:gd name="connsiteY119" fmla="*/ 3819742 h 6239661"/>
                <a:gd name="connsiteX120" fmla="*/ 4948230 w 5187198"/>
                <a:gd name="connsiteY120" fmla="*/ 3685744 h 6239661"/>
                <a:gd name="connsiteX121" fmla="*/ 4962782 w 5187198"/>
                <a:gd name="connsiteY121" fmla="*/ 3550540 h 6239661"/>
                <a:gd name="connsiteX122" fmla="*/ 4939468 w 5187198"/>
                <a:gd name="connsiteY122" fmla="*/ 3010249 h 6239661"/>
                <a:gd name="connsiteX123" fmla="*/ 4816901 w 5187198"/>
                <a:gd name="connsiteY123" fmla="*/ 2488224 h 6239661"/>
                <a:gd name="connsiteX124" fmla="*/ 4797005 w 5187198"/>
                <a:gd name="connsiteY124" fmla="*/ 2424470 h 6239661"/>
                <a:gd name="connsiteX125" fmla="*/ 4774433 w 5187198"/>
                <a:gd name="connsiteY125" fmla="*/ 2361620 h 6239661"/>
                <a:gd name="connsiteX126" fmla="*/ 4752459 w 5187198"/>
                <a:gd name="connsiteY126" fmla="*/ 2298700 h 6239661"/>
                <a:gd name="connsiteX127" fmla="*/ 4728083 w 5187198"/>
                <a:gd name="connsiteY127" fmla="*/ 2236526 h 6239661"/>
                <a:gd name="connsiteX128" fmla="*/ 4704471 w 5187198"/>
                <a:gd name="connsiteY128" fmla="*/ 2174095 h 6239661"/>
                <a:gd name="connsiteX129" fmla="*/ 4678399 w 5187198"/>
                <a:gd name="connsiteY129" fmla="*/ 2112626 h 6239661"/>
                <a:gd name="connsiteX130" fmla="*/ 4652601 w 5187198"/>
                <a:gd name="connsiteY130" fmla="*/ 2050999 h 6239661"/>
                <a:gd name="connsiteX131" fmla="*/ 4624205 w 5187198"/>
                <a:gd name="connsiteY131" fmla="*/ 1990415 h 6239661"/>
                <a:gd name="connsiteX132" fmla="*/ 4595398 w 5187198"/>
                <a:gd name="connsiteY132" fmla="*/ 1930069 h 6239661"/>
                <a:gd name="connsiteX133" fmla="*/ 4563827 w 5187198"/>
                <a:gd name="connsiteY133" fmla="*/ 1870952 h 6239661"/>
                <a:gd name="connsiteX134" fmla="*/ 4531433 w 5187198"/>
                <a:gd name="connsiteY134" fmla="*/ 1812311 h 6239661"/>
                <a:gd name="connsiteX135" fmla="*/ 4523315 w 5187198"/>
                <a:gd name="connsiteY135" fmla="*/ 1797616 h 6239661"/>
                <a:gd name="connsiteX136" fmla="*/ 4514482 w 5187198"/>
                <a:gd name="connsiteY136" fmla="*/ 1783425 h 6239661"/>
                <a:gd name="connsiteX137" fmla="*/ 4496845 w 5187198"/>
                <a:gd name="connsiteY137" fmla="*/ 1754936 h 6239661"/>
                <a:gd name="connsiteX138" fmla="*/ 4461463 w 5187198"/>
                <a:gd name="connsiteY138" fmla="*/ 1697929 h 6239661"/>
                <a:gd name="connsiteX139" fmla="*/ 4452660 w 5187198"/>
                <a:gd name="connsiteY139" fmla="*/ 1683629 h 6239661"/>
                <a:gd name="connsiteX140" fmla="*/ 4443141 w 5187198"/>
                <a:gd name="connsiteY140" fmla="*/ 1669834 h 6239661"/>
                <a:gd name="connsiteX141" fmla="*/ 4424241 w 5187198"/>
                <a:gd name="connsiteY141" fmla="*/ 1642166 h 6239661"/>
                <a:gd name="connsiteX142" fmla="*/ 4346886 w 5187198"/>
                <a:gd name="connsiteY142" fmla="*/ 1532412 h 6239661"/>
                <a:gd name="connsiteX143" fmla="*/ 3985497 w 5187198"/>
                <a:gd name="connsiteY143" fmla="*/ 1134649 h 6239661"/>
                <a:gd name="connsiteX144" fmla="*/ 3545665 w 5187198"/>
                <a:gd name="connsiteY144" fmla="*/ 825877 h 6239661"/>
                <a:gd name="connsiteX145" fmla="*/ 3486190 w 5187198"/>
                <a:gd name="connsiteY145" fmla="*/ 794756 h 6239661"/>
                <a:gd name="connsiteX146" fmla="*/ 3426182 w 5187198"/>
                <a:gd name="connsiteY146" fmla="*/ 764765 h 6239661"/>
                <a:gd name="connsiteX147" fmla="*/ 3365044 w 5187198"/>
                <a:gd name="connsiteY147" fmla="*/ 737255 h 6239661"/>
                <a:gd name="connsiteX148" fmla="*/ 3334529 w 5187198"/>
                <a:gd name="connsiteY148" fmla="*/ 723514 h 6239661"/>
                <a:gd name="connsiteX149" fmla="*/ 3303733 w 5187198"/>
                <a:gd name="connsiteY149" fmla="*/ 710395 h 6239661"/>
                <a:gd name="connsiteX150" fmla="*/ 3179033 w 5187198"/>
                <a:gd name="connsiteY150" fmla="*/ 662259 h 6239661"/>
                <a:gd name="connsiteX151" fmla="*/ 3052408 w 5187198"/>
                <a:gd name="connsiteY151" fmla="*/ 620447 h 6239661"/>
                <a:gd name="connsiteX152" fmla="*/ 2924325 w 5187198"/>
                <a:gd name="connsiteY152" fmla="*/ 584505 h 6239661"/>
                <a:gd name="connsiteX153" fmla="*/ 2859667 w 5187198"/>
                <a:gd name="connsiteY153" fmla="*/ 569266 h 6239661"/>
                <a:gd name="connsiteX154" fmla="*/ 2795226 w 5187198"/>
                <a:gd name="connsiteY154" fmla="*/ 554085 h 6239661"/>
                <a:gd name="connsiteX155" fmla="*/ 2729702 w 5187198"/>
                <a:gd name="connsiteY155" fmla="*/ 540354 h 6239661"/>
                <a:gd name="connsiteX156" fmla="*/ 2663758 w 5187198"/>
                <a:gd name="connsiteY156" fmla="*/ 527322 h 6239661"/>
                <a:gd name="connsiteX157" fmla="*/ 2630927 w 5187198"/>
                <a:gd name="connsiteY157" fmla="*/ 520495 h 6239661"/>
                <a:gd name="connsiteX158" fmla="*/ 2597965 w 5187198"/>
                <a:gd name="connsiteY158" fmla="*/ 515024 h 6239661"/>
                <a:gd name="connsiteX159" fmla="*/ 2532205 w 5187198"/>
                <a:gd name="connsiteY159" fmla="*/ 503895 h 6239661"/>
                <a:gd name="connsiteX160" fmla="*/ 2010064 w 5187198"/>
                <a:gd name="connsiteY160" fmla="*/ 452552 h 6239661"/>
                <a:gd name="connsiteX161" fmla="*/ 1494552 w 5187198"/>
                <a:gd name="connsiteY161" fmla="*/ 485055 h 6239661"/>
                <a:gd name="connsiteX162" fmla="*/ 1366896 w 5187198"/>
                <a:gd name="connsiteY162" fmla="*/ 509389 h 6239661"/>
                <a:gd name="connsiteX163" fmla="*/ 1240175 w 5187198"/>
                <a:gd name="connsiteY163" fmla="*/ 541045 h 6239661"/>
                <a:gd name="connsiteX164" fmla="*/ 1177438 w 5187198"/>
                <a:gd name="connsiteY164" fmla="*/ 560170 h 6239661"/>
                <a:gd name="connsiteX165" fmla="*/ 1145987 w 5187198"/>
                <a:gd name="connsiteY165" fmla="*/ 569826 h 6239661"/>
                <a:gd name="connsiteX166" fmla="*/ 1130315 w 5187198"/>
                <a:gd name="connsiteY166" fmla="*/ 574669 h 6239661"/>
                <a:gd name="connsiteX167" fmla="*/ 1114873 w 5187198"/>
                <a:gd name="connsiteY167" fmla="*/ 580384 h 6239661"/>
                <a:gd name="connsiteX168" fmla="*/ 1052839 w 5187198"/>
                <a:gd name="connsiteY168" fmla="*/ 602943 h 6239661"/>
                <a:gd name="connsiteX169" fmla="*/ 991135 w 5187198"/>
                <a:gd name="connsiteY169" fmla="*/ 626866 h 6239661"/>
                <a:gd name="connsiteX170" fmla="*/ 930179 w 5187198"/>
                <a:gd name="connsiteY170" fmla="*/ 653191 h 6239661"/>
                <a:gd name="connsiteX171" fmla="*/ 869768 w 5187198"/>
                <a:gd name="connsiteY171" fmla="*/ 680937 h 6239661"/>
                <a:gd name="connsiteX172" fmla="*/ 810085 w 5187198"/>
                <a:gd name="connsiteY172" fmla="*/ 710734 h 6239661"/>
                <a:gd name="connsiteX173" fmla="*/ 751220 w 5187198"/>
                <a:gd name="connsiteY173" fmla="*/ 741794 h 6239661"/>
                <a:gd name="connsiteX174" fmla="*/ 532669 w 5187198"/>
                <a:gd name="connsiteY174" fmla="*/ 881688 h 6239661"/>
                <a:gd name="connsiteX175" fmla="*/ 354185 w 5187198"/>
                <a:gd name="connsiteY175" fmla="*/ 1050286 h 6239661"/>
                <a:gd name="connsiteX176" fmla="*/ 315980 w 5187198"/>
                <a:gd name="connsiteY176" fmla="*/ 1098125 h 6239661"/>
                <a:gd name="connsiteX177" fmla="*/ 280345 w 5187198"/>
                <a:gd name="connsiteY177" fmla="*/ 1149782 h 6239661"/>
                <a:gd name="connsiteX178" fmla="*/ 245890 w 5187198"/>
                <a:gd name="connsiteY178" fmla="*/ 1203959 h 6239661"/>
                <a:gd name="connsiteX179" fmla="*/ 212162 w 5187198"/>
                <a:gd name="connsiteY179" fmla="*/ 1260184 h 6239661"/>
                <a:gd name="connsiteX180" fmla="*/ 80716 w 5187198"/>
                <a:gd name="connsiteY180" fmla="*/ 1502476 h 6239661"/>
                <a:gd name="connsiteX181" fmla="*/ 0 w 5187198"/>
                <a:gd name="connsiteY181" fmla="*/ 1648841 h 6239661"/>
                <a:gd name="connsiteX182" fmla="*/ 0 w 5187198"/>
                <a:gd name="connsiteY182" fmla="*/ 954863 h 6239661"/>
                <a:gd name="connsiteX183" fmla="*/ 43491 w 5187198"/>
                <a:gd name="connsiteY183" fmla="*/ 895513 h 6239661"/>
                <a:gd name="connsiteX184" fmla="*/ 93923 w 5187198"/>
                <a:gd name="connsiteY184" fmla="*/ 834489 h 6239661"/>
                <a:gd name="connsiteX185" fmla="*/ 323465 w 5187198"/>
                <a:gd name="connsiteY185" fmla="*/ 617671 h 6239661"/>
                <a:gd name="connsiteX186" fmla="*/ 574777 w 5187198"/>
                <a:gd name="connsiteY186" fmla="*/ 446794 h 6239661"/>
                <a:gd name="connsiteX187" fmla="*/ 638943 w 5187198"/>
                <a:gd name="connsiteY187" fmla="*/ 408925 h 6239661"/>
                <a:gd name="connsiteX188" fmla="*/ 703505 w 5187198"/>
                <a:gd name="connsiteY188" fmla="*/ 371742 h 6239661"/>
                <a:gd name="connsiteX189" fmla="*/ 769262 w 5187198"/>
                <a:gd name="connsiteY189" fmla="*/ 336154 h 6239661"/>
                <a:gd name="connsiteX190" fmla="*/ 835552 w 5187198"/>
                <a:gd name="connsiteY190" fmla="*/ 301173 h 6239661"/>
                <a:gd name="connsiteX191" fmla="*/ 902979 w 5187198"/>
                <a:gd name="connsiteY191" fmla="*/ 268004 h 6239661"/>
                <a:gd name="connsiteX192" fmla="*/ 971127 w 5187198"/>
                <a:gd name="connsiteY192" fmla="*/ 235607 h 6239661"/>
                <a:gd name="connsiteX193" fmla="*/ 988238 w 5187198"/>
                <a:gd name="connsiteY193" fmla="*/ 227556 h 6239661"/>
                <a:gd name="connsiteX194" fmla="*/ 1005744 w 5187198"/>
                <a:gd name="connsiteY194" fmla="*/ 220191 h 6239661"/>
                <a:gd name="connsiteX195" fmla="*/ 1040729 w 5187198"/>
                <a:gd name="connsiteY195" fmla="*/ 205569 h 6239661"/>
                <a:gd name="connsiteX196" fmla="*/ 1110835 w 5187198"/>
                <a:gd name="connsiteY196" fmla="*/ 176248 h 6239661"/>
                <a:gd name="connsiteX197" fmla="*/ 1254256 w 5187198"/>
                <a:gd name="connsiteY197" fmla="*/ 123796 h 6239661"/>
                <a:gd name="connsiteX198" fmla="*/ 1401310 w 5187198"/>
                <a:gd name="connsiteY198" fmla="*/ 79852 h 6239661"/>
                <a:gd name="connsiteX199" fmla="*/ 2011811 w 5187198"/>
                <a:gd name="connsiteY199" fmla="*/ 4 h 62396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</a:cxnLst>
              <a:rect l="l" t="t" r="r" b="b"/>
              <a:pathLst>
                <a:path w="5187198" h="6239661">
                  <a:moveTo>
                    <a:pt x="2011811" y="4"/>
                  </a:moveTo>
                  <a:cubicBezTo>
                    <a:pt x="2217306" y="120"/>
                    <a:pt x="2420903" y="25925"/>
                    <a:pt x="2617011" y="70590"/>
                  </a:cubicBezTo>
                  <a:lnTo>
                    <a:pt x="2690321" y="88146"/>
                  </a:lnTo>
                  <a:lnTo>
                    <a:pt x="2726863" y="97127"/>
                  </a:lnTo>
                  <a:lnTo>
                    <a:pt x="2762951" y="107375"/>
                  </a:lnTo>
                  <a:lnTo>
                    <a:pt x="2834843" y="128493"/>
                  </a:lnTo>
                  <a:cubicBezTo>
                    <a:pt x="2858788" y="135605"/>
                    <a:pt x="2882632" y="142226"/>
                    <a:pt x="2906574" y="151076"/>
                  </a:cubicBezTo>
                  <a:cubicBezTo>
                    <a:pt x="2954475" y="167852"/>
                    <a:pt x="3002363" y="183813"/>
                    <a:pt x="3049504" y="202124"/>
                  </a:cubicBezTo>
                  <a:lnTo>
                    <a:pt x="3189518" y="260159"/>
                  </a:lnTo>
                  <a:lnTo>
                    <a:pt x="3326048" y="325143"/>
                  </a:lnTo>
                  <a:cubicBezTo>
                    <a:pt x="3370687" y="348464"/>
                    <a:pt x="3414908" y="372485"/>
                    <a:pt x="3459166" y="395936"/>
                  </a:cubicBezTo>
                  <a:cubicBezTo>
                    <a:pt x="3502947" y="420302"/>
                    <a:pt x="3545491" y="447118"/>
                    <a:pt x="3588578" y="472343"/>
                  </a:cubicBezTo>
                  <a:cubicBezTo>
                    <a:pt x="3610346" y="484551"/>
                    <a:pt x="3630797" y="499072"/>
                    <a:pt x="3651864" y="512600"/>
                  </a:cubicBezTo>
                  <a:lnTo>
                    <a:pt x="3714514" y="553499"/>
                  </a:lnTo>
                  <a:cubicBezTo>
                    <a:pt x="3880005" y="664844"/>
                    <a:pt x="4036083" y="788388"/>
                    <a:pt x="4181221" y="922912"/>
                  </a:cubicBezTo>
                  <a:cubicBezTo>
                    <a:pt x="4326221" y="1057515"/>
                    <a:pt x="4461955" y="1202038"/>
                    <a:pt x="4582963" y="1358264"/>
                  </a:cubicBezTo>
                  <a:cubicBezTo>
                    <a:pt x="4614206" y="1396543"/>
                    <a:pt x="4642091" y="1437400"/>
                    <a:pt x="4670721" y="1477644"/>
                  </a:cubicBezTo>
                  <a:cubicBezTo>
                    <a:pt x="4700172" y="1517414"/>
                    <a:pt x="4725864" y="1559538"/>
                    <a:pt x="4752378" y="1601187"/>
                  </a:cubicBezTo>
                  <a:lnTo>
                    <a:pt x="4772168" y="1632456"/>
                  </a:lnTo>
                  <a:lnTo>
                    <a:pt x="4782117" y="1648104"/>
                  </a:lnTo>
                  <a:lnTo>
                    <a:pt x="4791381" y="1664150"/>
                  </a:lnTo>
                  <a:lnTo>
                    <a:pt x="4828190" y="1728379"/>
                  </a:lnTo>
                  <a:cubicBezTo>
                    <a:pt x="4840266" y="1749930"/>
                    <a:pt x="4853470" y="1770740"/>
                    <a:pt x="4864832" y="1792796"/>
                  </a:cubicBezTo>
                  <a:lnTo>
                    <a:pt x="4899201" y="1858342"/>
                  </a:lnTo>
                  <a:cubicBezTo>
                    <a:pt x="4910484" y="1880260"/>
                    <a:pt x="4922532" y="1901920"/>
                    <a:pt x="4933266" y="1924155"/>
                  </a:cubicBezTo>
                  <a:lnTo>
                    <a:pt x="4964403" y="1991384"/>
                  </a:lnTo>
                  <a:cubicBezTo>
                    <a:pt x="4974618" y="2013829"/>
                    <a:pt x="4985323" y="2036171"/>
                    <a:pt x="4995019" y="2058823"/>
                  </a:cubicBezTo>
                  <a:lnTo>
                    <a:pt x="5021999" y="2127723"/>
                  </a:lnTo>
                  <a:lnTo>
                    <a:pt x="5048321" y="2196908"/>
                  </a:lnTo>
                  <a:lnTo>
                    <a:pt x="5070546" y="2267547"/>
                  </a:lnTo>
                  <a:cubicBezTo>
                    <a:pt x="5078054" y="2291004"/>
                    <a:pt x="5085044" y="2314670"/>
                    <a:pt x="5092171" y="2338256"/>
                  </a:cubicBezTo>
                  <a:cubicBezTo>
                    <a:pt x="5098670" y="2362023"/>
                    <a:pt x="5104296" y="2386019"/>
                    <a:pt x="5110305" y="2409886"/>
                  </a:cubicBezTo>
                  <a:cubicBezTo>
                    <a:pt x="5158097" y="2600976"/>
                    <a:pt x="5182068" y="2797044"/>
                    <a:pt x="5186393" y="2992022"/>
                  </a:cubicBezTo>
                  <a:cubicBezTo>
                    <a:pt x="5191013" y="3187195"/>
                    <a:pt x="5175397" y="3380886"/>
                    <a:pt x="5149045" y="3571816"/>
                  </a:cubicBezTo>
                  <a:cubicBezTo>
                    <a:pt x="5141154" y="3619431"/>
                    <a:pt x="5133539" y="3666889"/>
                    <a:pt x="5126572" y="3714520"/>
                  </a:cubicBezTo>
                  <a:cubicBezTo>
                    <a:pt x="5117276" y="3761759"/>
                    <a:pt x="5107793" y="3808831"/>
                    <a:pt x="5099067" y="3856108"/>
                  </a:cubicBezTo>
                  <a:lnTo>
                    <a:pt x="5095699" y="3873868"/>
                  </a:lnTo>
                  <a:lnTo>
                    <a:pt x="5091573" y="3891426"/>
                  </a:lnTo>
                  <a:lnTo>
                    <a:pt x="5083324" y="3926541"/>
                  </a:lnTo>
                  <a:lnTo>
                    <a:pt x="5067256" y="3996889"/>
                  </a:lnTo>
                  <a:cubicBezTo>
                    <a:pt x="5064451" y="4008657"/>
                    <a:pt x="5062244" y="4020353"/>
                    <a:pt x="5059194" y="4032171"/>
                  </a:cubicBezTo>
                  <a:lnTo>
                    <a:pt x="5049522" y="4067833"/>
                  </a:lnTo>
                  <a:lnTo>
                    <a:pt x="5040067" y="4103553"/>
                  </a:lnTo>
                  <a:cubicBezTo>
                    <a:pt x="5036554" y="4115363"/>
                    <a:pt x="5032689" y="4127194"/>
                    <a:pt x="5028960" y="4138946"/>
                  </a:cubicBezTo>
                  <a:cubicBezTo>
                    <a:pt x="4999693" y="4233462"/>
                    <a:pt x="4962869" y="4326764"/>
                    <a:pt x="4917351" y="4417041"/>
                  </a:cubicBezTo>
                  <a:cubicBezTo>
                    <a:pt x="4871860" y="4507209"/>
                    <a:pt x="4817597" y="4594215"/>
                    <a:pt x="4756163" y="4676402"/>
                  </a:cubicBezTo>
                  <a:cubicBezTo>
                    <a:pt x="4632803" y="4840875"/>
                    <a:pt x="4480597" y="4982783"/>
                    <a:pt x="4322493" y="5105604"/>
                  </a:cubicBezTo>
                  <a:cubicBezTo>
                    <a:pt x="4163928" y="5228420"/>
                    <a:pt x="3999564" y="5332640"/>
                    <a:pt x="3840510" y="5429590"/>
                  </a:cubicBezTo>
                  <a:cubicBezTo>
                    <a:pt x="3760954" y="5478172"/>
                    <a:pt x="3682353" y="5524924"/>
                    <a:pt x="3606447" y="5572862"/>
                  </a:cubicBezTo>
                  <a:lnTo>
                    <a:pt x="3488814" y="5647178"/>
                  </a:lnTo>
                  <a:cubicBezTo>
                    <a:pt x="3448270" y="5672597"/>
                    <a:pt x="3407323" y="5697792"/>
                    <a:pt x="3365864" y="5722735"/>
                  </a:cubicBezTo>
                  <a:cubicBezTo>
                    <a:pt x="3200163" y="5822424"/>
                    <a:pt x="3026125" y="5917328"/>
                    <a:pt x="2839486" y="5999120"/>
                  </a:cubicBezTo>
                  <a:cubicBezTo>
                    <a:pt x="2653201" y="6080891"/>
                    <a:pt x="2453560" y="6149344"/>
                    <a:pt x="2242423" y="6192346"/>
                  </a:cubicBezTo>
                  <a:cubicBezTo>
                    <a:pt x="2031719" y="6235463"/>
                    <a:pt x="1808952" y="6251353"/>
                    <a:pt x="1589380" y="6230657"/>
                  </a:cubicBezTo>
                  <a:lnTo>
                    <a:pt x="1548244" y="6226706"/>
                  </a:lnTo>
                  <a:cubicBezTo>
                    <a:pt x="1534528" y="6225117"/>
                    <a:pt x="1520898" y="6223203"/>
                    <a:pt x="1507348" y="6221428"/>
                  </a:cubicBezTo>
                  <a:lnTo>
                    <a:pt x="1466401" y="6215904"/>
                  </a:lnTo>
                  <a:cubicBezTo>
                    <a:pt x="1452772" y="6213991"/>
                    <a:pt x="1439316" y="6211428"/>
                    <a:pt x="1425773" y="6209191"/>
                  </a:cubicBezTo>
                  <a:cubicBezTo>
                    <a:pt x="1398775" y="6204391"/>
                    <a:pt x="1371610" y="6199779"/>
                    <a:pt x="1344960" y="6193681"/>
                  </a:cubicBezTo>
                  <a:cubicBezTo>
                    <a:pt x="1318251" y="6187799"/>
                    <a:pt x="1291260" y="6182538"/>
                    <a:pt x="1265007" y="6175388"/>
                  </a:cubicBezTo>
                  <a:lnTo>
                    <a:pt x="1225415" y="6165243"/>
                  </a:lnTo>
                  <a:cubicBezTo>
                    <a:pt x="1212163" y="6161924"/>
                    <a:pt x="1198939" y="6158496"/>
                    <a:pt x="1186567" y="6154486"/>
                  </a:cubicBezTo>
                  <a:lnTo>
                    <a:pt x="1111158" y="6130918"/>
                  </a:lnTo>
                  <a:lnTo>
                    <a:pt x="1035915" y="6107163"/>
                  </a:lnTo>
                  <a:cubicBezTo>
                    <a:pt x="1010846" y="6099055"/>
                    <a:pt x="986357" y="6088784"/>
                    <a:pt x="961579" y="6079594"/>
                  </a:cubicBezTo>
                  <a:cubicBezTo>
                    <a:pt x="763709" y="6005594"/>
                    <a:pt x="572401" y="5909703"/>
                    <a:pt x="395297" y="5792812"/>
                  </a:cubicBezTo>
                  <a:lnTo>
                    <a:pt x="265239" y="5701511"/>
                  </a:lnTo>
                  <a:cubicBezTo>
                    <a:pt x="254227" y="5694155"/>
                    <a:pt x="244103" y="5685646"/>
                    <a:pt x="233756" y="5677542"/>
                  </a:cubicBezTo>
                  <a:lnTo>
                    <a:pt x="202800" y="5652902"/>
                  </a:lnTo>
                  <a:lnTo>
                    <a:pt x="140918" y="5603515"/>
                  </a:lnTo>
                  <a:cubicBezTo>
                    <a:pt x="130598" y="5595302"/>
                    <a:pt x="120280" y="5587089"/>
                    <a:pt x="110625" y="5578127"/>
                  </a:cubicBezTo>
                  <a:cubicBezTo>
                    <a:pt x="105647" y="5573779"/>
                    <a:pt x="100444" y="5569834"/>
                    <a:pt x="95631" y="5565299"/>
                  </a:cubicBezTo>
                  <a:cubicBezTo>
                    <a:pt x="90955" y="5560684"/>
                    <a:pt x="86505" y="5555666"/>
                    <a:pt x="81966" y="5550973"/>
                  </a:cubicBezTo>
                  <a:lnTo>
                    <a:pt x="27991" y="5493272"/>
                  </a:lnTo>
                  <a:cubicBezTo>
                    <a:pt x="19109" y="5483589"/>
                    <a:pt x="9758" y="5474359"/>
                    <a:pt x="1454" y="5464252"/>
                  </a:cubicBezTo>
                  <a:lnTo>
                    <a:pt x="0" y="5462518"/>
                  </a:lnTo>
                  <a:lnTo>
                    <a:pt x="0" y="4720187"/>
                  </a:lnTo>
                  <a:lnTo>
                    <a:pt x="109684" y="4836724"/>
                  </a:lnTo>
                  <a:cubicBezTo>
                    <a:pt x="173316" y="4897375"/>
                    <a:pt x="239447" y="4954160"/>
                    <a:pt x="306959" y="5007200"/>
                  </a:cubicBezTo>
                  <a:lnTo>
                    <a:pt x="358101" y="5046057"/>
                  </a:lnTo>
                  <a:lnTo>
                    <a:pt x="383328" y="5065684"/>
                  </a:lnTo>
                  <a:cubicBezTo>
                    <a:pt x="391637" y="5072316"/>
                    <a:pt x="400805" y="5077902"/>
                    <a:pt x="409503" y="5083942"/>
                  </a:cubicBezTo>
                  <a:lnTo>
                    <a:pt x="461889" y="5119888"/>
                  </a:lnTo>
                  <a:cubicBezTo>
                    <a:pt x="466184" y="5122893"/>
                    <a:pt x="470616" y="5125820"/>
                    <a:pt x="474883" y="5128933"/>
                  </a:cubicBezTo>
                  <a:cubicBezTo>
                    <a:pt x="478982" y="5132235"/>
                    <a:pt x="482476" y="5136069"/>
                    <a:pt x="486410" y="5139557"/>
                  </a:cubicBezTo>
                  <a:cubicBezTo>
                    <a:pt x="494140" y="5146613"/>
                    <a:pt x="502565" y="5152812"/>
                    <a:pt x="510852" y="5159089"/>
                  </a:cubicBezTo>
                  <a:lnTo>
                    <a:pt x="560653" y="5196893"/>
                  </a:lnTo>
                  <a:lnTo>
                    <a:pt x="585485" y="5215834"/>
                  </a:lnTo>
                  <a:cubicBezTo>
                    <a:pt x="593773" y="5222111"/>
                    <a:pt x="601864" y="5228685"/>
                    <a:pt x="610707" y="5234185"/>
                  </a:cubicBezTo>
                  <a:lnTo>
                    <a:pt x="714768" y="5303103"/>
                  </a:lnTo>
                  <a:cubicBezTo>
                    <a:pt x="856162" y="5390603"/>
                    <a:pt x="1008099" y="5459947"/>
                    <a:pt x="1166634" y="5513322"/>
                  </a:cubicBezTo>
                  <a:cubicBezTo>
                    <a:pt x="1186540" y="5519932"/>
                    <a:pt x="1205774" y="5527751"/>
                    <a:pt x="1225991" y="5533632"/>
                  </a:cubicBezTo>
                  <a:lnTo>
                    <a:pt x="1286680" y="5550705"/>
                  </a:lnTo>
                  <a:lnTo>
                    <a:pt x="1347310" y="5567995"/>
                  </a:lnTo>
                  <a:cubicBezTo>
                    <a:pt x="1357469" y="5571180"/>
                    <a:pt x="1367261" y="5573572"/>
                    <a:pt x="1377002" y="5575719"/>
                  </a:cubicBezTo>
                  <a:lnTo>
                    <a:pt x="1406328" y="5582649"/>
                  </a:lnTo>
                  <a:cubicBezTo>
                    <a:pt x="1425825" y="5587757"/>
                    <a:pt x="1445490" y="5590939"/>
                    <a:pt x="1465060" y="5594909"/>
                  </a:cubicBezTo>
                  <a:cubicBezTo>
                    <a:pt x="1484652" y="5599231"/>
                    <a:pt x="1504324" y="5601952"/>
                    <a:pt x="1523881" y="5605105"/>
                  </a:cubicBezTo>
                  <a:cubicBezTo>
                    <a:pt x="1533660" y="5606682"/>
                    <a:pt x="1543460" y="5608613"/>
                    <a:pt x="1553325" y="5609865"/>
                  </a:cubicBezTo>
                  <a:lnTo>
                    <a:pt x="1582813" y="5613593"/>
                  </a:lnTo>
                  <a:lnTo>
                    <a:pt x="1612301" y="5617321"/>
                  </a:lnTo>
                  <a:lnTo>
                    <a:pt x="1641863" y="5619910"/>
                  </a:lnTo>
                  <a:cubicBezTo>
                    <a:pt x="1799348" y="5633940"/>
                    <a:pt x="1957913" y="5625770"/>
                    <a:pt x="2117508" y="5595156"/>
                  </a:cubicBezTo>
                  <a:cubicBezTo>
                    <a:pt x="2277124" y="5564895"/>
                    <a:pt x="2437004" y="5512449"/>
                    <a:pt x="2597368" y="5447381"/>
                  </a:cubicBezTo>
                  <a:cubicBezTo>
                    <a:pt x="2757791" y="5382096"/>
                    <a:pt x="2918855" y="5304464"/>
                    <a:pt x="3082968" y="5223245"/>
                  </a:cubicBezTo>
                  <a:lnTo>
                    <a:pt x="3334855" y="5097383"/>
                  </a:lnTo>
                  <a:cubicBezTo>
                    <a:pt x="3423528" y="5054142"/>
                    <a:pt x="3511773" y="5013798"/>
                    <a:pt x="3599509" y="4976217"/>
                  </a:cubicBezTo>
                  <a:cubicBezTo>
                    <a:pt x="3774960" y="4900701"/>
                    <a:pt x="3948276" y="4837481"/>
                    <a:pt x="4112002" y="4766359"/>
                  </a:cubicBezTo>
                  <a:cubicBezTo>
                    <a:pt x="4193972" y="4730827"/>
                    <a:pt x="4273429" y="4692997"/>
                    <a:pt x="4348983" y="4649833"/>
                  </a:cubicBezTo>
                  <a:cubicBezTo>
                    <a:pt x="4424508" y="4606778"/>
                    <a:pt x="4496050" y="4558250"/>
                    <a:pt x="4560505" y="4501564"/>
                  </a:cubicBezTo>
                  <a:cubicBezTo>
                    <a:pt x="4625198" y="4445289"/>
                    <a:pt x="4682991" y="4381021"/>
                    <a:pt x="4731963" y="4309870"/>
                  </a:cubicBezTo>
                  <a:cubicBezTo>
                    <a:pt x="4781043" y="4238747"/>
                    <a:pt x="4821275" y="4160848"/>
                    <a:pt x="4852344" y="4078640"/>
                  </a:cubicBezTo>
                  <a:lnTo>
                    <a:pt x="4863972" y="4047790"/>
                  </a:lnTo>
                  <a:lnTo>
                    <a:pt x="4874144" y="4016320"/>
                  </a:lnTo>
                  <a:lnTo>
                    <a:pt x="4884127" y="3984682"/>
                  </a:lnTo>
                  <a:cubicBezTo>
                    <a:pt x="4887242" y="3973925"/>
                    <a:pt x="4889981" y="3962835"/>
                    <a:pt x="4892800" y="3951883"/>
                  </a:cubicBezTo>
                  <a:lnTo>
                    <a:pt x="4909526" y="3886001"/>
                  </a:lnTo>
                  <a:lnTo>
                    <a:pt x="4917687" y="3852948"/>
                  </a:lnTo>
                  <a:lnTo>
                    <a:pt x="4921768" y="3836422"/>
                  </a:lnTo>
                  <a:lnTo>
                    <a:pt x="4924845" y="3819742"/>
                  </a:lnTo>
                  <a:cubicBezTo>
                    <a:pt x="4933092" y="3775120"/>
                    <a:pt x="4941231" y="3730469"/>
                    <a:pt x="4948230" y="3685744"/>
                  </a:cubicBezTo>
                  <a:cubicBezTo>
                    <a:pt x="4953579" y="3640694"/>
                    <a:pt x="4958249" y="3595577"/>
                    <a:pt x="4962782" y="3550540"/>
                  </a:cubicBezTo>
                  <a:cubicBezTo>
                    <a:pt x="4976580" y="3369692"/>
                    <a:pt x="4965812" y="3187942"/>
                    <a:pt x="4939468" y="3010249"/>
                  </a:cubicBezTo>
                  <a:cubicBezTo>
                    <a:pt x="4912965" y="2832281"/>
                    <a:pt x="4870237" y="2658196"/>
                    <a:pt x="4816901" y="2488224"/>
                  </a:cubicBezTo>
                  <a:cubicBezTo>
                    <a:pt x="4810197" y="2466954"/>
                    <a:pt x="4803984" y="2445582"/>
                    <a:pt x="4797005" y="2424470"/>
                  </a:cubicBezTo>
                  <a:cubicBezTo>
                    <a:pt x="4789399" y="2403537"/>
                    <a:pt x="4781686" y="2382574"/>
                    <a:pt x="4774433" y="2361620"/>
                  </a:cubicBezTo>
                  <a:lnTo>
                    <a:pt x="4752459" y="2298700"/>
                  </a:lnTo>
                  <a:lnTo>
                    <a:pt x="4728083" y="2236526"/>
                  </a:lnTo>
                  <a:cubicBezTo>
                    <a:pt x="4719957" y="2215802"/>
                    <a:pt x="4712352" y="2194869"/>
                    <a:pt x="4704471" y="2174095"/>
                  </a:cubicBezTo>
                  <a:lnTo>
                    <a:pt x="4678399" y="2112626"/>
                  </a:lnTo>
                  <a:lnTo>
                    <a:pt x="4652601" y="2050999"/>
                  </a:lnTo>
                  <a:cubicBezTo>
                    <a:pt x="4643711" y="2030533"/>
                    <a:pt x="4633616" y="2010672"/>
                    <a:pt x="4624205" y="1990415"/>
                  </a:cubicBezTo>
                  <a:lnTo>
                    <a:pt x="4595398" y="1930069"/>
                  </a:lnTo>
                  <a:cubicBezTo>
                    <a:pt x="4585714" y="1909969"/>
                    <a:pt x="4574413" y="1890713"/>
                    <a:pt x="4563827" y="1870952"/>
                  </a:cubicBezTo>
                  <a:lnTo>
                    <a:pt x="4531433" y="1812311"/>
                  </a:lnTo>
                  <a:lnTo>
                    <a:pt x="4523315" y="1797616"/>
                  </a:lnTo>
                  <a:lnTo>
                    <a:pt x="4514482" y="1783425"/>
                  </a:lnTo>
                  <a:lnTo>
                    <a:pt x="4496845" y="1754936"/>
                  </a:lnTo>
                  <a:lnTo>
                    <a:pt x="4461463" y="1697929"/>
                  </a:lnTo>
                  <a:lnTo>
                    <a:pt x="4452660" y="1683629"/>
                  </a:lnTo>
                  <a:lnTo>
                    <a:pt x="4443141" y="1669834"/>
                  </a:lnTo>
                  <a:lnTo>
                    <a:pt x="4424241" y="1642166"/>
                  </a:lnTo>
                  <a:cubicBezTo>
                    <a:pt x="4399005" y="1605265"/>
                    <a:pt x="4374512" y="1567751"/>
                    <a:pt x="4346886" y="1532412"/>
                  </a:cubicBezTo>
                  <a:cubicBezTo>
                    <a:pt x="4240477" y="1388328"/>
                    <a:pt x="4120362" y="1253437"/>
                    <a:pt x="3985497" y="1134649"/>
                  </a:cubicBezTo>
                  <a:cubicBezTo>
                    <a:pt x="3850799" y="1015675"/>
                    <a:pt x="3702920" y="911715"/>
                    <a:pt x="3545665" y="825877"/>
                  </a:cubicBezTo>
                  <a:lnTo>
                    <a:pt x="3486190" y="794756"/>
                  </a:lnTo>
                  <a:cubicBezTo>
                    <a:pt x="3466181" y="784640"/>
                    <a:pt x="3446893" y="773560"/>
                    <a:pt x="3426182" y="764765"/>
                  </a:cubicBezTo>
                  <a:lnTo>
                    <a:pt x="3365044" y="737255"/>
                  </a:lnTo>
                  <a:lnTo>
                    <a:pt x="3334529" y="723514"/>
                  </a:lnTo>
                  <a:cubicBezTo>
                    <a:pt x="3324394" y="718943"/>
                    <a:pt x="3314287" y="714265"/>
                    <a:pt x="3303733" y="710395"/>
                  </a:cubicBezTo>
                  <a:cubicBezTo>
                    <a:pt x="3262013" y="694346"/>
                    <a:pt x="3220711" y="677599"/>
                    <a:pt x="3179033" y="662259"/>
                  </a:cubicBezTo>
                  <a:lnTo>
                    <a:pt x="3052408" y="620447"/>
                  </a:lnTo>
                  <a:lnTo>
                    <a:pt x="2924325" y="584505"/>
                  </a:lnTo>
                  <a:cubicBezTo>
                    <a:pt x="2903106" y="578471"/>
                    <a:pt x="2881119" y="574434"/>
                    <a:pt x="2859667" y="569266"/>
                  </a:cubicBezTo>
                  <a:lnTo>
                    <a:pt x="2795226" y="554085"/>
                  </a:lnTo>
                  <a:cubicBezTo>
                    <a:pt x="2774078" y="548652"/>
                    <a:pt x="2751709" y="544744"/>
                    <a:pt x="2729702" y="540354"/>
                  </a:cubicBezTo>
                  <a:lnTo>
                    <a:pt x="2663758" y="527322"/>
                  </a:lnTo>
                  <a:lnTo>
                    <a:pt x="2630927" y="520495"/>
                  </a:lnTo>
                  <a:lnTo>
                    <a:pt x="2597965" y="515024"/>
                  </a:lnTo>
                  <a:cubicBezTo>
                    <a:pt x="2575970" y="511449"/>
                    <a:pt x="2554112" y="507795"/>
                    <a:pt x="2532205" y="503895"/>
                  </a:cubicBezTo>
                  <a:cubicBezTo>
                    <a:pt x="2357016" y="475037"/>
                    <a:pt x="2182954" y="456682"/>
                    <a:pt x="2010064" y="452552"/>
                  </a:cubicBezTo>
                  <a:cubicBezTo>
                    <a:pt x="1837255" y="448558"/>
                    <a:pt x="1665388" y="457916"/>
                    <a:pt x="1494552" y="485055"/>
                  </a:cubicBezTo>
                  <a:cubicBezTo>
                    <a:pt x="1452133" y="492816"/>
                    <a:pt x="1409569" y="501117"/>
                    <a:pt x="1366896" y="509389"/>
                  </a:cubicBezTo>
                  <a:cubicBezTo>
                    <a:pt x="1324862" y="520035"/>
                    <a:pt x="1282333" y="529505"/>
                    <a:pt x="1240175" y="541045"/>
                  </a:cubicBezTo>
                  <a:lnTo>
                    <a:pt x="1177438" y="560170"/>
                  </a:lnTo>
                  <a:lnTo>
                    <a:pt x="1145987" y="569826"/>
                  </a:lnTo>
                  <a:lnTo>
                    <a:pt x="1130315" y="574669"/>
                  </a:lnTo>
                  <a:lnTo>
                    <a:pt x="1114873" y="580384"/>
                  </a:lnTo>
                  <a:lnTo>
                    <a:pt x="1052839" y="602943"/>
                  </a:lnTo>
                  <a:cubicBezTo>
                    <a:pt x="1032151" y="610499"/>
                    <a:pt x="1011255" y="617535"/>
                    <a:pt x="991135" y="626866"/>
                  </a:cubicBezTo>
                  <a:lnTo>
                    <a:pt x="930179" y="653191"/>
                  </a:lnTo>
                  <a:cubicBezTo>
                    <a:pt x="909850" y="662002"/>
                    <a:pt x="889443" y="670676"/>
                    <a:pt x="869768" y="680937"/>
                  </a:cubicBezTo>
                  <a:lnTo>
                    <a:pt x="810085" y="710734"/>
                  </a:lnTo>
                  <a:cubicBezTo>
                    <a:pt x="790331" y="720859"/>
                    <a:pt x="770124" y="730514"/>
                    <a:pt x="751220" y="741794"/>
                  </a:cubicBezTo>
                  <a:cubicBezTo>
                    <a:pt x="673929" y="784955"/>
                    <a:pt x="598827" y="830326"/>
                    <a:pt x="532669" y="881688"/>
                  </a:cubicBezTo>
                  <a:cubicBezTo>
                    <a:pt x="464226" y="931625"/>
                    <a:pt x="406969" y="988270"/>
                    <a:pt x="354185" y="1050286"/>
                  </a:cubicBezTo>
                  <a:lnTo>
                    <a:pt x="315980" y="1098125"/>
                  </a:lnTo>
                  <a:lnTo>
                    <a:pt x="280345" y="1149782"/>
                  </a:lnTo>
                  <a:cubicBezTo>
                    <a:pt x="268144" y="1166335"/>
                    <a:pt x="257438" y="1185955"/>
                    <a:pt x="245890" y="1203959"/>
                  </a:cubicBezTo>
                  <a:cubicBezTo>
                    <a:pt x="234552" y="1222481"/>
                    <a:pt x="223171" y="1240298"/>
                    <a:pt x="212162" y="1260184"/>
                  </a:cubicBezTo>
                  <a:cubicBezTo>
                    <a:pt x="168299" y="1337574"/>
                    <a:pt x="125055" y="1419360"/>
                    <a:pt x="80716" y="1502476"/>
                  </a:cubicBezTo>
                  <a:lnTo>
                    <a:pt x="0" y="1648841"/>
                  </a:lnTo>
                  <a:lnTo>
                    <a:pt x="0" y="954863"/>
                  </a:lnTo>
                  <a:lnTo>
                    <a:pt x="43491" y="895513"/>
                  </a:lnTo>
                  <a:cubicBezTo>
                    <a:pt x="59888" y="874984"/>
                    <a:pt x="77014" y="854766"/>
                    <a:pt x="93923" y="834489"/>
                  </a:cubicBezTo>
                  <a:cubicBezTo>
                    <a:pt x="163245" y="754880"/>
                    <a:pt x="240806" y="679565"/>
                    <a:pt x="323465" y="617671"/>
                  </a:cubicBezTo>
                  <a:cubicBezTo>
                    <a:pt x="405002" y="553042"/>
                    <a:pt x="490132" y="499230"/>
                    <a:pt x="574777" y="446794"/>
                  </a:cubicBezTo>
                  <a:cubicBezTo>
                    <a:pt x="595733" y="433050"/>
                    <a:pt x="617442" y="421248"/>
                    <a:pt x="638943" y="408925"/>
                  </a:cubicBezTo>
                  <a:lnTo>
                    <a:pt x="703505" y="371742"/>
                  </a:lnTo>
                  <a:cubicBezTo>
                    <a:pt x="724798" y="358900"/>
                    <a:pt x="747120" y="347842"/>
                    <a:pt x="769262" y="336154"/>
                  </a:cubicBezTo>
                  <a:lnTo>
                    <a:pt x="835552" y="301173"/>
                  </a:lnTo>
                  <a:cubicBezTo>
                    <a:pt x="857427" y="289183"/>
                    <a:pt x="880470" y="278896"/>
                    <a:pt x="902979" y="268004"/>
                  </a:cubicBezTo>
                  <a:lnTo>
                    <a:pt x="971127" y="235607"/>
                  </a:lnTo>
                  <a:lnTo>
                    <a:pt x="988238" y="227556"/>
                  </a:lnTo>
                  <a:lnTo>
                    <a:pt x="1005744" y="220191"/>
                  </a:lnTo>
                  <a:lnTo>
                    <a:pt x="1040729" y="205569"/>
                  </a:lnTo>
                  <a:lnTo>
                    <a:pt x="1110835" y="176248"/>
                  </a:lnTo>
                  <a:cubicBezTo>
                    <a:pt x="1157999" y="157703"/>
                    <a:pt x="1206322" y="141323"/>
                    <a:pt x="1254256" y="123796"/>
                  </a:cubicBezTo>
                  <a:cubicBezTo>
                    <a:pt x="1302938" y="108671"/>
                    <a:pt x="1352074" y="94017"/>
                    <a:pt x="1401310" y="79852"/>
                  </a:cubicBezTo>
                  <a:cubicBezTo>
                    <a:pt x="1599497" y="26774"/>
                    <a:pt x="1806373" y="-329"/>
                    <a:pt x="2011811" y="4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53367148-2288-BD0D-5287-9A8FDE1E73F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297400"/>
              <a:ext cx="5215811" cy="6107388"/>
            </a:xfrm>
            <a:custGeom>
              <a:avLst/>
              <a:gdLst>
                <a:gd name="connsiteX0" fmla="*/ 1869139 w 5215811"/>
                <a:gd name="connsiteY0" fmla="*/ 9 h 6107388"/>
                <a:gd name="connsiteX1" fmla="*/ 2791149 w 5215811"/>
                <a:gd name="connsiteY1" fmla="*/ 130229 h 6107388"/>
                <a:gd name="connsiteX2" fmla="*/ 4760307 w 5215811"/>
                <a:gd name="connsiteY2" fmla="*/ 1608408 h 6107388"/>
                <a:gd name="connsiteX3" fmla="*/ 5108574 w 5215811"/>
                <a:gd name="connsiteY3" fmla="*/ 4050383 h 6107388"/>
                <a:gd name="connsiteX4" fmla="*/ 3434916 w 5215811"/>
                <a:gd name="connsiteY4" fmla="*/ 5503134 h 6107388"/>
                <a:gd name="connsiteX5" fmla="*/ 1137841 w 5215811"/>
                <a:gd name="connsiteY5" fmla="*/ 6033968 h 6107388"/>
                <a:gd name="connsiteX6" fmla="*/ 217555 w 5215811"/>
                <a:gd name="connsiteY6" fmla="*/ 5598945 h 6107388"/>
                <a:gd name="connsiteX7" fmla="*/ 0 w 5215811"/>
                <a:gd name="connsiteY7" fmla="*/ 5419622 h 6107388"/>
                <a:gd name="connsiteX8" fmla="*/ 0 w 5215811"/>
                <a:gd name="connsiteY8" fmla="*/ 4571683 h 6107388"/>
                <a:gd name="connsiteX9" fmla="*/ 18056 w 5215811"/>
                <a:gd name="connsiteY9" fmla="*/ 4599282 h 6107388"/>
                <a:gd name="connsiteX10" fmla="*/ 358324 w 5215811"/>
                <a:gd name="connsiteY10" fmla="*/ 4988154 h 6107388"/>
                <a:gd name="connsiteX11" fmla="*/ 1282741 w 5215811"/>
                <a:gd name="connsiteY11" fmla="*/ 5493193 h 6107388"/>
                <a:gd name="connsiteX12" fmla="*/ 2172794 w 5215811"/>
                <a:gd name="connsiteY12" fmla="*/ 5470630 h 6107388"/>
                <a:gd name="connsiteX13" fmla="*/ 3146893 w 5215811"/>
                <a:gd name="connsiteY13" fmla="*/ 5016296 h 6107388"/>
                <a:gd name="connsiteX14" fmla="*/ 3574114 w 5215811"/>
                <a:gd name="connsiteY14" fmla="*/ 4791124 h 6107388"/>
                <a:gd name="connsiteX15" fmla="*/ 4244948 w 5215811"/>
                <a:gd name="connsiteY15" fmla="*/ 4392664 h 6107388"/>
                <a:gd name="connsiteX16" fmla="*/ 4556385 w 5215811"/>
                <a:gd name="connsiteY16" fmla="*/ 3902656 h 6107388"/>
                <a:gd name="connsiteX17" fmla="*/ 4616354 w 5215811"/>
                <a:gd name="connsiteY17" fmla="*/ 2851680 h 6107388"/>
                <a:gd name="connsiteX18" fmla="*/ 4269266 w 5215811"/>
                <a:gd name="connsiteY18" fmla="*/ 1889625 h 6107388"/>
                <a:gd name="connsiteX19" fmla="*/ 2645976 w 5215811"/>
                <a:gd name="connsiteY19" fmla="*/ 671162 h 6107388"/>
                <a:gd name="connsiteX20" fmla="*/ 1648930 w 5215811"/>
                <a:gd name="connsiteY20" fmla="*/ 573017 h 6107388"/>
                <a:gd name="connsiteX21" fmla="*/ 771768 w 5215811"/>
                <a:gd name="connsiteY21" fmla="*/ 865882 h 6107388"/>
                <a:gd name="connsiteX22" fmla="*/ 433617 w 5215811"/>
                <a:gd name="connsiteY22" fmla="*/ 1119441 h 6107388"/>
                <a:gd name="connsiteX23" fmla="*/ 200571 w 5215811"/>
                <a:gd name="connsiteY23" fmla="*/ 1486480 h 6107388"/>
                <a:gd name="connsiteX24" fmla="*/ 47077 w 5215811"/>
                <a:gd name="connsiteY24" fmla="*/ 1753604 h 6107388"/>
                <a:gd name="connsiteX25" fmla="*/ 0 w 5215811"/>
                <a:gd name="connsiteY25" fmla="*/ 1831655 h 6107388"/>
                <a:gd name="connsiteX26" fmla="*/ 0 w 5215811"/>
                <a:gd name="connsiteY26" fmla="*/ 751112 h 6107388"/>
                <a:gd name="connsiteX27" fmla="*/ 6994 w 5215811"/>
                <a:gd name="connsiteY27" fmla="*/ 742614 h 6107388"/>
                <a:gd name="connsiteX28" fmla="*/ 484047 w 5215811"/>
                <a:gd name="connsiteY28" fmla="*/ 378777 h 6107388"/>
                <a:gd name="connsiteX29" fmla="*/ 1869139 w 5215811"/>
                <a:gd name="connsiteY29" fmla="*/ 9 h 61073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5811" h="6107388">
                  <a:moveTo>
                    <a:pt x="1869139" y="9"/>
                  </a:moveTo>
                  <a:cubicBezTo>
                    <a:pt x="2160924" y="-706"/>
                    <a:pt x="2465752" y="43039"/>
                    <a:pt x="2791149" y="130229"/>
                  </a:cubicBezTo>
                  <a:cubicBezTo>
                    <a:pt x="3651198" y="360678"/>
                    <a:pt x="4339884" y="907924"/>
                    <a:pt x="4760307" y="1608408"/>
                  </a:cubicBezTo>
                  <a:cubicBezTo>
                    <a:pt x="5188180" y="2321320"/>
                    <a:pt x="5338357" y="3192822"/>
                    <a:pt x="5108574" y="4050383"/>
                  </a:cubicBezTo>
                  <a:cubicBezTo>
                    <a:pt x="4880820" y="4900373"/>
                    <a:pt x="4152841" y="5098512"/>
                    <a:pt x="3434916" y="5503134"/>
                  </a:cubicBezTo>
                  <a:cubicBezTo>
                    <a:pt x="2717099" y="5907783"/>
                    <a:pt x="2005568" y="6266474"/>
                    <a:pt x="1137841" y="6033968"/>
                  </a:cubicBezTo>
                  <a:cubicBezTo>
                    <a:pt x="783079" y="5938910"/>
                    <a:pt x="479573" y="5790114"/>
                    <a:pt x="217555" y="5598945"/>
                  </a:cubicBezTo>
                  <a:lnTo>
                    <a:pt x="0" y="5419622"/>
                  </a:lnTo>
                  <a:lnTo>
                    <a:pt x="0" y="4571683"/>
                  </a:lnTo>
                  <a:lnTo>
                    <a:pt x="18056" y="4599282"/>
                  </a:lnTo>
                  <a:cubicBezTo>
                    <a:pt x="124071" y="4746782"/>
                    <a:pt x="237002" y="4875718"/>
                    <a:pt x="358324" y="4988154"/>
                  </a:cubicBezTo>
                  <a:cubicBezTo>
                    <a:pt x="621323" y="5231809"/>
                    <a:pt x="923667" y="5396979"/>
                    <a:pt x="1282741" y="5493193"/>
                  </a:cubicBezTo>
                  <a:cubicBezTo>
                    <a:pt x="1573894" y="5571207"/>
                    <a:pt x="1856732" y="5563878"/>
                    <a:pt x="2172794" y="5470630"/>
                  </a:cubicBezTo>
                  <a:cubicBezTo>
                    <a:pt x="2498985" y="5374183"/>
                    <a:pt x="2832844" y="5193315"/>
                    <a:pt x="3146893" y="5016296"/>
                  </a:cubicBezTo>
                  <a:cubicBezTo>
                    <a:pt x="3293538" y="4933641"/>
                    <a:pt x="3436182" y="4861160"/>
                    <a:pt x="3574114" y="4791124"/>
                  </a:cubicBezTo>
                  <a:cubicBezTo>
                    <a:pt x="3841238" y="4655550"/>
                    <a:pt x="4071901" y="4538375"/>
                    <a:pt x="4244948" y="4392664"/>
                  </a:cubicBezTo>
                  <a:cubicBezTo>
                    <a:pt x="4405844" y="4257259"/>
                    <a:pt x="4501845" y="4106204"/>
                    <a:pt x="4556385" y="3902656"/>
                  </a:cubicBezTo>
                  <a:cubicBezTo>
                    <a:pt x="4649063" y="3556776"/>
                    <a:pt x="4669271" y="3203187"/>
                    <a:pt x="4616354" y="2851680"/>
                  </a:cubicBezTo>
                  <a:cubicBezTo>
                    <a:pt x="4565198" y="2511774"/>
                    <a:pt x="4448474" y="2188147"/>
                    <a:pt x="4269266" y="1889625"/>
                  </a:cubicBezTo>
                  <a:cubicBezTo>
                    <a:pt x="3907781" y="1287586"/>
                    <a:pt x="3331245" y="854780"/>
                    <a:pt x="2645976" y="671162"/>
                  </a:cubicBezTo>
                  <a:cubicBezTo>
                    <a:pt x="2278249" y="572630"/>
                    <a:pt x="1952074" y="540526"/>
                    <a:pt x="1648930" y="573017"/>
                  </a:cubicBezTo>
                  <a:cubicBezTo>
                    <a:pt x="1351746" y="604901"/>
                    <a:pt x="1064785" y="700731"/>
                    <a:pt x="771768" y="865882"/>
                  </a:cubicBezTo>
                  <a:cubicBezTo>
                    <a:pt x="568061" y="980657"/>
                    <a:pt x="486465" y="1058486"/>
                    <a:pt x="433617" y="1119441"/>
                  </a:cubicBezTo>
                  <a:cubicBezTo>
                    <a:pt x="358307" y="1206256"/>
                    <a:pt x="292149" y="1323808"/>
                    <a:pt x="200571" y="1486480"/>
                  </a:cubicBezTo>
                  <a:cubicBezTo>
                    <a:pt x="156644" y="1564432"/>
                    <a:pt x="106654" y="1653214"/>
                    <a:pt x="47077" y="1753604"/>
                  </a:cubicBezTo>
                  <a:lnTo>
                    <a:pt x="0" y="1831655"/>
                  </a:lnTo>
                  <a:lnTo>
                    <a:pt x="0" y="751112"/>
                  </a:lnTo>
                  <a:lnTo>
                    <a:pt x="6994" y="742614"/>
                  </a:lnTo>
                  <a:cubicBezTo>
                    <a:pt x="117721" y="617683"/>
                    <a:pt x="259696" y="505222"/>
                    <a:pt x="484047" y="378777"/>
                  </a:cubicBezTo>
                  <a:cubicBezTo>
                    <a:pt x="932751" y="125890"/>
                    <a:pt x="1382831" y="1200"/>
                    <a:pt x="1869139" y="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1E9FDDF2-900F-2326-EBF6-D1A722AB9D2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319367"/>
              <a:ext cx="5217956" cy="6100079"/>
            </a:xfrm>
            <a:custGeom>
              <a:avLst/>
              <a:gdLst>
                <a:gd name="connsiteX0" fmla="*/ 1951393 w 5217956"/>
                <a:gd name="connsiteY0" fmla="*/ 82 h 6100079"/>
                <a:gd name="connsiteX1" fmla="*/ 2855177 w 5217956"/>
                <a:gd name="connsiteY1" fmla="*/ 125419 h 6100079"/>
                <a:gd name="connsiteX2" fmla="*/ 4779341 w 5217956"/>
                <a:gd name="connsiteY2" fmla="*/ 1591542 h 6100079"/>
                <a:gd name="connsiteX3" fmla="*/ 5108573 w 5217956"/>
                <a:gd name="connsiteY3" fmla="*/ 4028416 h 6100079"/>
                <a:gd name="connsiteX4" fmla="*/ 3459358 w 5217956"/>
                <a:gd name="connsiteY4" fmla="*/ 5487716 h 6100079"/>
                <a:gd name="connsiteX5" fmla="*/ 1203274 w 5217956"/>
                <a:gd name="connsiteY5" fmla="*/ 6029534 h 6100079"/>
                <a:gd name="connsiteX6" fmla="*/ 59920 w 5217956"/>
                <a:gd name="connsiteY6" fmla="*/ 5396467 h 6100079"/>
                <a:gd name="connsiteX7" fmla="*/ 0 w 5217956"/>
                <a:gd name="connsiteY7" fmla="*/ 5333382 h 6100079"/>
                <a:gd name="connsiteX8" fmla="*/ 0 w 5217956"/>
                <a:gd name="connsiteY8" fmla="*/ 4205833 h 6100079"/>
                <a:gd name="connsiteX9" fmla="*/ 58036 w 5217956"/>
                <a:gd name="connsiteY9" fmla="*/ 4310048 h 6100079"/>
                <a:gd name="connsiteX10" fmla="*/ 520779 w 5217956"/>
                <a:gd name="connsiteY10" fmla="*/ 4907591 h 6100079"/>
                <a:gd name="connsiteX11" fmla="*/ 1377154 w 5217956"/>
                <a:gd name="connsiteY11" fmla="*/ 5380604 h 6100079"/>
                <a:gd name="connsiteX12" fmla="*/ 3123340 w 5217956"/>
                <a:gd name="connsiteY12" fmla="*/ 4905715 h 6100079"/>
                <a:gd name="connsiteX13" fmla="*/ 3547863 w 5217956"/>
                <a:gd name="connsiteY13" fmla="*/ 4676342 h 6100079"/>
                <a:gd name="connsiteX14" fmla="*/ 4186753 w 5217956"/>
                <a:gd name="connsiteY14" fmla="*/ 4289376 h 6100079"/>
                <a:gd name="connsiteX15" fmla="*/ 4459565 w 5217956"/>
                <a:gd name="connsiteY15" fmla="*/ 3854399 h 6100079"/>
                <a:gd name="connsiteX16" fmla="*/ 4521015 w 5217956"/>
                <a:gd name="connsiteY16" fmla="*/ 2849377 h 6100079"/>
                <a:gd name="connsiteX17" fmla="*/ 4199723 w 5217956"/>
                <a:gd name="connsiteY17" fmla="*/ 1931213 h 6100079"/>
                <a:gd name="connsiteX18" fmla="*/ 2681217 w 5217956"/>
                <a:gd name="connsiteY18" fmla="*/ 774211 h 6100079"/>
                <a:gd name="connsiteX19" fmla="*/ 926547 w 5217956"/>
                <a:gd name="connsiteY19" fmla="*/ 967112 h 6100079"/>
                <a:gd name="connsiteX20" fmla="*/ 622677 w 5217956"/>
                <a:gd name="connsiteY20" fmla="*/ 1197863 h 6100079"/>
                <a:gd name="connsiteX21" fmla="*/ 404892 w 5217956"/>
                <a:gd name="connsiteY21" fmla="*/ 1547314 h 6100079"/>
                <a:gd name="connsiteX22" fmla="*/ 40135 w 5217956"/>
                <a:gd name="connsiteY22" fmla="*/ 2159090 h 6100079"/>
                <a:gd name="connsiteX23" fmla="*/ 0 w 5217956"/>
                <a:gd name="connsiteY23" fmla="*/ 2219367 h 6100079"/>
                <a:gd name="connsiteX24" fmla="*/ 0 w 5217956"/>
                <a:gd name="connsiteY24" fmla="*/ 915659 h 6100079"/>
                <a:gd name="connsiteX25" fmla="*/ 58609 w 5217956"/>
                <a:gd name="connsiteY25" fmla="*/ 828051 h 6100079"/>
                <a:gd name="connsiteX26" fmla="*/ 590688 w 5217956"/>
                <a:gd name="connsiteY26" fmla="*/ 385385 h 6100079"/>
                <a:gd name="connsiteX27" fmla="*/ 1951393 w 5217956"/>
                <a:gd name="connsiteY27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5217956" h="6100079">
                  <a:moveTo>
                    <a:pt x="1951393" y="82"/>
                  </a:moveTo>
                  <a:cubicBezTo>
                    <a:pt x="2237631" y="-2119"/>
                    <a:pt x="2536431" y="40011"/>
                    <a:pt x="2855177" y="125419"/>
                  </a:cubicBezTo>
                  <a:cubicBezTo>
                    <a:pt x="3697704" y="351173"/>
                    <a:pt x="4370490" y="894159"/>
                    <a:pt x="4779341" y="1591542"/>
                  </a:cubicBezTo>
                  <a:cubicBezTo>
                    <a:pt x="5195534" y="2301324"/>
                    <a:pt x="5338356" y="3170855"/>
                    <a:pt x="5108573" y="4028416"/>
                  </a:cubicBezTo>
                  <a:cubicBezTo>
                    <a:pt x="4880819" y="4878406"/>
                    <a:pt x="4165603" y="5079965"/>
                    <a:pt x="3459358" y="5487716"/>
                  </a:cubicBezTo>
                  <a:cubicBezTo>
                    <a:pt x="2753114" y="5895466"/>
                    <a:pt x="2053264" y="6257288"/>
                    <a:pt x="1203274" y="6029534"/>
                  </a:cubicBezTo>
                  <a:cubicBezTo>
                    <a:pt x="739884" y="5905369"/>
                    <a:pt x="366399" y="5685345"/>
                    <a:pt x="59920" y="5396467"/>
                  </a:cubicBezTo>
                  <a:lnTo>
                    <a:pt x="0" y="5333382"/>
                  </a:lnTo>
                  <a:lnTo>
                    <a:pt x="0" y="4205833"/>
                  </a:lnTo>
                  <a:lnTo>
                    <a:pt x="58036" y="4310048"/>
                  </a:lnTo>
                  <a:cubicBezTo>
                    <a:pt x="197935" y="4550245"/>
                    <a:pt x="350594" y="4747142"/>
                    <a:pt x="520779" y="4907591"/>
                  </a:cubicBezTo>
                  <a:cubicBezTo>
                    <a:pt x="763600" y="5136565"/>
                    <a:pt x="1043821" y="5291288"/>
                    <a:pt x="1377154" y="5380604"/>
                  </a:cubicBezTo>
                  <a:cubicBezTo>
                    <a:pt x="1963029" y="5537589"/>
                    <a:pt x="2470519" y="5282804"/>
                    <a:pt x="3123340" y="4905715"/>
                  </a:cubicBezTo>
                  <a:cubicBezTo>
                    <a:pt x="3269800" y="4821157"/>
                    <a:pt x="3411134" y="4747512"/>
                    <a:pt x="3547863" y="4676342"/>
                  </a:cubicBezTo>
                  <a:cubicBezTo>
                    <a:pt x="3804497" y="4542710"/>
                    <a:pt x="4026085" y="4427393"/>
                    <a:pt x="4186753" y="4289376"/>
                  </a:cubicBezTo>
                  <a:cubicBezTo>
                    <a:pt x="4329009" y="4167293"/>
                    <a:pt x="4410589" y="4037181"/>
                    <a:pt x="4459565" y="3854399"/>
                  </a:cubicBezTo>
                  <a:cubicBezTo>
                    <a:pt x="4548302" y="3523229"/>
                    <a:pt x="4568981" y="3185183"/>
                    <a:pt x="4521015" y="2849377"/>
                  </a:cubicBezTo>
                  <a:cubicBezTo>
                    <a:pt x="4474709" y="2524680"/>
                    <a:pt x="4366564" y="2215756"/>
                    <a:pt x="4199723" y="1931213"/>
                  </a:cubicBezTo>
                  <a:cubicBezTo>
                    <a:pt x="3863270" y="1357325"/>
                    <a:pt x="3323982" y="946439"/>
                    <a:pt x="2681217" y="774211"/>
                  </a:cubicBezTo>
                  <a:cubicBezTo>
                    <a:pt x="2001139" y="591984"/>
                    <a:pt x="1476322" y="649699"/>
                    <a:pt x="926547" y="967112"/>
                  </a:cubicBezTo>
                  <a:cubicBezTo>
                    <a:pt x="740730" y="1074393"/>
                    <a:pt x="668642" y="1143989"/>
                    <a:pt x="622677" y="1197863"/>
                  </a:cubicBezTo>
                  <a:cubicBezTo>
                    <a:pt x="555599" y="1276450"/>
                    <a:pt x="492360" y="1390031"/>
                    <a:pt x="404892" y="1547314"/>
                  </a:cubicBezTo>
                  <a:cubicBezTo>
                    <a:pt x="317047" y="1705133"/>
                    <a:pt x="204816" y="1906756"/>
                    <a:pt x="40135" y="2159090"/>
                  </a:cubicBezTo>
                  <a:lnTo>
                    <a:pt x="0" y="2219367"/>
                  </a:lnTo>
                  <a:lnTo>
                    <a:pt x="0" y="915659"/>
                  </a:lnTo>
                  <a:lnTo>
                    <a:pt x="58609" y="828051"/>
                  </a:lnTo>
                  <a:cubicBezTo>
                    <a:pt x="177453" y="670481"/>
                    <a:pt x="325846" y="538291"/>
                    <a:pt x="590688" y="385385"/>
                  </a:cubicBezTo>
                  <a:cubicBezTo>
                    <a:pt x="1032158" y="130559"/>
                    <a:pt x="1474329" y="3750"/>
                    <a:pt x="1951393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0EF47345-BFC1-C2C1-1917-11E6732ACFA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319367"/>
              <a:ext cx="5217957" cy="6100079"/>
            </a:xfrm>
            <a:custGeom>
              <a:avLst/>
              <a:gdLst>
                <a:gd name="connsiteX0" fmla="*/ 1951394 w 5217957"/>
                <a:gd name="connsiteY0" fmla="*/ 82 h 6100079"/>
                <a:gd name="connsiteX1" fmla="*/ 2855178 w 5217957"/>
                <a:gd name="connsiteY1" fmla="*/ 125419 h 6100079"/>
                <a:gd name="connsiteX2" fmla="*/ 4779341 w 5217957"/>
                <a:gd name="connsiteY2" fmla="*/ 1591542 h 6100079"/>
                <a:gd name="connsiteX3" fmla="*/ 5108574 w 5217957"/>
                <a:gd name="connsiteY3" fmla="*/ 4028416 h 6100079"/>
                <a:gd name="connsiteX4" fmla="*/ 3459359 w 5217957"/>
                <a:gd name="connsiteY4" fmla="*/ 5487716 h 6100079"/>
                <a:gd name="connsiteX5" fmla="*/ 1203275 w 5217957"/>
                <a:gd name="connsiteY5" fmla="*/ 6029534 h 6100079"/>
                <a:gd name="connsiteX6" fmla="*/ 59921 w 5217957"/>
                <a:gd name="connsiteY6" fmla="*/ 5396467 h 6100079"/>
                <a:gd name="connsiteX7" fmla="*/ 0 w 5217957"/>
                <a:gd name="connsiteY7" fmla="*/ 5333381 h 6100079"/>
                <a:gd name="connsiteX8" fmla="*/ 0 w 5217957"/>
                <a:gd name="connsiteY8" fmla="*/ 4427327 h 6100079"/>
                <a:gd name="connsiteX9" fmla="*/ 112056 w 5217957"/>
                <a:gd name="connsiteY9" fmla="*/ 4602502 h 6100079"/>
                <a:gd name="connsiteX10" fmla="*/ 443875 w 5217957"/>
                <a:gd name="connsiteY10" fmla="*/ 4989110 h 6100079"/>
                <a:gd name="connsiteX11" fmla="*/ 1348175 w 5217957"/>
                <a:gd name="connsiteY11" fmla="*/ 5488759 h 6100079"/>
                <a:gd name="connsiteX12" fmla="*/ 2221463 w 5217957"/>
                <a:gd name="connsiteY12" fmla="*/ 5461704 h 6100079"/>
                <a:gd name="connsiteX13" fmla="*/ 3179339 w 5217957"/>
                <a:gd name="connsiteY13" fmla="*/ 5003023 h 6100079"/>
                <a:gd name="connsiteX14" fmla="*/ 3599638 w 5217957"/>
                <a:gd name="connsiteY14" fmla="*/ 4775996 h 6100079"/>
                <a:gd name="connsiteX15" fmla="*/ 4259765 w 5217957"/>
                <a:gd name="connsiteY15" fmla="*/ 4374667 h 6100079"/>
                <a:gd name="connsiteX16" fmla="*/ 4567742 w 5217957"/>
                <a:gd name="connsiteY16" fmla="*/ 3883732 h 6100079"/>
                <a:gd name="connsiteX17" fmla="*/ 4631929 w 5217957"/>
                <a:gd name="connsiteY17" fmla="*/ 2833886 h 6100079"/>
                <a:gd name="connsiteX18" fmla="*/ 4296412 w 5217957"/>
                <a:gd name="connsiteY18" fmla="*/ 1874932 h 6100079"/>
                <a:gd name="connsiteX19" fmla="*/ 2710219 w 5217957"/>
                <a:gd name="connsiteY19" fmla="*/ 666410 h 6100079"/>
                <a:gd name="connsiteX20" fmla="*/ 1732642 w 5217957"/>
                <a:gd name="connsiteY20" fmla="*/ 573480 h 6100079"/>
                <a:gd name="connsiteX21" fmla="*/ 870621 w 5217957"/>
                <a:gd name="connsiteY21" fmla="*/ 870402 h 6100079"/>
                <a:gd name="connsiteX22" fmla="*/ 537555 w 5217957"/>
                <a:gd name="connsiteY22" fmla="*/ 1125324 h 6100079"/>
                <a:gd name="connsiteX23" fmla="*/ 306995 w 5217957"/>
                <a:gd name="connsiteY23" fmla="*/ 1493030 h 6100079"/>
                <a:gd name="connsiteX24" fmla="*/ 23579 w 5217957"/>
                <a:gd name="connsiteY24" fmla="*/ 1977465 h 6100079"/>
                <a:gd name="connsiteX25" fmla="*/ 0 w 5217957"/>
                <a:gd name="connsiteY25" fmla="*/ 2014291 h 6100079"/>
                <a:gd name="connsiteX26" fmla="*/ 0 w 5217957"/>
                <a:gd name="connsiteY26" fmla="*/ 915660 h 6100079"/>
                <a:gd name="connsiteX27" fmla="*/ 58609 w 5217957"/>
                <a:gd name="connsiteY27" fmla="*/ 828051 h 6100079"/>
                <a:gd name="connsiteX28" fmla="*/ 590689 w 5217957"/>
                <a:gd name="connsiteY28" fmla="*/ 385385 h 6100079"/>
                <a:gd name="connsiteX29" fmla="*/ 1951394 w 5217957"/>
                <a:gd name="connsiteY29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7957" h="6100079">
                  <a:moveTo>
                    <a:pt x="1951394" y="82"/>
                  </a:moveTo>
                  <a:cubicBezTo>
                    <a:pt x="2237632" y="-2119"/>
                    <a:pt x="2536431" y="40011"/>
                    <a:pt x="2855178" y="125419"/>
                  </a:cubicBezTo>
                  <a:cubicBezTo>
                    <a:pt x="3697704" y="351173"/>
                    <a:pt x="4370491" y="894159"/>
                    <a:pt x="4779341" y="1591542"/>
                  </a:cubicBezTo>
                  <a:cubicBezTo>
                    <a:pt x="5195535" y="2301324"/>
                    <a:pt x="5338357" y="3170855"/>
                    <a:pt x="5108574" y="4028416"/>
                  </a:cubicBezTo>
                  <a:cubicBezTo>
                    <a:pt x="4880820" y="4878406"/>
                    <a:pt x="4165604" y="5079965"/>
                    <a:pt x="3459359" y="5487716"/>
                  </a:cubicBezTo>
                  <a:cubicBezTo>
                    <a:pt x="2753115" y="5895466"/>
                    <a:pt x="2053265" y="6257288"/>
                    <a:pt x="1203275" y="6029534"/>
                  </a:cubicBezTo>
                  <a:cubicBezTo>
                    <a:pt x="739885" y="5905369"/>
                    <a:pt x="366400" y="5685345"/>
                    <a:pt x="59921" y="5396467"/>
                  </a:cubicBezTo>
                  <a:lnTo>
                    <a:pt x="0" y="5333381"/>
                  </a:lnTo>
                  <a:lnTo>
                    <a:pt x="0" y="4427327"/>
                  </a:lnTo>
                  <a:lnTo>
                    <a:pt x="112056" y="4602502"/>
                  </a:lnTo>
                  <a:cubicBezTo>
                    <a:pt x="215300" y="4749260"/>
                    <a:pt x="325419" y="4877443"/>
                    <a:pt x="443875" y="4989110"/>
                  </a:cubicBezTo>
                  <a:cubicBezTo>
                    <a:pt x="700709" y="5231113"/>
                    <a:pt x="996455" y="5394516"/>
                    <a:pt x="1348175" y="5488759"/>
                  </a:cubicBezTo>
                  <a:cubicBezTo>
                    <a:pt x="1633379" y="5565179"/>
                    <a:pt x="1910917" y="5556430"/>
                    <a:pt x="2221463" y="5461704"/>
                  </a:cubicBezTo>
                  <a:cubicBezTo>
                    <a:pt x="2541923" y="5363721"/>
                    <a:pt x="2870374" y="5181404"/>
                    <a:pt x="3179339" y="5003023"/>
                  </a:cubicBezTo>
                  <a:cubicBezTo>
                    <a:pt x="3323713" y="4919760"/>
                    <a:pt x="3463978" y="4846641"/>
                    <a:pt x="3599638" y="4775996"/>
                  </a:cubicBezTo>
                  <a:cubicBezTo>
                    <a:pt x="3862436" y="4639263"/>
                    <a:pt x="4089314" y="4521074"/>
                    <a:pt x="4259765" y="4374667"/>
                  </a:cubicBezTo>
                  <a:cubicBezTo>
                    <a:pt x="4418282" y="4238625"/>
                    <a:pt x="4513201" y="4087280"/>
                    <a:pt x="4567742" y="3883732"/>
                  </a:cubicBezTo>
                  <a:cubicBezTo>
                    <a:pt x="4660420" y="3537853"/>
                    <a:pt x="4682033" y="3184640"/>
                    <a:pt x="4631929" y="2833886"/>
                  </a:cubicBezTo>
                  <a:cubicBezTo>
                    <a:pt x="4583584" y="2494734"/>
                    <a:pt x="4470646" y="2172121"/>
                    <a:pt x="4296412" y="1874932"/>
                  </a:cubicBezTo>
                  <a:cubicBezTo>
                    <a:pt x="3944879" y="1275559"/>
                    <a:pt x="3381537" y="846289"/>
                    <a:pt x="2710219" y="666410"/>
                  </a:cubicBezTo>
                  <a:cubicBezTo>
                    <a:pt x="2349955" y="569877"/>
                    <a:pt x="2030161" y="539483"/>
                    <a:pt x="1732642" y="573480"/>
                  </a:cubicBezTo>
                  <a:cubicBezTo>
                    <a:pt x="1440866" y="606814"/>
                    <a:pt x="1158880" y="703976"/>
                    <a:pt x="870621" y="870402"/>
                  </a:cubicBezTo>
                  <a:cubicBezTo>
                    <a:pt x="670160" y="986048"/>
                    <a:pt x="589753" y="1064195"/>
                    <a:pt x="537555" y="1125324"/>
                  </a:cubicBezTo>
                  <a:cubicBezTo>
                    <a:pt x="463218" y="1212400"/>
                    <a:pt x="397708" y="1330125"/>
                    <a:pt x="306995" y="1493030"/>
                  </a:cubicBezTo>
                  <a:cubicBezTo>
                    <a:pt x="234596" y="1623167"/>
                    <a:pt x="145436" y="1783409"/>
                    <a:pt x="23579" y="1977465"/>
                  </a:cubicBezTo>
                  <a:lnTo>
                    <a:pt x="0" y="2014291"/>
                  </a:lnTo>
                  <a:lnTo>
                    <a:pt x="0" y="915660"/>
                  </a:lnTo>
                  <a:lnTo>
                    <a:pt x="58609" y="828051"/>
                  </a:lnTo>
                  <a:cubicBezTo>
                    <a:pt x="177453" y="670481"/>
                    <a:pt x="325847" y="538291"/>
                    <a:pt x="590689" y="385385"/>
                  </a:cubicBezTo>
                  <a:cubicBezTo>
                    <a:pt x="1032159" y="130559"/>
                    <a:pt x="1474330" y="3750"/>
                    <a:pt x="1951394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2" name="Titel 1">
            <a:extLst>
              <a:ext uri="{FF2B5EF4-FFF2-40B4-BE49-F238E27FC236}">
                <a16:creationId xmlns:a16="http://schemas.microsoft.com/office/drawing/2014/main" id="{301A6880-E9BF-44C2-EC69-86DC8D4EFCC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134" y="1243013"/>
            <a:ext cx="3855720" cy="4371974"/>
          </a:xfrm>
        </p:spPr>
        <p:txBody>
          <a:bodyPr>
            <a:normAutofit/>
          </a:bodyPr>
          <a:lstStyle/>
          <a:p>
            <a:r>
              <a:rPr lang="de-DE" sz="3600" b="1" dirty="0">
                <a:solidFill>
                  <a:schemeClr val="accent2"/>
                </a:solidFill>
                <a:latin typeface="Orbitron" pitchFamily="2" charset="0"/>
              </a:rPr>
              <a:t>Wireframes</a:t>
            </a:r>
          </a:p>
        </p:txBody>
      </p:sp>
      <p:pic>
        <p:nvPicPr>
          <p:cNvPr id="7" name="Grafik 6" descr="Ein Bild, das Text, Elektronik, Screenshot, Software enthält.&#10;&#10;KI-generierte Inhalte können fehlerhaft sein.">
            <a:extLst>
              <a:ext uri="{FF2B5EF4-FFF2-40B4-BE49-F238E27FC236}">
                <a16:creationId xmlns:a16="http://schemas.microsoft.com/office/drawing/2014/main" id="{0F403A2C-93DF-93D3-5B80-222BDF85401E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02662" y="2630989"/>
            <a:ext cx="1728280" cy="1891830"/>
          </a:xfrm>
          <a:prstGeom prst="rect">
            <a:avLst/>
          </a:prstGeom>
          <a:noFill/>
          <a:ln>
            <a:noFill/>
          </a:ln>
          <a:effectLst>
            <a:glow rad="63500">
              <a:schemeClr val="accent6">
                <a:satMod val="175000"/>
                <a:alpha val="40000"/>
              </a:schemeClr>
            </a:glow>
          </a:effectLst>
        </p:spPr>
      </p:pic>
      <p:sp>
        <p:nvSpPr>
          <p:cNvPr id="3" name="Rechteck 2">
            <a:extLst>
              <a:ext uri="{FF2B5EF4-FFF2-40B4-BE49-F238E27FC236}">
                <a16:creationId xmlns:a16="http://schemas.microsoft.com/office/drawing/2014/main" id="{E37E6C66-F3D9-2251-6AC0-C15994879025}"/>
              </a:ext>
            </a:extLst>
          </p:cNvPr>
          <p:cNvSpPr/>
          <p:nvPr/>
        </p:nvSpPr>
        <p:spPr>
          <a:xfrm>
            <a:off x="10810984" y="0"/>
            <a:ext cx="1019991" cy="147437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4" name="Grafik 3" descr="Architektur Silhouette">
            <a:extLst>
              <a:ext uri="{FF2B5EF4-FFF2-40B4-BE49-F238E27FC236}">
                <a16:creationId xmlns:a16="http://schemas.microsoft.com/office/drawing/2014/main" id="{EDE71AEB-DAAD-6E46-D2F1-3D6A1B1C212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863779" y="508838"/>
            <a:ext cx="914400" cy="914400"/>
          </a:xfrm>
          <a:prstGeom prst="rect">
            <a:avLst/>
          </a:prstGeom>
        </p:spPr>
      </p:pic>
      <p:pic>
        <p:nvPicPr>
          <p:cNvPr id="1026" name="Picture 2">
            <a:extLst>
              <a:ext uri="{FF2B5EF4-FFF2-40B4-BE49-F238E27FC236}">
                <a16:creationId xmlns:a16="http://schemas.microsoft.com/office/drawing/2014/main" id="{E535C789-34BB-9F5C-88C3-A864A920FFB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714778" y="392924"/>
            <a:ext cx="5973760" cy="607215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00144897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4A72D08-8750-F1F9-0A42-68341B1F38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8FAE6990-31D6-D356-7F62-2D22C7CEC73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0287FCB7-C127-3724-EEE4-A3C6601E97A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800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139D1EDD-0324-B3EF-417A-DF4576A625D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21863" y="508838"/>
            <a:ext cx="5217958" cy="6239661"/>
            <a:chOff x="-19221" y="251144"/>
            <a:chExt cx="5217958" cy="6239661"/>
          </a:xfrm>
        </p:grpSpPr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25FC24BE-9106-A4DD-9938-1C75176DED9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251144"/>
              <a:ext cx="5187198" cy="6239661"/>
            </a:xfrm>
            <a:custGeom>
              <a:avLst/>
              <a:gdLst>
                <a:gd name="connsiteX0" fmla="*/ 2011811 w 5187198"/>
                <a:gd name="connsiteY0" fmla="*/ 4 h 6239661"/>
                <a:gd name="connsiteX1" fmla="*/ 2617011 w 5187198"/>
                <a:gd name="connsiteY1" fmla="*/ 70590 h 6239661"/>
                <a:gd name="connsiteX2" fmla="*/ 2690321 w 5187198"/>
                <a:gd name="connsiteY2" fmla="*/ 88146 h 6239661"/>
                <a:gd name="connsiteX3" fmla="*/ 2726863 w 5187198"/>
                <a:gd name="connsiteY3" fmla="*/ 97127 h 6239661"/>
                <a:gd name="connsiteX4" fmla="*/ 2762951 w 5187198"/>
                <a:gd name="connsiteY4" fmla="*/ 107375 h 6239661"/>
                <a:gd name="connsiteX5" fmla="*/ 2834843 w 5187198"/>
                <a:gd name="connsiteY5" fmla="*/ 128493 h 6239661"/>
                <a:gd name="connsiteX6" fmla="*/ 2906574 w 5187198"/>
                <a:gd name="connsiteY6" fmla="*/ 151076 h 6239661"/>
                <a:gd name="connsiteX7" fmla="*/ 3049504 w 5187198"/>
                <a:gd name="connsiteY7" fmla="*/ 202124 h 6239661"/>
                <a:gd name="connsiteX8" fmla="*/ 3189518 w 5187198"/>
                <a:gd name="connsiteY8" fmla="*/ 260159 h 6239661"/>
                <a:gd name="connsiteX9" fmla="*/ 3326048 w 5187198"/>
                <a:gd name="connsiteY9" fmla="*/ 325143 h 6239661"/>
                <a:gd name="connsiteX10" fmla="*/ 3459166 w 5187198"/>
                <a:gd name="connsiteY10" fmla="*/ 395936 h 6239661"/>
                <a:gd name="connsiteX11" fmla="*/ 3588578 w 5187198"/>
                <a:gd name="connsiteY11" fmla="*/ 472343 h 6239661"/>
                <a:gd name="connsiteX12" fmla="*/ 3651864 w 5187198"/>
                <a:gd name="connsiteY12" fmla="*/ 512600 h 6239661"/>
                <a:gd name="connsiteX13" fmla="*/ 3714514 w 5187198"/>
                <a:gd name="connsiteY13" fmla="*/ 553499 h 6239661"/>
                <a:gd name="connsiteX14" fmla="*/ 4181221 w 5187198"/>
                <a:gd name="connsiteY14" fmla="*/ 922912 h 6239661"/>
                <a:gd name="connsiteX15" fmla="*/ 4582963 w 5187198"/>
                <a:gd name="connsiteY15" fmla="*/ 1358264 h 6239661"/>
                <a:gd name="connsiteX16" fmla="*/ 4670721 w 5187198"/>
                <a:gd name="connsiteY16" fmla="*/ 1477644 h 6239661"/>
                <a:gd name="connsiteX17" fmla="*/ 4752378 w 5187198"/>
                <a:gd name="connsiteY17" fmla="*/ 1601187 h 6239661"/>
                <a:gd name="connsiteX18" fmla="*/ 4772168 w 5187198"/>
                <a:gd name="connsiteY18" fmla="*/ 1632456 h 6239661"/>
                <a:gd name="connsiteX19" fmla="*/ 4782117 w 5187198"/>
                <a:gd name="connsiteY19" fmla="*/ 1648104 h 6239661"/>
                <a:gd name="connsiteX20" fmla="*/ 4791381 w 5187198"/>
                <a:gd name="connsiteY20" fmla="*/ 1664150 h 6239661"/>
                <a:gd name="connsiteX21" fmla="*/ 4828190 w 5187198"/>
                <a:gd name="connsiteY21" fmla="*/ 1728379 h 6239661"/>
                <a:gd name="connsiteX22" fmla="*/ 4864832 w 5187198"/>
                <a:gd name="connsiteY22" fmla="*/ 1792796 h 6239661"/>
                <a:gd name="connsiteX23" fmla="*/ 4899201 w 5187198"/>
                <a:gd name="connsiteY23" fmla="*/ 1858342 h 6239661"/>
                <a:gd name="connsiteX24" fmla="*/ 4933266 w 5187198"/>
                <a:gd name="connsiteY24" fmla="*/ 1924155 h 6239661"/>
                <a:gd name="connsiteX25" fmla="*/ 4964403 w 5187198"/>
                <a:gd name="connsiteY25" fmla="*/ 1991384 h 6239661"/>
                <a:gd name="connsiteX26" fmla="*/ 4995019 w 5187198"/>
                <a:gd name="connsiteY26" fmla="*/ 2058823 h 6239661"/>
                <a:gd name="connsiteX27" fmla="*/ 5021999 w 5187198"/>
                <a:gd name="connsiteY27" fmla="*/ 2127723 h 6239661"/>
                <a:gd name="connsiteX28" fmla="*/ 5048321 w 5187198"/>
                <a:gd name="connsiteY28" fmla="*/ 2196908 h 6239661"/>
                <a:gd name="connsiteX29" fmla="*/ 5070546 w 5187198"/>
                <a:gd name="connsiteY29" fmla="*/ 2267547 h 6239661"/>
                <a:gd name="connsiteX30" fmla="*/ 5092171 w 5187198"/>
                <a:gd name="connsiteY30" fmla="*/ 2338256 h 6239661"/>
                <a:gd name="connsiteX31" fmla="*/ 5110305 w 5187198"/>
                <a:gd name="connsiteY31" fmla="*/ 2409886 h 6239661"/>
                <a:gd name="connsiteX32" fmla="*/ 5186393 w 5187198"/>
                <a:gd name="connsiteY32" fmla="*/ 2992022 h 6239661"/>
                <a:gd name="connsiteX33" fmla="*/ 5149045 w 5187198"/>
                <a:gd name="connsiteY33" fmla="*/ 3571816 h 6239661"/>
                <a:gd name="connsiteX34" fmla="*/ 5126572 w 5187198"/>
                <a:gd name="connsiteY34" fmla="*/ 3714520 h 6239661"/>
                <a:gd name="connsiteX35" fmla="*/ 5099067 w 5187198"/>
                <a:gd name="connsiteY35" fmla="*/ 3856108 h 6239661"/>
                <a:gd name="connsiteX36" fmla="*/ 5095699 w 5187198"/>
                <a:gd name="connsiteY36" fmla="*/ 3873868 h 6239661"/>
                <a:gd name="connsiteX37" fmla="*/ 5091573 w 5187198"/>
                <a:gd name="connsiteY37" fmla="*/ 3891426 h 6239661"/>
                <a:gd name="connsiteX38" fmla="*/ 5083324 w 5187198"/>
                <a:gd name="connsiteY38" fmla="*/ 3926541 h 6239661"/>
                <a:gd name="connsiteX39" fmla="*/ 5067256 w 5187198"/>
                <a:gd name="connsiteY39" fmla="*/ 3996889 h 6239661"/>
                <a:gd name="connsiteX40" fmla="*/ 5059194 w 5187198"/>
                <a:gd name="connsiteY40" fmla="*/ 4032171 h 6239661"/>
                <a:gd name="connsiteX41" fmla="*/ 5049522 w 5187198"/>
                <a:gd name="connsiteY41" fmla="*/ 4067833 h 6239661"/>
                <a:gd name="connsiteX42" fmla="*/ 5040067 w 5187198"/>
                <a:gd name="connsiteY42" fmla="*/ 4103553 h 6239661"/>
                <a:gd name="connsiteX43" fmla="*/ 5028960 w 5187198"/>
                <a:gd name="connsiteY43" fmla="*/ 4138946 h 6239661"/>
                <a:gd name="connsiteX44" fmla="*/ 4917351 w 5187198"/>
                <a:gd name="connsiteY44" fmla="*/ 4417041 h 6239661"/>
                <a:gd name="connsiteX45" fmla="*/ 4756163 w 5187198"/>
                <a:gd name="connsiteY45" fmla="*/ 4676402 h 6239661"/>
                <a:gd name="connsiteX46" fmla="*/ 4322493 w 5187198"/>
                <a:gd name="connsiteY46" fmla="*/ 5105604 h 6239661"/>
                <a:gd name="connsiteX47" fmla="*/ 3840510 w 5187198"/>
                <a:gd name="connsiteY47" fmla="*/ 5429590 h 6239661"/>
                <a:gd name="connsiteX48" fmla="*/ 3606447 w 5187198"/>
                <a:gd name="connsiteY48" fmla="*/ 5572862 h 6239661"/>
                <a:gd name="connsiteX49" fmla="*/ 3488814 w 5187198"/>
                <a:gd name="connsiteY49" fmla="*/ 5647178 h 6239661"/>
                <a:gd name="connsiteX50" fmla="*/ 3365864 w 5187198"/>
                <a:gd name="connsiteY50" fmla="*/ 5722735 h 6239661"/>
                <a:gd name="connsiteX51" fmla="*/ 2839486 w 5187198"/>
                <a:gd name="connsiteY51" fmla="*/ 5999120 h 6239661"/>
                <a:gd name="connsiteX52" fmla="*/ 2242423 w 5187198"/>
                <a:gd name="connsiteY52" fmla="*/ 6192346 h 6239661"/>
                <a:gd name="connsiteX53" fmla="*/ 1589380 w 5187198"/>
                <a:gd name="connsiteY53" fmla="*/ 6230657 h 6239661"/>
                <a:gd name="connsiteX54" fmla="*/ 1548244 w 5187198"/>
                <a:gd name="connsiteY54" fmla="*/ 6226706 h 6239661"/>
                <a:gd name="connsiteX55" fmla="*/ 1507348 w 5187198"/>
                <a:gd name="connsiteY55" fmla="*/ 6221428 h 6239661"/>
                <a:gd name="connsiteX56" fmla="*/ 1466401 w 5187198"/>
                <a:gd name="connsiteY56" fmla="*/ 6215904 h 6239661"/>
                <a:gd name="connsiteX57" fmla="*/ 1425773 w 5187198"/>
                <a:gd name="connsiteY57" fmla="*/ 6209191 h 6239661"/>
                <a:gd name="connsiteX58" fmla="*/ 1344960 w 5187198"/>
                <a:gd name="connsiteY58" fmla="*/ 6193681 h 6239661"/>
                <a:gd name="connsiteX59" fmla="*/ 1265007 w 5187198"/>
                <a:gd name="connsiteY59" fmla="*/ 6175388 h 6239661"/>
                <a:gd name="connsiteX60" fmla="*/ 1225415 w 5187198"/>
                <a:gd name="connsiteY60" fmla="*/ 6165243 h 6239661"/>
                <a:gd name="connsiteX61" fmla="*/ 1186567 w 5187198"/>
                <a:gd name="connsiteY61" fmla="*/ 6154486 h 6239661"/>
                <a:gd name="connsiteX62" fmla="*/ 1111158 w 5187198"/>
                <a:gd name="connsiteY62" fmla="*/ 6130918 h 6239661"/>
                <a:gd name="connsiteX63" fmla="*/ 1035915 w 5187198"/>
                <a:gd name="connsiteY63" fmla="*/ 6107163 h 6239661"/>
                <a:gd name="connsiteX64" fmla="*/ 961579 w 5187198"/>
                <a:gd name="connsiteY64" fmla="*/ 6079594 h 6239661"/>
                <a:gd name="connsiteX65" fmla="*/ 395297 w 5187198"/>
                <a:gd name="connsiteY65" fmla="*/ 5792812 h 6239661"/>
                <a:gd name="connsiteX66" fmla="*/ 265239 w 5187198"/>
                <a:gd name="connsiteY66" fmla="*/ 5701511 h 6239661"/>
                <a:gd name="connsiteX67" fmla="*/ 233756 w 5187198"/>
                <a:gd name="connsiteY67" fmla="*/ 5677542 h 6239661"/>
                <a:gd name="connsiteX68" fmla="*/ 202800 w 5187198"/>
                <a:gd name="connsiteY68" fmla="*/ 5652902 h 6239661"/>
                <a:gd name="connsiteX69" fmla="*/ 140918 w 5187198"/>
                <a:gd name="connsiteY69" fmla="*/ 5603515 h 6239661"/>
                <a:gd name="connsiteX70" fmla="*/ 110625 w 5187198"/>
                <a:gd name="connsiteY70" fmla="*/ 5578127 h 6239661"/>
                <a:gd name="connsiteX71" fmla="*/ 95631 w 5187198"/>
                <a:gd name="connsiteY71" fmla="*/ 5565299 h 6239661"/>
                <a:gd name="connsiteX72" fmla="*/ 81966 w 5187198"/>
                <a:gd name="connsiteY72" fmla="*/ 5550973 h 6239661"/>
                <a:gd name="connsiteX73" fmla="*/ 27991 w 5187198"/>
                <a:gd name="connsiteY73" fmla="*/ 5493272 h 6239661"/>
                <a:gd name="connsiteX74" fmla="*/ 1454 w 5187198"/>
                <a:gd name="connsiteY74" fmla="*/ 5464252 h 6239661"/>
                <a:gd name="connsiteX75" fmla="*/ 0 w 5187198"/>
                <a:gd name="connsiteY75" fmla="*/ 5462518 h 6239661"/>
                <a:gd name="connsiteX76" fmla="*/ 0 w 5187198"/>
                <a:gd name="connsiteY76" fmla="*/ 4720187 h 6239661"/>
                <a:gd name="connsiteX77" fmla="*/ 109684 w 5187198"/>
                <a:gd name="connsiteY77" fmla="*/ 4836724 h 6239661"/>
                <a:gd name="connsiteX78" fmla="*/ 306959 w 5187198"/>
                <a:gd name="connsiteY78" fmla="*/ 5007200 h 6239661"/>
                <a:gd name="connsiteX79" fmla="*/ 358101 w 5187198"/>
                <a:gd name="connsiteY79" fmla="*/ 5046057 h 6239661"/>
                <a:gd name="connsiteX80" fmla="*/ 383328 w 5187198"/>
                <a:gd name="connsiteY80" fmla="*/ 5065684 h 6239661"/>
                <a:gd name="connsiteX81" fmla="*/ 409503 w 5187198"/>
                <a:gd name="connsiteY81" fmla="*/ 5083942 h 6239661"/>
                <a:gd name="connsiteX82" fmla="*/ 461889 w 5187198"/>
                <a:gd name="connsiteY82" fmla="*/ 5119888 h 6239661"/>
                <a:gd name="connsiteX83" fmla="*/ 474883 w 5187198"/>
                <a:gd name="connsiteY83" fmla="*/ 5128933 h 6239661"/>
                <a:gd name="connsiteX84" fmla="*/ 486410 w 5187198"/>
                <a:gd name="connsiteY84" fmla="*/ 5139557 h 6239661"/>
                <a:gd name="connsiteX85" fmla="*/ 510852 w 5187198"/>
                <a:gd name="connsiteY85" fmla="*/ 5159089 h 6239661"/>
                <a:gd name="connsiteX86" fmla="*/ 560653 w 5187198"/>
                <a:gd name="connsiteY86" fmla="*/ 5196893 h 6239661"/>
                <a:gd name="connsiteX87" fmla="*/ 585485 w 5187198"/>
                <a:gd name="connsiteY87" fmla="*/ 5215834 h 6239661"/>
                <a:gd name="connsiteX88" fmla="*/ 610707 w 5187198"/>
                <a:gd name="connsiteY88" fmla="*/ 5234185 h 6239661"/>
                <a:gd name="connsiteX89" fmla="*/ 714768 w 5187198"/>
                <a:gd name="connsiteY89" fmla="*/ 5303103 h 6239661"/>
                <a:gd name="connsiteX90" fmla="*/ 1166634 w 5187198"/>
                <a:gd name="connsiteY90" fmla="*/ 5513322 h 6239661"/>
                <a:gd name="connsiteX91" fmla="*/ 1225991 w 5187198"/>
                <a:gd name="connsiteY91" fmla="*/ 5533632 h 6239661"/>
                <a:gd name="connsiteX92" fmla="*/ 1286680 w 5187198"/>
                <a:gd name="connsiteY92" fmla="*/ 5550705 h 6239661"/>
                <a:gd name="connsiteX93" fmla="*/ 1347310 w 5187198"/>
                <a:gd name="connsiteY93" fmla="*/ 5567995 h 6239661"/>
                <a:gd name="connsiteX94" fmla="*/ 1377002 w 5187198"/>
                <a:gd name="connsiteY94" fmla="*/ 5575719 h 6239661"/>
                <a:gd name="connsiteX95" fmla="*/ 1406328 w 5187198"/>
                <a:gd name="connsiteY95" fmla="*/ 5582649 h 6239661"/>
                <a:gd name="connsiteX96" fmla="*/ 1465060 w 5187198"/>
                <a:gd name="connsiteY96" fmla="*/ 5594909 h 6239661"/>
                <a:gd name="connsiteX97" fmla="*/ 1523881 w 5187198"/>
                <a:gd name="connsiteY97" fmla="*/ 5605105 h 6239661"/>
                <a:gd name="connsiteX98" fmla="*/ 1553325 w 5187198"/>
                <a:gd name="connsiteY98" fmla="*/ 5609865 h 6239661"/>
                <a:gd name="connsiteX99" fmla="*/ 1582813 w 5187198"/>
                <a:gd name="connsiteY99" fmla="*/ 5613593 h 6239661"/>
                <a:gd name="connsiteX100" fmla="*/ 1612301 w 5187198"/>
                <a:gd name="connsiteY100" fmla="*/ 5617321 h 6239661"/>
                <a:gd name="connsiteX101" fmla="*/ 1641863 w 5187198"/>
                <a:gd name="connsiteY101" fmla="*/ 5619910 h 6239661"/>
                <a:gd name="connsiteX102" fmla="*/ 2117508 w 5187198"/>
                <a:gd name="connsiteY102" fmla="*/ 5595156 h 6239661"/>
                <a:gd name="connsiteX103" fmla="*/ 2597368 w 5187198"/>
                <a:gd name="connsiteY103" fmla="*/ 5447381 h 6239661"/>
                <a:gd name="connsiteX104" fmla="*/ 3082968 w 5187198"/>
                <a:gd name="connsiteY104" fmla="*/ 5223245 h 6239661"/>
                <a:gd name="connsiteX105" fmla="*/ 3334855 w 5187198"/>
                <a:gd name="connsiteY105" fmla="*/ 5097383 h 6239661"/>
                <a:gd name="connsiteX106" fmla="*/ 3599509 w 5187198"/>
                <a:gd name="connsiteY106" fmla="*/ 4976217 h 6239661"/>
                <a:gd name="connsiteX107" fmla="*/ 4112002 w 5187198"/>
                <a:gd name="connsiteY107" fmla="*/ 4766359 h 6239661"/>
                <a:gd name="connsiteX108" fmla="*/ 4348983 w 5187198"/>
                <a:gd name="connsiteY108" fmla="*/ 4649833 h 6239661"/>
                <a:gd name="connsiteX109" fmla="*/ 4560505 w 5187198"/>
                <a:gd name="connsiteY109" fmla="*/ 4501564 h 6239661"/>
                <a:gd name="connsiteX110" fmla="*/ 4731963 w 5187198"/>
                <a:gd name="connsiteY110" fmla="*/ 4309870 h 6239661"/>
                <a:gd name="connsiteX111" fmla="*/ 4852344 w 5187198"/>
                <a:gd name="connsiteY111" fmla="*/ 4078640 h 6239661"/>
                <a:gd name="connsiteX112" fmla="*/ 4863972 w 5187198"/>
                <a:gd name="connsiteY112" fmla="*/ 4047790 h 6239661"/>
                <a:gd name="connsiteX113" fmla="*/ 4874144 w 5187198"/>
                <a:gd name="connsiteY113" fmla="*/ 4016320 h 6239661"/>
                <a:gd name="connsiteX114" fmla="*/ 4884127 w 5187198"/>
                <a:gd name="connsiteY114" fmla="*/ 3984682 h 6239661"/>
                <a:gd name="connsiteX115" fmla="*/ 4892800 w 5187198"/>
                <a:gd name="connsiteY115" fmla="*/ 3951883 h 6239661"/>
                <a:gd name="connsiteX116" fmla="*/ 4909526 w 5187198"/>
                <a:gd name="connsiteY116" fmla="*/ 3886001 h 6239661"/>
                <a:gd name="connsiteX117" fmla="*/ 4917687 w 5187198"/>
                <a:gd name="connsiteY117" fmla="*/ 3852948 h 6239661"/>
                <a:gd name="connsiteX118" fmla="*/ 4921768 w 5187198"/>
                <a:gd name="connsiteY118" fmla="*/ 3836422 h 6239661"/>
                <a:gd name="connsiteX119" fmla="*/ 4924845 w 5187198"/>
                <a:gd name="connsiteY119" fmla="*/ 3819742 h 6239661"/>
                <a:gd name="connsiteX120" fmla="*/ 4948230 w 5187198"/>
                <a:gd name="connsiteY120" fmla="*/ 3685744 h 6239661"/>
                <a:gd name="connsiteX121" fmla="*/ 4962782 w 5187198"/>
                <a:gd name="connsiteY121" fmla="*/ 3550540 h 6239661"/>
                <a:gd name="connsiteX122" fmla="*/ 4939468 w 5187198"/>
                <a:gd name="connsiteY122" fmla="*/ 3010249 h 6239661"/>
                <a:gd name="connsiteX123" fmla="*/ 4816901 w 5187198"/>
                <a:gd name="connsiteY123" fmla="*/ 2488224 h 6239661"/>
                <a:gd name="connsiteX124" fmla="*/ 4797005 w 5187198"/>
                <a:gd name="connsiteY124" fmla="*/ 2424470 h 6239661"/>
                <a:gd name="connsiteX125" fmla="*/ 4774433 w 5187198"/>
                <a:gd name="connsiteY125" fmla="*/ 2361620 h 6239661"/>
                <a:gd name="connsiteX126" fmla="*/ 4752459 w 5187198"/>
                <a:gd name="connsiteY126" fmla="*/ 2298700 h 6239661"/>
                <a:gd name="connsiteX127" fmla="*/ 4728083 w 5187198"/>
                <a:gd name="connsiteY127" fmla="*/ 2236526 h 6239661"/>
                <a:gd name="connsiteX128" fmla="*/ 4704471 w 5187198"/>
                <a:gd name="connsiteY128" fmla="*/ 2174095 h 6239661"/>
                <a:gd name="connsiteX129" fmla="*/ 4678399 w 5187198"/>
                <a:gd name="connsiteY129" fmla="*/ 2112626 h 6239661"/>
                <a:gd name="connsiteX130" fmla="*/ 4652601 w 5187198"/>
                <a:gd name="connsiteY130" fmla="*/ 2050999 h 6239661"/>
                <a:gd name="connsiteX131" fmla="*/ 4624205 w 5187198"/>
                <a:gd name="connsiteY131" fmla="*/ 1990415 h 6239661"/>
                <a:gd name="connsiteX132" fmla="*/ 4595398 w 5187198"/>
                <a:gd name="connsiteY132" fmla="*/ 1930069 h 6239661"/>
                <a:gd name="connsiteX133" fmla="*/ 4563827 w 5187198"/>
                <a:gd name="connsiteY133" fmla="*/ 1870952 h 6239661"/>
                <a:gd name="connsiteX134" fmla="*/ 4531433 w 5187198"/>
                <a:gd name="connsiteY134" fmla="*/ 1812311 h 6239661"/>
                <a:gd name="connsiteX135" fmla="*/ 4523315 w 5187198"/>
                <a:gd name="connsiteY135" fmla="*/ 1797616 h 6239661"/>
                <a:gd name="connsiteX136" fmla="*/ 4514482 w 5187198"/>
                <a:gd name="connsiteY136" fmla="*/ 1783425 h 6239661"/>
                <a:gd name="connsiteX137" fmla="*/ 4496845 w 5187198"/>
                <a:gd name="connsiteY137" fmla="*/ 1754936 h 6239661"/>
                <a:gd name="connsiteX138" fmla="*/ 4461463 w 5187198"/>
                <a:gd name="connsiteY138" fmla="*/ 1697929 h 6239661"/>
                <a:gd name="connsiteX139" fmla="*/ 4452660 w 5187198"/>
                <a:gd name="connsiteY139" fmla="*/ 1683629 h 6239661"/>
                <a:gd name="connsiteX140" fmla="*/ 4443141 w 5187198"/>
                <a:gd name="connsiteY140" fmla="*/ 1669834 h 6239661"/>
                <a:gd name="connsiteX141" fmla="*/ 4424241 w 5187198"/>
                <a:gd name="connsiteY141" fmla="*/ 1642166 h 6239661"/>
                <a:gd name="connsiteX142" fmla="*/ 4346886 w 5187198"/>
                <a:gd name="connsiteY142" fmla="*/ 1532412 h 6239661"/>
                <a:gd name="connsiteX143" fmla="*/ 3985497 w 5187198"/>
                <a:gd name="connsiteY143" fmla="*/ 1134649 h 6239661"/>
                <a:gd name="connsiteX144" fmla="*/ 3545665 w 5187198"/>
                <a:gd name="connsiteY144" fmla="*/ 825877 h 6239661"/>
                <a:gd name="connsiteX145" fmla="*/ 3486190 w 5187198"/>
                <a:gd name="connsiteY145" fmla="*/ 794756 h 6239661"/>
                <a:gd name="connsiteX146" fmla="*/ 3426182 w 5187198"/>
                <a:gd name="connsiteY146" fmla="*/ 764765 h 6239661"/>
                <a:gd name="connsiteX147" fmla="*/ 3365044 w 5187198"/>
                <a:gd name="connsiteY147" fmla="*/ 737255 h 6239661"/>
                <a:gd name="connsiteX148" fmla="*/ 3334529 w 5187198"/>
                <a:gd name="connsiteY148" fmla="*/ 723514 h 6239661"/>
                <a:gd name="connsiteX149" fmla="*/ 3303733 w 5187198"/>
                <a:gd name="connsiteY149" fmla="*/ 710395 h 6239661"/>
                <a:gd name="connsiteX150" fmla="*/ 3179033 w 5187198"/>
                <a:gd name="connsiteY150" fmla="*/ 662259 h 6239661"/>
                <a:gd name="connsiteX151" fmla="*/ 3052408 w 5187198"/>
                <a:gd name="connsiteY151" fmla="*/ 620447 h 6239661"/>
                <a:gd name="connsiteX152" fmla="*/ 2924325 w 5187198"/>
                <a:gd name="connsiteY152" fmla="*/ 584505 h 6239661"/>
                <a:gd name="connsiteX153" fmla="*/ 2859667 w 5187198"/>
                <a:gd name="connsiteY153" fmla="*/ 569266 h 6239661"/>
                <a:gd name="connsiteX154" fmla="*/ 2795226 w 5187198"/>
                <a:gd name="connsiteY154" fmla="*/ 554085 h 6239661"/>
                <a:gd name="connsiteX155" fmla="*/ 2729702 w 5187198"/>
                <a:gd name="connsiteY155" fmla="*/ 540354 h 6239661"/>
                <a:gd name="connsiteX156" fmla="*/ 2663758 w 5187198"/>
                <a:gd name="connsiteY156" fmla="*/ 527322 h 6239661"/>
                <a:gd name="connsiteX157" fmla="*/ 2630927 w 5187198"/>
                <a:gd name="connsiteY157" fmla="*/ 520495 h 6239661"/>
                <a:gd name="connsiteX158" fmla="*/ 2597965 w 5187198"/>
                <a:gd name="connsiteY158" fmla="*/ 515024 h 6239661"/>
                <a:gd name="connsiteX159" fmla="*/ 2532205 w 5187198"/>
                <a:gd name="connsiteY159" fmla="*/ 503895 h 6239661"/>
                <a:gd name="connsiteX160" fmla="*/ 2010064 w 5187198"/>
                <a:gd name="connsiteY160" fmla="*/ 452552 h 6239661"/>
                <a:gd name="connsiteX161" fmla="*/ 1494552 w 5187198"/>
                <a:gd name="connsiteY161" fmla="*/ 485055 h 6239661"/>
                <a:gd name="connsiteX162" fmla="*/ 1366896 w 5187198"/>
                <a:gd name="connsiteY162" fmla="*/ 509389 h 6239661"/>
                <a:gd name="connsiteX163" fmla="*/ 1240175 w 5187198"/>
                <a:gd name="connsiteY163" fmla="*/ 541045 h 6239661"/>
                <a:gd name="connsiteX164" fmla="*/ 1177438 w 5187198"/>
                <a:gd name="connsiteY164" fmla="*/ 560170 h 6239661"/>
                <a:gd name="connsiteX165" fmla="*/ 1145987 w 5187198"/>
                <a:gd name="connsiteY165" fmla="*/ 569826 h 6239661"/>
                <a:gd name="connsiteX166" fmla="*/ 1130315 w 5187198"/>
                <a:gd name="connsiteY166" fmla="*/ 574669 h 6239661"/>
                <a:gd name="connsiteX167" fmla="*/ 1114873 w 5187198"/>
                <a:gd name="connsiteY167" fmla="*/ 580384 h 6239661"/>
                <a:gd name="connsiteX168" fmla="*/ 1052839 w 5187198"/>
                <a:gd name="connsiteY168" fmla="*/ 602943 h 6239661"/>
                <a:gd name="connsiteX169" fmla="*/ 991135 w 5187198"/>
                <a:gd name="connsiteY169" fmla="*/ 626866 h 6239661"/>
                <a:gd name="connsiteX170" fmla="*/ 930179 w 5187198"/>
                <a:gd name="connsiteY170" fmla="*/ 653191 h 6239661"/>
                <a:gd name="connsiteX171" fmla="*/ 869768 w 5187198"/>
                <a:gd name="connsiteY171" fmla="*/ 680937 h 6239661"/>
                <a:gd name="connsiteX172" fmla="*/ 810085 w 5187198"/>
                <a:gd name="connsiteY172" fmla="*/ 710734 h 6239661"/>
                <a:gd name="connsiteX173" fmla="*/ 751220 w 5187198"/>
                <a:gd name="connsiteY173" fmla="*/ 741794 h 6239661"/>
                <a:gd name="connsiteX174" fmla="*/ 532669 w 5187198"/>
                <a:gd name="connsiteY174" fmla="*/ 881688 h 6239661"/>
                <a:gd name="connsiteX175" fmla="*/ 354185 w 5187198"/>
                <a:gd name="connsiteY175" fmla="*/ 1050286 h 6239661"/>
                <a:gd name="connsiteX176" fmla="*/ 315980 w 5187198"/>
                <a:gd name="connsiteY176" fmla="*/ 1098125 h 6239661"/>
                <a:gd name="connsiteX177" fmla="*/ 280345 w 5187198"/>
                <a:gd name="connsiteY177" fmla="*/ 1149782 h 6239661"/>
                <a:gd name="connsiteX178" fmla="*/ 245890 w 5187198"/>
                <a:gd name="connsiteY178" fmla="*/ 1203959 h 6239661"/>
                <a:gd name="connsiteX179" fmla="*/ 212162 w 5187198"/>
                <a:gd name="connsiteY179" fmla="*/ 1260184 h 6239661"/>
                <a:gd name="connsiteX180" fmla="*/ 80716 w 5187198"/>
                <a:gd name="connsiteY180" fmla="*/ 1502476 h 6239661"/>
                <a:gd name="connsiteX181" fmla="*/ 0 w 5187198"/>
                <a:gd name="connsiteY181" fmla="*/ 1648841 h 6239661"/>
                <a:gd name="connsiteX182" fmla="*/ 0 w 5187198"/>
                <a:gd name="connsiteY182" fmla="*/ 954863 h 6239661"/>
                <a:gd name="connsiteX183" fmla="*/ 43491 w 5187198"/>
                <a:gd name="connsiteY183" fmla="*/ 895513 h 6239661"/>
                <a:gd name="connsiteX184" fmla="*/ 93923 w 5187198"/>
                <a:gd name="connsiteY184" fmla="*/ 834489 h 6239661"/>
                <a:gd name="connsiteX185" fmla="*/ 323465 w 5187198"/>
                <a:gd name="connsiteY185" fmla="*/ 617671 h 6239661"/>
                <a:gd name="connsiteX186" fmla="*/ 574777 w 5187198"/>
                <a:gd name="connsiteY186" fmla="*/ 446794 h 6239661"/>
                <a:gd name="connsiteX187" fmla="*/ 638943 w 5187198"/>
                <a:gd name="connsiteY187" fmla="*/ 408925 h 6239661"/>
                <a:gd name="connsiteX188" fmla="*/ 703505 w 5187198"/>
                <a:gd name="connsiteY188" fmla="*/ 371742 h 6239661"/>
                <a:gd name="connsiteX189" fmla="*/ 769262 w 5187198"/>
                <a:gd name="connsiteY189" fmla="*/ 336154 h 6239661"/>
                <a:gd name="connsiteX190" fmla="*/ 835552 w 5187198"/>
                <a:gd name="connsiteY190" fmla="*/ 301173 h 6239661"/>
                <a:gd name="connsiteX191" fmla="*/ 902979 w 5187198"/>
                <a:gd name="connsiteY191" fmla="*/ 268004 h 6239661"/>
                <a:gd name="connsiteX192" fmla="*/ 971127 w 5187198"/>
                <a:gd name="connsiteY192" fmla="*/ 235607 h 6239661"/>
                <a:gd name="connsiteX193" fmla="*/ 988238 w 5187198"/>
                <a:gd name="connsiteY193" fmla="*/ 227556 h 6239661"/>
                <a:gd name="connsiteX194" fmla="*/ 1005744 w 5187198"/>
                <a:gd name="connsiteY194" fmla="*/ 220191 h 6239661"/>
                <a:gd name="connsiteX195" fmla="*/ 1040729 w 5187198"/>
                <a:gd name="connsiteY195" fmla="*/ 205569 h 6239661"/>
                <a:gd name="connsiteX196" fmla="*/ 1110835 w 5187198"/>
                <a:gd name="connsiteY196" fmla="*/ 176248 h 6239661"/>
                <a:gd name="connsiteX197" fmla="*/ 1254256 w 5187198"/>
                <a:gd name="connsiteY197" fmla="*/ 123796 h 6239661"/>
                <a:gd name="connsiteX198" fmla="*/ 1401310 w 5187198"/>
                <a:gd name="connsiteY198" fmla="*/ 79852 h 6239661"/>
                <a:gd name="connsiteX199" fmla="*/ 2011811 w 5187198"/>
                <a:gd name="connsiteY199" fmla="*/ 4 h 62396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</a:cxnLst>
              <a:rect l="l" t="t" r="r" b="b"/>
              <a:pathLst>
                <a:path w="5187198" h="6239661">
                  <a:moveTo>
                    <a:pt x="2011811" y="4"/>
                  </a:moveTo>
                  <a:cubicBezTo>
                    <a:pt x="2217306" y="120"/>
                    <a:pt x="2420903" y="25925"/>
                    <a:pt x="2617011" y="70590"/>
                  </a:cubicBezTo>
                  <a:lnTo>
                    <a:pt x="2690321" y="88146"/>
                  </a:lnTo>
                  <a:lnTo>
                    <a:pt x="2726863" y="97127"/>
                  </a:lnTo>
                  <a:lnTo>
                    <a:pt x="2762951" y="107375"/>
                  </a:lnTo>
                  <a:lnTo>
                    <a:pt x="2834843" y="128493"/>
                  </a:lnTo>
                  <a:cubicBezTo>
                    <a:pt x="2858788" y="135605"/>
                    <a:pt x="2882632" y="142226"/>
                    <a:pt x="2906574" y="151076"/>
                  </a:cubicBezTo>
                  <a:cubicBezTo>
                    <a:pt x="2954475" y="167852"/>
                    <a:pt x="3002363" y="183813"/>
                    <a:pt x="3049504" y="202124"/>
                  </a:cubicBezTo>
                  <a:lnTo>
                    <a:pt x="3189518" y="260159"/>
                  </a:lnTo>
                  <a:lnTo>
                    <a:pt x="3326048" y="325143"/>
                  </a:lnTo>
                  <a:cubicBezTo>
                    <a:pt x="3370687" y="348464"/>
                    <a:pt x="3414908" y="372485"/>
                    <a:pt x="3459166" y="395936"/>
                  </a:cubicBezTo>
                  <a:cubicBezTo>
                    <a:pt x="3502947" y="420302"/>
                    <a:pt x="3545491" y="447118"/>
                    <a:pt x="3588578" y="472343"/>
                  </a:cubicBezTo>
                  <a:cubicBezTo>
                    <a:pt x="3610346" y="484551"/>
                    <a:pt x="3630797" y="499072"/>
                    <a:pt x="3651864" y="512600"/>
                  </a:cubicBezTo>
                  <a:lnTo>
                    <a:pt x="3714514" y="553499"/>
                  </a:lnTo>
                  <a:cubicBezTo>
                    <a:pt x="3880005" y="664844"/>
                    <a:pt x="4036083" y="788388"/>
                    <a:pt x="4181221" y="922912"/>
                  </a:cubicBezTo>
                  <a:cubicBezTo>
                    <a:pt x="4326221" y="1057515"/>
                    <a:pt x="4461955" y="1202038"/>
                    <a:pt x="4582963" y="1358264"/>
                  </a:cubicBezTo>
                  <a:cubicBezTo>
                    <a:pt x="4614206" y="1396543"/>
                    <a:pt x="4642091" y="1437400"/>
                    <a:pt x="4670721" y="1477644"/>
                  </a:cubicBezTo>
                  <a:cubicBezTo>
                    <a:pt x="4700172" y="1517414"/>
                    <a:pt x="4725864" y="1559538"/>
                    <a:pt x="4752378" y="1601187"/>
                  </a:cubicBezTo>
                  <a:lnTo>
                    <a:pt x="4772168" y="1632456"/>
                  </a:lnTo>
                  <a:lnTo>
                    <a:pt x="4782117" y="1648104"/>
                  </a:lnTo>
                  <a:lnTo>
                    <a:pt x="4791381" y="1664150"/>
                  </a:lnTo>
                  <a:lnTo>
                    <a:pt x="4828190" y="1728379"/>
                  </a:lnTo>
                  <a:cubicBezTo>
                    <a:pt x="4840266" y="1749930"/>
                    <a:pt x="4853470" y="1770740"/>
                    <a:pt x="4864832" y="1792796"/>
                  </a:cubicBezTo>
                  <a:lnTo>
                    <a:pt x="4899201" y="1858342"/>
                  </a:lnTo>
                  <a:cubicBezTo>
                    <a:pt x="4910484" y="1880260"/>
                    <a:pt x="4922532" y="1901920"/>
                    <a:pt x="4933266" y="1924155"/>
                  </a:cubicBezTo>
                  <a:lnTo>
                    <a:pt x="4964403" y="1991384"/>
                  </a:lnTo>
                  <a:cubicBezTo>
                    <a:pt x="4974618" y="2013829"/>
                    <a:pt x="4985323" y="2036171"/>
                    <a:pt x="4995019" y="2058823"/>
                  </a:cubicBezTo>
                  <a:lnTo>
                    <a:pt x="5021999" y="2127723"/>
                  </a:lnTo>
                  <a:lnTo>
                    <a:pt x="5048321" y="2196908"/>
                  </a:lnTo>
                  <a:lnTo>
                    <a:pt x="5070546" y="2267547"/>
                  </a:lnTo>
                  <a:cubicBezTo>
                    <a:pt x="5078054" y="2291004"/>
                    <a:pt x="5085044" y="2314670"/>
                    <a:pt x="5092171" y="2338256"/>
                  </a:cubicBezTo>
                  <a:cubicBezTo>
                    <a:pt x="5098670" y="2362023"/>
                    <a:pt x="5104296" y="2386019"/>
                    <a:pt x="5110305" y="2409886"/>
                  </a:cubicBezTo>
                  <a:cubicBezTo>
                    <a:pt x="5158097" y="2600976"/>
                    <a:pt x="5182068" y="2797044"/>
                    <a:pt x="5186393" y="2992022"/>
                  </a:cubicBezTo>
                  <a:cubicBezTo>
                    <a:pt x="5191013" y="3187195"/>
                    <a:pt x="5175397" y="3380886"/>
                    <a:pt x="5149045" y="3571816"/>
                  </a:cubicBezTo>
                  <a:cubicBezTo>
                    <a:pt x="5141154" y="3619431"/>
                    <a:pt x="5133539" y="3666889"/>
                    <a:pt x="5126572" y="3714520"/>
                  </a:cubicBezTo>
                  <a:cubicBezTo>
                    <a:pt x="5117276" y="3761759"/>
                    <a:pt x="5107793" y="3808831"/>
                    <a:pt x="5099067" y="3856108"/>
                  </a:cubicBezTo>
                  <a:lnTo>
                    <a:pt x="5095699" y="3873868"/>
                  </a:lnTo>
                  <a:lnTo>
                    <a:pt x="5091573" y="3891426"/>
                  </a:lnTo>
                  <a:lnTo>
                    <a:pt x="5083324" y="3926541"/>
                  </a:lnTo>
                  <a:lnTo>
                    <a:pt x="5067256" y="3996889"/>
                  </a:lnTo>
                  <a:cubicBezTo>
                    <a:pt x="5064451" y="4008657"/>
                    <a:pt x="5062244" y="4020353"/>
                    <a:pt x="5059194" y="4032171"/>
                  </a:cubicBezTo>
                  <a:lnTo>
                    <a:pt x="5049522" y="4067833"/>
                  </a:lnTo>
                  <a:lnTo>
                    <a:pt x="5040067" y="4103553"/>
                  </a:lnTo>
                  <a:cubicBezTo>
                    <a:pt x="5036554" y="4115363"/>
                    <a:pt x="5032689" y="4127194"/>
                    <a:pt x="5028960" y="4138946"/>
                  </a:cubicBezTo>
                  <a:cubicBezTo>
                    <a:pt x="4999693" y="4233462"/>
                    <a:pt x="4962869" y="4326764"/>
                    <a:pt x="4917351" y="4417041"/>
                  </a:cubicBezTo>
                  <a:cubicBezTo>
                    <a:pt x="4871860" y="4507209"/>
                    <a:pt x="4817597" y="4594215"/>
                    <a:pt x="4756163" y="4676402"/>
                  </a:cubicBezTo>
                  <a:cubicBezTo>
                    <a:pt x="4632803" y="4840875"/>
                    <a:pt x="4480597" y="4982783"/>
                    <a:pt x="4322493" y="5105604"/>
                  </a:cubicBezTo>
                  <a:cubicBezTo>
                    <a:pt x="4163928" y="5228420"/>
                    <a:pt x="3999564" y="5332640"/>
                    <a:pt x="3840510" y="5429590"/>
                  </a:cubicBezTo>
                  <a:cubicBezTo>
                    <a:pt x="3760954" y="5478172"/>
                    <a:pt x="3682353" y="5524924"/>
                    <a:pt x="3606447" y="5572862"/>
                  </a:cubicBezTo>
                  <a:lnTo>
                    <a:pt x="3488814" y="5647178"/>
                  </a:lnTo>
                  <a:cubicBezTo>
                    <a:pt x="3448270" y="5672597"/>
                    <a:pt x="3407323" y="5697792"/>
                    <a:pt x="3365864" y="5722735"/>
                  </a:cubicBezTo>
                  <a:cubicBezTo>
                    <a:pt x="3200163" y="5822424"/>
                    <a:pt x="3026125" y="5917328"/>
                    <a:pt x="2839486" y="5999120"/>
                  </a:cubicBezTo>
                  <a:cubicBezTo>
                    <a:pt x="2653201" y="6080891"/>
                    <a:pt x="2453560" y="6149344"/>
                    <a:pt x="2242423" y="6192346"/>
                  </a:cubicBezTo>
                  <a:cubicBezTo>
                    <a:pt x="2031719" y="6235463"/>
                    <a:pt x="1808952" y="6251353"/>
                    <a:pt x="1589380" y="6230657"/>
                  </a:cubicBezTo>
                  <a:lnTo>
                    <a:pt x="1548244" y="6226706"/>
                  </a:lnTo>
                  <a:cubicBezTo>
                    <a:pt x="1534528" y="6225117"/>
                    <a:pt x="1520898" y="6223203"/>
                    <a:pt x="1507348" y="6221428"/>
                  </a:cubicBezTo>
                  <a:lnTo>
                    <a:pt x="1466401" y="6215904"/>
                  </a:lnTo>
                  <a:cubicBezTo>
                    <a:pt x="1452772" y="6213991"/>
                    <a:pt x="1439316" y="6211428"/>
                    <a:pt x="1425773" y="6209191"/>
                  </a:cubicBezTo>
                  <a:cubicBezTo>
                    <a:pt x="1398775" y="6204391"/>
                    <a:pt x="1371610" y="6199779"/>
                    <a:pt x="1344960" y="6193681"/>
                  </a:cubicBezTo>
                  <a:cubicBezTo>
                    <a:pt x="1318251" y="6187799"/>
                    <a:pt x="1291260" y="6182538"/>
                    <a:pt x="1265007" y="6175388"/>
                  </a:cubicBezTo>
                  <a:lnTo>
                    <a:pt x="1225415" y="6165243"/>
                  </a:lnTo>
                  <a:cubicBezTo>
                    <a:pt x="1212163" y="6161924"/>
                    <a:pt x="1198939" y="6158496"/>
                    <a:pt x="1186567" y="6154486"/>
                  </a:cubicBezTo>
                  <a:lnTo>
                    <a:pt x="1111158" y="6130918"/>
                  </a:lnTo>
                  <a:lnTo>
                    <a:pt x="1035915" y="6107163"/>
                  </a:lnTo>
                  <a:cubicBezTo>
                    <a:pt x="1010846" y="6099055"/>
                    <a:pt x="986357" y="6088784"/>
                    <a:pt x="961579" y="6079594"/>
                  </a:cubicBezTo>
                  <a:cubicBezTo>
                    <a:pt x="763709" y="6005594"/>
                    <a:pt x="572401" y="5909703"/>
                    <a:pt x="395297" y="5792812"/>
                  </a:cubicBezTo>
                  <a:lnTo>
                    <a:pt x="265239" y="5701511"/>
                  </a:lnTo>
                  <a:cubicBezTo>
                    <a:pt x="254227" y="5694155"/>
                    <a:pt x="244103" y="5685646"/>
                    <a:pt x="233756" y="5677542"/>
                  </a:cubicBezTo>
                  <a:lnTo>
                    <a:pt x="202800" y="5652902"/>
                  </a:lnTo>
                  <a:lnTo>
                    <a:pt x="140918" y="5603515"/>
                  </a:lnTo>
                  <a:cubicBezTo>
                    <a:pt x="130598" y="5595302"/>
                    <a:pt x="120280" y="5587089"/>
                    <a:pt x="110625" y="5578127"/>
                  </a:cubicBezTo>
                  <a:cubicBezTo>
                    <a:pt x="105647" y="5573779"/>
                    <a:pt x="100444" y="5569834"/>
                    <a:pt x="95631" y="5565299"/>
                  </a:cubicBezTo>
                  <a:cubicBezTo>
                    <a:pt x="90955" y="5560684"/>
                    <a:pt x="86505" y="5555666"/>
                    <a:pt x="81966" y="5550973"/>
                  </a:cubicBezTo>
                  <a:lnTo>
                    <a:pt x="27991" y="5493272"/>
                  </a:lnTo>
                  <a:cubicBezTo>
                    <a:pt x="19109" y="5483589"/>
                    <a:pt x="9758" y="5474359"/>
                    <a:pt x="1454" y="5464252"/>
                  </a:cubicBezTo>
                  <a:lnTo>
                    <a:pt x="0" y="5462518"/>
                  </a:lnTo>
                  <a:lnTo>
                    <a:pt x="0" y="4720187"/>
                  </a:lnTo>
                  <a:lnTo>
                    <a:pt x="109684" y="4836724"/>
                  </a:lnTo>
                  <a:cubicBezTo>
                    <a:pt x="173316" y="4897375"/>
                    <a:pt x="239447" y="4954160"/>
                    <a:pt x="306959" y="5007200"/>
                  </a:cubicBezTo>
                  <a:lnTo>
                    <a:pt x="358101" y="5046057"/>
                  </a:lnTo>
                  <a:lnTo>
                    <a:pt x="383328" y="5065684"/>
                  </a:lnTo>
                  <a:cubicBezTo>
                    <a:pt x="391637" y="5072316"/>
                    <a:pt x="400805" y="5077902"/>
                    <a:pt x="409503" y="5083942"/>
                  </a:cubicBezTo>
                  <a:lnTo>
                    <a:pt x="461889" y="5119888"/>
                  </a:lnTo>
                  <a:cubicBezTo>
                    <a:pt x="466184" y="5122893"/>
                    <a:pt x="470616" y="5125820"/>
                    <a:pt x="474883" y="5128933"/>
                  </a:cubicBezTo>
                  <a:cubicBezTo>
                    <a:pt x="478982" y="5132235"/>
                    <a:pt x="482476" y="5136069"/>
                    <a:pt x="486410" y="5139557"/>
                  </a:cubicBezTo>
                  <a:cubicBezTo>
                    <a:pt x="494140" y="5146613"/>
                    <a:pt x="502565" y="5152812"/>
                    <a:pt x="510852" y="5159089"/>
                  </a:cubicBezTo>
                  <a:lnTo>
                    <a:pt x="560653" y="5196893"/>
                  </a:lnTo>
                  <a:lnTo>
                    <a:pt x="585485" y="5215834"/>
                  </a:lnTo>
                  <a:cubicBezTo>
                    <a:pt x="593773" y="5222111"/>
                    <a:pt x="601864" y="5228685"/>
                    <a:pt x="610707" y="5234185"/>
                  </a:cubicBezTo>
                  <a:lnTo>
                    <a:pt x="714768" y="5303103"/>
                  </a:lnTo>
                  <a:cubicBezTo>
                    <a:pt x="856162" y="5390603"/>
                    <a:pt x="1008099" y="5459947"/>
                    <a:pt x="1166634" y="5513322"/>
                  </a:cubicBezTo>
                  <a:cubicBezTo>
                    <a:pt x="1186540" y="5519932"/>
                    <a:pt x="1205774" y="5527751"/>
                    <a:pt x="1225991" y="5533632"/>
                  </a:cubicBezTo>
                  <a:lnTo>
                    <a:pt x="1286680" y="5550705"/>
                  </a:lnTo>
                  <a:lnTo>
                    <a:pt x="1347310" y="5567995"/>
                  </a:lnTo>
                  <a:cubicBezTo>
                    <a:pt x="1357469" y="5571180"/>
                    <a:pt x="1367261" y="5573572"/>
                    <a:pt x="1377002" y="5575719"/>
                  </a:cubicBezTo>
                  <a:lnTo>
                    <a:pt x="1406328" y="5582649"/>
                  </a:lnTo>
                  <a:cubicBezTo>
                    <a:pt x="1425825" y="5587757"/>
                    <a:pt x="1445490" y="5590939"/>
                    <a:pt x="1465060" y="5594909"/>
                  </a:cubicBezTo>
                  <a:cubicBezTo>
                    <a:pt x="1484652" y="5599231"/>
                    <a:pt x="1504324" y="5601952"/>
                    <a:pt x="1523881" y="5605105"/>
                  </a:cubicBezTo>
                  <a:cubicBezTo>
                    <a:pt x="1533660" y="5606682"/>
                    <a:pt x="1543460" y="5608613"/>
                    <a:pt x="1553325" y="5609865"/>
                  </a:cubicBezTo>
                  <a:lnTo>
                    <a:pt x="1582813" y="5613593"/>
                  </a:lnTo>
                  <a:lnTo>
                    <a:pt x="1612301" y="5617321"/>
                  </a:lnTo>
                  <a:lnTo>
                    <a:pt x="1641863" y="5619910"/>
                  </a:lnTo>
                  <a:cubicBezTo>
                    <a:pt x="1799348" y="5633940"/>
                    <a:pt x="1957913" y="5625770"/>
                    <a:pt x="2117508" y="5595156"/>
                  </a:cubicBezTo>
                  <a:cubicBezTo>
                    <a:pt x="2277124" y="5564895"/>
                    <a:pt x="2437004" y="5512449"/>
                    <a:pt x="2597368" y="5447381"/>
                  </a:cubicBezTo>
                  <a:cubicBezTo>
                    <a:pt x="2757791" y="5382096"/>
                    <a:pt x="2918855" y="5304464"/>
                    <a:pt x="3082968" y="5223245"/>
                  </a:cubicBezTo>
                  <a:lnTo>
                    <a:pt x="3334855" y="5097383"/>
                  </a:lnTo>
                  <a:cubicBezTo>
                    <a:pt x="3423528" y="5054142"/>
                    <a:pt x="3511773" y="5013798"/>
                    <a:pt x="3599509" y="4976217"/>
                  </a:cubicBezTo>
                  <a:cubicBezTo>
                    <a:pt x="3774960" y="4900701"/>
                    <a:pt x="3948276" y="4837481"/>
                    <a:pt x="4112002" y="4766359"/>
                  </a:cubicBezTo>
                  <a:cubicBezTo>
                    <a:pt x="4193972" y="4730827"/>
                    <a:pt x="4273429" y="4692997"/>
                    <a:pt x="4348983" y="4649833"/>
                  </a:cubicBezTo>
                  <a:cubicBezTo>
                    <a:pt x="4424508" y="4606778"/>
                    <a:pt x="4496050" y="4558250"/>
                    <a:pt x="4560505" y="4501564"/>
                  </a:cubicBezTo>
                  <a:cubicBezTo>
                    <a:pt x="4625198" y="4445289"/>
                    <a:pt x="4682991" y="4381021"/>
                    <a:pt x="4731963" y="4309870"/>
                  </a:cubicBezTo>
                  <a:cubicBezTo>
                    <a:pt x="4781043" y="4238747"/>
                    <a:pt x="4821275" y="4160848"/>
                    <a:pt x="4852344" y="4078640"/>
                  </a:cubicBezTo>
                  <a:lnTo>
                    <a:pt x="4863972" y="4047790"/>
                  </a:lnTo>
                  <a:lnTo>
                    <a:pt x="4874144" y="4016320"/>
                  </a:lnTo>
                  <a:lnTo>
                    <a:pt x="4884127" y="3984682"/>
                  </a:lnTo>
                  <a:cubicBezTo>
                    <a:pt x="4887242" y="3973925"/>
                    <a:pt x="4889981" y="3962835"/>
                    <a:pt x="4892800" y="3951883"/>
                  </a:cubicBezTo>
                  <a:lnTo>
                    <a:pt x="4909526" y="3886001"/>
                  </a:lnTo>
                  <a:lnTo>
                    <a:pt x="4917687" y="3852948"/>
                  </a:lnTo>
                  <a:lnTo>
                    <a:pt x="4921768" y="3836422"/>
                  </a:lnTo>
                  <a:lnTo>
                    <a:pt x="4924845" y="3819742"/>
                  </a:lnTo>
                  <a:cubicBezTo>
                    <a:pt x="4933092" y="3775120"/>
                    <a:pt x="4941231" y="3730469"/>
                    <a:pt x="4948230" y="3685744"/>
                  </a:cubicBezTo>
                  <a:cubicBezTo>
                    <a:pt x="4953579" y="3640694"/>
                    <a:pt x="4958249" y="3595577"/>
                    <a:pt x="4962782" y="3550540"/>
                  </a:cubicBezTo>
                  <a:cubicBezTo>
                    <a:pt x="4976580" y="3369692"/>
                    <a:pt x="4965812" y="3187942"/>
                    <a:pt x="4939468" y="3010249"/>
                  </a:cubicBezTo>
                  <a:cubicBezTo>
                    <a:pt x="4912965" y="2832281"/>
                    <a:pt x="4870237" y="2658196"/>
                    <a:pt x="4816901" y="2488224"/>
                  </a:cubicBezTo>
                  <a:cubicBezTo>
                    <a:pt x="4810197" y="2466954"/>
                    <a:pt x="4803984" y="2445582"/>
                    <a:pt x="4797005" y="2424470"/>
                  </a:cubicBezTo>
                  <a:cubicBezTo>
                    <a:pt x="4789399" y="2403537"/>
                    <a:pt x="4781686" y="2382574"/>
                    <a:pt x="4774433" y="2361620"/>
                  </a:cubicBezTo>
                  <a:lnTo>
                    <a:pt x="4752459" y="2298700"/>
                  </a:lnTo>
                  <a:lnTo>
                    <a:pt x="4728083" y="2236526"/>
                  </a:lnTo>
                  <a:cubicBezTo>
                    <a:pt x="4719957" y="2215802"/>
                    <a:pt x="4712352" y="2194869"/>
                    <a:pt x="4704471" y="2174095"/>
                  </a:cubicBezTo>
                  <a:lnTo>
                    <a:pt x="4678399" y="2112626"/>
                  </a:lnTo>
                  <a:lnTo>
                    <a:pt x="4652601" y="2050999"/>
                  </a:lnTo>
                  <a:cubicBezTo>
                    <a:pt x="4643711" y="2030533"/>
                    <a:pt x="4633616" y="2010672"/>
                    <a:pt x="4624205" y="1990415"/>
                  </a:cubicBezTo>
                  <a:lnTo>
                    <a:pt x="4595398" y="1930069"/>
                  </a:lnTo>
                  <a:cubicBezTo>
                    <a:pt x="4585714" y="1909969"/>
                    <a:pt x="4574413" y="1890713"/>
                    <a:pt x="4563827" y="1870952"/>
                  </a:cubicBezTo>
                  <a:lnTo>
                    <a:pt x="4531433" y="1812311"/>
                  </a:lnTo>
                  <a:lnTo>
                    <a:pt x="4523315" y="1797616"/>
                  </a:lnTo>
                  <a:lnTo>
                    <a:pt x="4514482" y="1783425"/>
                  </a:lnTo>
                  <a:lnTo>
                    <a:pt x="4496845" y="1754936"/>
                  </a:lnTo>
                  <a:lnTo>
                    <a:pt x="4461463" y="1697929"/>
                  </a:lnTo>
                  <a:lnTo>
                    <a:pt x="4452660" y="1683629"/>
                  </a:lnTo>
                  <a:lnTo>
                    <a:pt x="4443141" y="1669834"/>
                  </a:lnTo>
                  <a:lnTo>
                    <a:pt x="4424241" y="1642166"/>
                  </a:lnTo>
                  <a:cubicBezTo>
                    <a:pt x="4399005" y="1605265"/>
                    <a:pt x="4374512" y="1567751"/>
                    <a:pt x="4346886" y="1532412"/>
                  </a:cubicBezTo>
                  <a:cubicBezTo>
                    <a:pt x="4240477" y="1388328"/>
                    <a:pt x="4120362" y="1253437"/>
                    <a:pt x="3985497" y="1134649"/>
                  </a:cubicBezTo>
                  <a:cubicBezTo>
                    <a:pt x="3850799" y="1015675"/>
                    <a:pt x="3702920" y="911715"/>
                    <a:pt x="3545665" y="825877"/>
                  </a:cubicBezTo>
                  <a:lnTo>
                    <a:pt x="3486190" y="794756"/>
                  </a:lnTo>
                  <a:cubicBezTo>
                    <a:pt x="3466181" y="784640"/>
                    <a:pt x="3446893" y="773560"/>
                    <a:pt x="3426182" y="764765"/>
                  </a:cubicBezTo>
                  <a:lnTo>
                    <a:pt x="3365044" y="737255"/>
                  </a:lnTo>
                  <a:lnTo>
                    <a:pt x="3334529" y="723514"/>
                  </a:lnTo>
                  <a:cubicBezTo>
                    <a:pt x="3324394" y="718943"/>
                    <a:pt x="3314287" y="714265"/>
                    <a:pt x="3303733" y="710395"/>
                  </a:cubicBezTo>
                  <a:cubicBezTo>
                    <a:pt x="3262013" y="694346"/>
                    <a:pt x="3220711" y="677599"/>
                    <a:pt x="3179033" y="662259"/>
                  </a:cubicBezTo>
                  <a:lnTo>
                    <a:pt x="3052408" y="620447"/>
                  </a:lnTo>
                  <a:lnTo>
                    <a:pt x="2924325" y="584505"/>
                  </a:lnTo>
                  <a:cubicBezTo>
                    <a:pt x="2903106" y="578471"/>
                    <a:pt x="2881119" y="574434"/>
                    <a:pt x="2859667" y="569266"/>
                  </a:cubicBezTo>
                  <a:lnTo>
                    <a:pt x="2795226" y="554085"/>
                  </a:lnTo>
                  <a:cubicBezTo>
                    <a:pt x="2774078" y="548652"/>
                    <a:pt x="2751709" y="544744"/>
                    <a:pt x="2729702" y="540354"/>
                  </a:cubicBezTo>
                  <a:lnTo>
                    <a:pt x="2663758" y="527322"/>
                  </a:lnTo>
                  <a:lnTo>
                    <a:pt x="2630927" y="520495"/>
                  </a:lnTo>
                  <a:lnTo>
                    <a:pt x="2597965" y="515024"/>
                  </a:lnTo>
                  <a:cubicBezTo>
                    <a:pt x="2575970" y="511449"/>
                    <a:pt x="2554112" y="507795"/>
                    <a:pt x="2532205" y="503895"/>
                  </a:cubicBezTo>
                  <a:cubicBezTo>
                    <a:pt x="2357016" y="475037"/>
                    <a:pt x="2182954" y="456682"/>
                    <a:pt x="2010064" y="452552"/>
                  </a:cubicBezTo>
                  <a:cubicBezTo>
                    <a:pt x="1837255" y="448558"/>
                    <a:pt x="1665388" y="457916"/>
                    <a:pt x="1494552" y="485055"/>
                  </a:cubicBezTo>
                  <a:cubicBezTo>
                    <a:pt x="1452133" y="492816"/>
                    <a:pt x="1409569" y="501117"/>
                    <a:pt x="1366896" y="509389"/>
                  </a:cubicBezTo>
                  <a:cubicBezTo>
                    <a:pt x="1324862" y="520035"/>
                    <a:pt x="1282333" y="529505"/>
                    <a:pt x="1240175" y="541045"/>
                  </a:cubicBezTo>
                  <a:lnTo>
                    <a:pt x="1177438" y="560170"/>
                  </a:lnTo>
                  <a:lnTo>
                    <a:pt x="1145987" y="569826"/>
                  </a:lnTo>
                  <a:lnTo>
                    <a:pt x="1130315" y="574669"/>
                  </a:lnTo>
                  <a:lnTo>
                    <a:pt x="1114873" y="580384"/>
                  </a:lnTo>
                  <a:lnTo>
                    <a:pt x="1052839" y="602943"/>
                  </a:lnTo>
                  <a:cubicBezTo>
                    <a:pt x="1032151" y="610499"/>
                    <a:pt x="1011255" y="617535"/>
                    <a:pt x="991135" y="626866"/>
                  </a:cubicBezTo>
                  <a:lnTo>
                    <a:pt x="930179" y="653191"/>
                  </a:lnTo>
                  <a:cubicBezTo>
                    <a:pt x="909850" y="662002"/>
                    <a:pt x="889443" y="670676"/>
                    <a:pt x="869768" y="680937"/>
                  </a:cubicBezTo>
                  <a:lnTo>
                    <a:pt x="810085" y="710734"/>
                  </a:lnTo>
                  <a:cubicBezTo>
                    <a:pt x="790331" y="720859"/>
                    <a:pt x="770124" y="730514"/>
                    <a:pt x="751220" y="741794"/>
                  </a:cubicBezTo>
                  <a:cubicBezTo>
                    <a:pt x="673929" y="784955"/>
                    <a:pt x="598827" y="830326"/>
                    <a:pt x="532669" y="881688"/>
                  </a:cubicBezTo>
                  <a:cubicBezTo>
                    <a:pt x="464226" y="931625"/>
                    <a:pt x="406969" y="988270"/>
                    <a:pt x="354185" y="1050286"/>
                  </a:cubicBezTo>
                  <a:lnTo>
                    <a:pt x="315980" y="1098125"/>
                  </a:lnTo>
                  <a:lnTo>
                    <a:pt x="280345" y="1149782"/>
                  </a:lnTo>
                  <a:cubicBezTo>
                    <a:pt x="268144" y="1166335"/>
                    <a:pt x="257438" y="1185955"/>
                    <a:pt x="245890" y="1203959"/>
                  </a:cubicBezTo>
                  <a:cubicBezTo>
                    <a:pt x="234552" y="1222481"/>
                    <a:pt x="223171" y="1240298"/>
                    <a:pt x="212162" y="1260184"/>
                  </a:cubicBezTo>
                  <a:cubicBezTo>
                    <a:pt x="168299" y="1337574"/>
                    <a:pt x="125055" y="1419360"/>
                    <a:pt x="80716" y="1502476"/>
                  </a:cubicBezTo>
                  <a:lnTo>
                    <a:pt x="0" y="1648841"/>
                  </a:lnTo>
                  <a:lnTo>
                    <a:pt x="0" y="954863"/>
                  </a:lnTo>
                  <a:lnTo>
                    <a:pt x="43491" y="895513"/>
                  </a:lnTo>
                  <a:cubicBezTo>
                    <a:pt x="59888" y="874984"/>
                    <a:pt x="77014" y="854766"/>
                    <a:pt x="93923" y="834489"/>
                  </a:cubicBezTo>
                  <a:cubicBezTo>
                    <a:pt x="163245" y="754880"/>
                    <a:pt x="240806" y="679565"/>
                    <a:pt x="323465" y="617671"/>
                  </a:cubicBezTo>
                  <a:cubicBezTo>
                    <a:pt x="405002" y="553042"/>
                    <a:pt x="490132" y="499230"/>
                    <a:pt x="574777" y="446794"/>
                  </a:cubicBezTo>
                  <a:cubicBezTo>
                    <a:pt x="595733" y="433050"/>
                    <a:pt x="617442" y="421248"/>
                    <a:pt x="638943" y="408925"/>
                  </a:cubicBezTo>
                  <a:lnTo>
                    <a:pt x="703505" y="371742"/>
                  </a:lnTo>
                  <a:cubicBezTo>
                    <a:pt x="724798" y="358900"/>
                    <a:pt x="747120" y="347842"/>
                    <a:pt x="769262" y="336154"/>
                  </a:cubicBezTo>
                  <a:lnTo>
                    <a:pt x="835552" y="301173"/>
                  </a:lnTo>
                  <a:cubicBezTo>
                    <a:pt x="857427" y="289183"/>
                    <a:pt x="880470" y="278896"/>
                    <a:pt x="902979" y="268004"/>
                  </a:cubicBezTo>
                  <a:lnTo>
                    <a:pt x="971127" y="235607"/>
                  </a:lnTo>
                  <a:lnTo>
                    <a:pt x="988238" y="227556"/>
                  </a:lnTo>
                  <a:lnTo>
                    <a:pt x="1005744" y="220191"/>
                  </a:lnTo>
                  <a:lnTo>
                    <a:pt x="1040729" y="205569"/>
                  </a:lnTo>
                  <a:lnTo>
                    <a:pt x="1110835" y="176248"/>
                  </a:lnTo>
                  <a:cubicBezTo>
                    <a:pt x="1157999" y="157703"/>
                    <a:pt x="1206322" y="141323"/>
                    <a:pt x="1254256" y="123796"/>
                  </a:cubicBezTo>
                  <a:cubicBezTo>
                    <a:pt x="1302938" y="108671"/>
                    <a:pt x="1352074" y="94017"/>
                    <a:pt x="1401310" y="79852"/>
                  </a:cubicBezTo>
                  <a:cubicBezTo>
                    <a:pt x="1599497" y="26774"/>
                    <a:pt x="1806373" y="-329"/>
                    <a:pt x="2011811" y="4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365065BA-A43E-E92A-E821-DA26102BC44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297400"/>
              <a:ext cx="5215811" cy="6107388"/>
            </a:xfrm>
            <a:custGeom>
              <a:avLst/>
              <a:gdLst>
                <a:gd name="connsiteX0" fmla="*/ 1869139 w 5215811"/>
                <a:gd name="connsiteY0" fmla="*/ 9 h 6107388"/>
                <a:gd name="connsiteX1" fmla="*/ 2791149 w 5215811"/>
                <a:gd name="connsiteY1" fmla="*/ 130229 h 6107388"/>
                <a:gd name="connsiteX2" fmla="*/ 4760307 w 5215811"/>
                <a:gd name="connsiteY2" fmla="*/ 1608408 h 6107388"/>
                <a:gd name="connsiteX3" fmla="*/ 5108574 w 5215811"/>
                <a:gd name="connsiteY3" fmla="*/ 4050383 h 6107388"/>
                <a:gd name="connsiteX4" fmla="*/ 3434916 w 5215811"/>
                <a:gd name="connsiteY4" fmla="*/ 5503134 h 6107388"/>
                <a:gd name="connsiteX5" fmla="*/ 1137841 w 5215811"/>
                <a:gd name="connsiteY5" fmla="*/ 6033968 h 6107388"/>
                <a:gd name="connsiteX6" fmla="*/ 217555 w 5215811"/>
                <a:gd name="connsiteY6" fmla="*/ 5598945 h 6107388"/>
                <a:gd name="connsiteX7" fmla="*/ 0 w 5215811"/>
                <a:gd name="connsiteY7" fmla="*/ 5419622 h 6107388"/>
                <a:gd name="connsiteX8" fmla="*/ 0 w 5215811"/>
                <a:gd name="connsiteY8" fmla="*/ 4571683 h 6107388"/>
                <a:gd name="connsiteX9" fmla="*/ 18056 w 5215811"/>
                <a:gd name="connsiteY9" fmla="*/ 4599282 h 6107388"/>
                <a:gd name="connsiteX10" fmla="*/ 358324 w 5215811"/>
                <a:gd name="connsiteY10" fmla="*/ 4988154 h 6107388"/>
                <a:gd name="connsiteX11" fmla="*/ 1282741 w 5215811"/>
                <a:gd name="connsiteY11" fmla="*/ 5493193 h 6107388"/>
                <a:gd name="connsiteX12" fmla="*/ 2172794 w 5215811"/>
                <a:gd name="connsiteY12" fmla="*/ 5470630 h 6107388"/>
                <a:gd name="connsiteX13" fmla="*/ 3146893 w 5215811"/>
                <a:gd name="connsiteY13" fmla="*/ 5016296 h 6107388"/>
                <a:gd name="connsiteX14" fmla="*/ 3574114 w 5215811"/>
                <a:gd name="connsiteY14" fmla="*/ 4791124 h 6107388"/>
                <a:gd name="connsiteX15" fmla="*/ 4244948 w 5215811"/>
                <a:gd name="connsiteY15" fmla="*/ 4392664 h 6107388"/>
                <a:gd name="connsiteX16" fmla="*/ 4556385 w 5215811"/>
                <a:gd name="connsiteY16" fmla="*/ 3902656 h 6107388"/>
                <a:gd name="connsiteX17" fmla="*/ 4616354 w 5215811"/>
                <a:gd name="connsiteY17" fmla="*/ 2851680 h 6107388"/>
                <a:gd name="connsiteX18" fmla="*/ 4269266 w 5215811"/>
                <a:gd name="connsiteY18" fmla="*/ 1889625 h 6107388"/>
                <a:gd name="connsiteX19" fmla="*/ 2645976 w 5215811"/>
                <a:gd name="connsiteY19" fmla="*/ 671162 h 6107388"/>
                <a:gd name="connsiteX20" fmla="*/ 1648930 w 5215811"/>
                <a:gd name="connsiteY20" fmla="*/ 573017 h 6107388"/>
                <a:gd name="connsiteX21" fmla="*/ 771768 w 5215811"/>
                <a:gd name="connsiteY21" fmla="*/ 865882 h 6107388"/>
                <a:gd name="connsiteX22" fmla="*/ 433617 w 5215811"/>
                <a:gd name="connsiteY22" fmla="*/ 1119441 h 6107388"/>
                <a:gd name="connsiteX23" fmla="*/ 200571 w 5215811"/>
                <a:gd name="connsiteY23" fmla="*/ 1486480 h 6107388"/>
                <a:gd name="connsiteX24" fmla="*/ 47077 w 5215811"/>
                <a:gd name="connsiteY24" fmla="*/ 1753604 h 6107388"/>
                <a:gd name="connsiteX25" fmla="*/ 0 w 5215811"/>
                <a:gd name="connsiteY25" fmla="*/ 1831655 h 6107388"/>
                <a:gd name="connsiteX26" fmla="*/ 0 w 5215811"/>
                <a:gd name="connsiteY26" fmla="*/ 751112 h 6107388"/>
                <a:gd name="connsiteX27" fmla="*/ 6994 w 5215811"/>
                <a:gd name="connsiteY27" fmla="*/ 742614 h 6107388"/>
                <a:gd name="connsiteX28" fmla="*/ 484047 w 5215811"/>
                <a:gd name="connsiteY28" fmla="*/ 378777 h 6107388"/>
                <a:gd name="connsiteX29" fmla="*/ 1869139 w 5215811"/>
                <a:gd name="connsiteY29" fmla="*/ 9 h 61073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5811" h="6107388">
                  <a:moveTo>
                    <a:pt x="1869139" y="9"/>
                  </a:moveTo>
                  <a:cubicBezTo>
                    <a:pt x="2160924" y="-706"/>
                    <a:pt x="2465752" y="43039"/>
                    <a:pt x="2791149" y="130229"/>
                  </a:cubicBezTo>
                  <a:cubicBezTo>
                    <a:pt x="3651198" y="360678"/>
                    <a:pt x="4339884" y="907924"/>
                    <a:pt x="4760307" y="1608408"/>
                  </a:cubicBezTo>
                  <a:cubicBezTo>
                    <a:pt x="5188180" y="2321320"/>
                    <a:pt x="5338357" y="3192822"/>
                    <a:pt x="5108574" y="4050383"/>
                  </a:cubicBezTo>
                  <a:cubicBezTo>
                    <a:pt x="4880820" y="4900373"/>
                    <a:pt x="4152841" y="5098512"/>
                    <a:pt x="3434916" y="5503134"/>
                  </a:cubicBezTo>
                  <a:cubicBezTo>
                    <a:pt x="2717099" y="5907783"/>
                    <a:pt x="2005568" y="6266474"/>
                    <a:pt x="1137841" y="6033968"/>
                  </a:cubicBezTo>
                  <a:cubicBezTo>
                    <a:pt x="783079" y="5938910"/>
                    <a:pt x="479573" y="5790114"/>
                    <a:pt x="217555" y="5598945"/>
                  </a:cubicBezTo>
                  <a:lnTo>
                    <a:pt x="0" y="5419622"/>
                  </a:lnTo>
                  <a:lnTo>
                    <a:pt x="0" y="4571683"/>
                  </a:lnTo>
                  <a:lnTo>
                    <a:pt x="18056" y="4599282"/>
                  </a:lnTo>
                  <a:cubicBezTo>
                    <a:pt x="124071" y="4746782"/>
                    <a:pt x="237002" y="4875718"/>
                    <a:pt x="358324" y="4988154"/>
                  </a:cubicBezTo>
                  <a:cubicBezTo>
                    <a:pt x="621323" y="5231809"/>
                    <a:pt x="923667" y="5396979"/>
                    <a:pt x="1282741" y="5493193"/>
                  </a:cubicBezTo>
                  <a:cubicBezTo>
                    <a:pt x="1573894" y="5571207"/>
                    <a:pt x="1856732" y="5563878"/>
                    <a:pt x="2172794" y="5470630"/>
                  </a:cubicBezTo>
                  <a:cubicBezTo>
                    <a:pt x="2498985" y="5374183"/>
                    <a:pt x="2832844" y="5193315"/>
                    <a:pt x="3146893" y="5016296"/>
                  </a:cubicBezTo>
                  <a:cubicBezTo>
                    <a:pt x="3293538" y="4933641"/>
                    <a:pt x="3436182" y="4861160"/>
                    <a:pt x="3574114" y="4791124"/>
                  </a:cubicBezTo>
                  <a:cubicBezTo>
                    <a:pt x="3841238" y="4655550"/>
                    <a:pt x="4071901" y="4538375"/>
                    <a:pt x="4244948" y="4392664"/>
                  </a:cubicBezTo>
                  <a:cubicBezTo>
                    <a:pt x="4405844" y="4257259"/>
                    <a:pt x="4501845" y="4106204"/>
                    <a:pt x="4556385" y="3902656"/>
                  </a:cubicBezTo>
                  <a:cubicBezTo>
                    <a:pt x="4649063" y="3556776"/>
                    <a:pt x="4669271" y="3203187"/>
                    <a:pt x="4616354" y="2851680"/>
                  </a:cubicBezTo>
                  <a:cubicBezTo>
                    <a:pt x="4565198" y="2511774"/>
                    <a:pt x="4448474" y="2188147"/>
                    <a:pt x="4269266" y="1889625"/>
                  </a:cubicBezTo>
                  <a:cubicBezTo>
                    <a:pt x="3907781" y="1287586"/>
                    <a:pt x="3331245" y="854780"/>
                    <a:pt x="2645976" y="671162"/>
                  </a:cubicBezTo>
                  <a:cubicBezTo>
                    <a:pt x="2278249" y="572630"/>
                    <a:pt x="1952074" y="540526"/>
                    <a:pt x="1648930" y="573017"/>
                  </a:cubicBezTo>
                  <a:cubicBezTo>
                    <a:pt x="1351746" y="604901"/>
                    <a:pt x="1064785" y="700731"/>
                    <a:pt x="771768" y="865882"/>
                  </a:cubicBezTo>
                  <a:cubicBezTo>
                    <a:pt x="568061" y="980657"/>
                    <a:pt x="486465" y="1058486"/>
                    <a:pt x="433617" y="1119441"/>
                  </a:cubicBezTo>
                  <a:cubicBezTo>
                    <a:pt x="358307" y="1206256"/>
                    <a:pt x="292149" y="1323808"/>
                    <a:pt x="200571" y="1486480"/>
                  </a:cubicBezTo>
                  <a:cubicBezTo>
                    <a:pt x="156644" y="1564432"/>
                    <a:pt x="106654" y="1653214"/>
                    <a:pt x="47077" y="1753604"/>
                  </a:cubicBezTo>
                  <a:lnTo>
                    <a:pt x="0" y="1831655"/>
                  </a:lnTo>
                  <a:lnTo>
                    <a:pt x="0" y="751112"/>
                  </a:lnTo>
                  <a:lnTo>
                    <a:pt x="6994" y="742614"/>
                  </a:lnTo>
                  <a:cubicBezTo>
                    <a:pt x="117721" y="617683"/>
                    <a:pt x="259696" y="505222"/>
                    <a:pt x="484047" y="378777"/>
                  </a:cubicBezTo>
                  <a:cubicBezTo>
                    <a:pt x="932751" y="125890"/>
                    <a:pt x="1382831" y="1200"/>
                    <a:pt x="1869139" y="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E041C5AB-C25D-68D3-DDFA-E1B3B8A97E4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319367"/>
              <a:ext cx="5217956" cy="6100079"/>
            </a:xfrm>
            <a:custGeom>
              <a:avLst/>
              <a:gdLst>
                <a:gd name="connsiteX0" fmla="*/ 1951393 w 5217956"/>
                <a:gd name="connsiteY0" fmla="*/ 82 h 6100079"/>
                <a:gd name="connsiteX1" fmla="*/ 2855177 w 5217956"/>
                <a:gd name="connsiteY1" fmla="*/ 125419 h 6100079"/>
                <a:gd name="connsiteX2" fmla="*/ 4779341 w 5217956"/>
                <a:gd name="connsiteY2" fmla="*/ 1591542 h 6100079"/>
                <a:gd name="connsiteX3" fmla="*/ 5108573 w 5217956"/>
                <a:gd name="connsiteY3" fmla="*/ 4028416 h 6100079"/>
                <a:gd name="connsiteX4" fmla="*/ 3459358 w 5217956"/>
                <a:gd name="connsiteY4" fmla="*/ 5487716 h 6100079"/>
                <a:gd name="connsiteX5" fmla="*/ 1203274 w 5217956"/>
                <a:gd name="connsiteY5" fmla="*/ 6029534 h 6100079"/>
                <a:gd name="connsiteX6" fmla="*/ 59920 w 5217956"/>
                <a:gd name="connsiteY6" fmla="*/ 5396467 h 6100079"/>
                <a:gd name="connsiteX7" fmla="*/ 0 w 5217956"/>
                <a:gd name="connsiteY7" fmla="*/ 5333382 h 6100079"/>
                <a:gd name="connsiteX8" fmla="*/ 0 w 5217956"/>
                <a:gd name="connsiteY8" fmla="*/ 4205833 h 6100079"/>
                <a:gd name="connsiteX9" fmla="*/ 58036 w 5217956"/>
                <a:gd name="connsiteY9" fmla="*/ 4310048 h 6100079"/>
                <a:gd name="connsiteX10" fmla="*/ 520779 w 5217956"/>
                <a:gd name="connsiteY10" fmla="*/ 4907591 h 6100079"/>
                <a:gd name="connsiteX11" fmla="*/ 1377154 w 5217956"/>
                <a:gd name="connsiteY11" fmla="*/ 5380604 h 6100079"/>
                <a:gd name="connsiteX12" fmla="*/ 3123340 w 5217956"/>
                <a:gd name="connsiteY12" fmla="*/ 4905715 h 6100079"/>
                <a:gd name="connsiteX13" fmla="*/ 3547863 w 5217956"/>
                <a:gd name="connsiteY13" fmla="*/ 4676342 h 6100079"/>
                <a:gd name="connsiteX14" fmla="*/ 4186753 w 5217956"/>
                <a:gd name="connsiteY14" fmla="*/ 4289376 h 6100079"/>
                <a:gd name="connsiteX15" fmla="*/ 4459565 w 5217956"/>
                <a:gd name="connsiteY15" fmla="*/ 3854399 h 6100079"/>
                <a:gd name="connsiteX16" fmla="*/ 4521015 w 5217956"/>
                <a:gd name="connsiteY16" fmla="*/ 2849377 h 6100079"/>
                <a:gd name="connsiteX17" fmla="*/ 4199723 w 5217956"/>
                <a:gd name="connsiteY17" fmla="*/ 1931213 h 6100079"/>
                <a:gd name="connsiteX18" fmla="*/ 2681217 w 5217956"/>
                <a:gd name="connsiteY18" fmla="*/ 774211 h 6100079"/>
                <a:gd name="connsiteX19" fmla="*/ 926547 w 5217956"/>
                <a:gd name="connsiteY19" fmla="*/ 967112 h 6100079"/>
                <a:gd name="connsiteX20" fmla="*/ 622677 w 5217956"/>
                <a:gd name="connsiteY20" fmla="*/ 1197863 h 6100079"/>
                <a:gd name="connsiteX21" fmla="*/ 404892 w 5217956"/>
                <a:gd name="connsiteY21" fmla="*/ 1547314 h 6100079"/>
                <a:gd name="connsiteX22" fmla="*/ 40135 w 5217956"/>
                <a:gd name="connsiteY22" fmla="*/ 2159090 h 6100079"/>
                <a:gd name="connsiteX23" fmla="*/ 0 w 5217956"/>
                <a:gd name="connsiteY23" fmla="*/ 2219367 h 6100079"/>
                <a:gd name="connsiteX24" fmla="*/ 0 w 5217956"/>
                <a:gd name="connsiteY24" fmla="*/ 915659 h 6100079"/>
                <a:gd name="connsiteX25" fmla="*/ 58609 w 5217956"/>
                <a:gd name="connsiteY25" fmla="*/ 828051 h 6100079"/>
                <a:gd name="connsiteX26" fmla="*/ 590688 w 5217956"/>
                <a:gd name="connsiteY26" fmla="*/ 385385 h 6100079"/>
                <a:gd name="connsiteX27" fmla="*/ 1951393 w 5217956"/>
                <a:gd name="connsiteY27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5217956" h="6100079">
                  <a:moveTo>
                    <a:pt x="1951393" y="82"/>
                  </a:moveTo>
                  <a:cubicBezTo>
                    <a:pt x="2237631" y="-2119"/>
                    <a:pt x="2536431" y="40011"/>
                    <a:pt x="2855177" y="125419"/>
                  </a:cubicBezTo>
                  <a:cubicBezTo>
                    <a:pt x="3697704" y="351173"/>
                    <a:pt x="4370490" y="894159"/>
                    <a:pt x="4779341" y="1591542"/>
                  </a:cubicBezTo>
                  <a:cubicBezTo>
                    <a:pt x="5195534" y="2301324"/>
                    <a:pt x="5338356" y="3170855"/>
                    <a:pt x="5108573" y="4028416"/>
                  </a:cubicBezTo>
                  <a:cubicBezTo>
                    <a:pt x="4880819" y="4878406"/>
                    <a:pt x="4165603" y="5079965"/>
                    <a:pt x="3459358" y="5487716"/>
                  </a:cubicBezTo>
                  <a:cubicBezTo>
                    <a:pt x="2753114" y="5895466"/>
                    <a:pt x="2053264" y="6257288"/>
                    <a:pt x="1203274" y="6029534"/>
                  </a:cubicBezTo>
                  <a:cubicBezTo>
                    <a:pt x="739884" y="5905369"/>
                    <a:pt x="366399" y="5685345"/>
                    <a:pt x="59920" y="5396467"/>
                  </a:cubicBezTo>
                  <a:lnTo>
                    <a:pt x="0" y="5333382"/>
                  </a:lnTo>
                  <a:lnTo>
                    <a:pt x="0" y="4205833"/>
                  </a:lnTo>
                  <a:lnTo>
                    <a:pt x="58036" y="4310048"/>
                  </a:lnTo>
                  <a:cubicBezTo>
                    <a:pt x="197935" y="4550245"/>
                    <a:pt x="350594" y="4747142"/>
                    <a:pt x="520779" y="4907591"/>
                  </a:cubicBezTo>
                  <a:cubicBezTo>
                    <a:pt x="763600" y="5136565"/>
                    <a:pt x="1043821" y="5291288"/>
                    <a:pt x="1377154" y="5380604"/>
                  </a:cubicBezTo>
                  <a:cubicBezTo>
                    <a:pt x="1963029" y="5537589"/>
                    <a:pt x="2470519" y="5282804"/>
                    <a:pt x="3123340" y="4905715"/>
                  </a:cubicBezTo>
                  <a:cubicBezTo>
                    <a:pt x="3269800" y="4821157"/>
                    <a:pt x="3411134" y="4747512"/>
                    <a:pt x="3547863" y="4676342"/>
                  </a:cubicBezTo>
                  <a:cubicBezTo>
                    <a:pt x="3804497" y="4542710"/>
                    <a:pt x="4026085" y="4427393"/>
                    <a:pt x="4186753" y="4289376"/>
                  </a:cubicBezTo>
                  <a:cubicBezTo>
                    <a:pt x="4329009" y="4167293"/>
                    <a:pt x="4410589" y="4037181"/>
                    <a:pt x="4459565" y="3854399"/>
                  </a:cubicBezTo>
                  <a:cubicBezTo>
                    <a:pt x="4548302" y="3523229"/>
                    <a:pt x="4568981" y="3185183"/>
                    <a:pt x="4521015" y="2849377"/>
                  </a:cubicBezTo>
                  <a:cubicBezTo>
                    <a:pt x="4474709" y="2524680"/>
                    <a:pt x="4366564" y="2215756"/>
                    <a:pt x="4199723" y="1931213"/>
                  </a:cubicBezTo>
                  <a:cubicBezTo>
                    <a:pt x="3863270" y="1357325"/>
                    <a:pt x="3323982" y="946439"/>
                    <a:pt x="2681217" y="774211"/>
                  </a:cubicBezTo>
                  <a:cubicBezTo>
                    <a:pt x="2001139" y="591984"/>
                    <a:pt x="1476322" y="649699"/>
                    <a:pt x="926547" y="967112"/>
                  </a:cubicBezTo>
                  <a:cubicBezTo>
                    <a:pt x="740730" y="1074393"/>
                    <a:pt x="668642" y="1143989"/>
                    <a:pt x="622677" y="1197863"/>
                  </a:cubicBezTo>
                  <a:cubicBezTo>
                    <a:pt x="555599" y="1276450"/>
                    <a:pt x="492360" y="1390031"/>
                    <a:pt x="404892" y="1547314"/>
                  </a:cubicBezTo>
                  <a:cubicBezTo>
                    <a:pt x="317047" y="1705133"/>
                    <a:pt x="204816" y="1906756"/>
                    <a:pt x="40135" y="2159090"/>
                  </a:cubicBezTo>
                  <a:lnTo>
                    <a:pt x="0" y="2219367"/>
                  </a:lnTo>
                  <a:lnTo>
                    <a:pt x="0" y="915659"/>
                  </a:lnTo>
                  <a:lnTo>
                    <a:pt x="58609" y="828051"/>
                  </a:lnTo>
                  <a:cubicBezTo>
                    <a:pt x="177453" y="670481"/>
                    <a:pt x="325846" y="538291"/>
                    <a:pt x="590688" y="385385"/>
                  </a:cubicBezTo>
                  <a:cubicBezTo>
                    <a:pt x="1032158" y="130559"/>
                    <a:pt x="1474329" y="3750"/>
                    <a:pt x="1951393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92EE965C-1BC5-A9B8-DC41-DA9C2A46ED8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319367"/>
              <a:ext cx="5217957" cy="6100079"/>
            </a:xfrm>
            <a:custGeom>
              <a:avLst/>
              <a:gdLst>
                <a:gd name="connsiteX0" fmla="*/ 1951394 w 5217957"/>
                <a:gd name="connsiteY0" fmla="*/ 82 h 6100079"/>
                <a:gd name="connsiteX1" fmla="*/ 2855178 w 5217957"/>
                <a:gd name="connsiteY1" fmla="*/ 125419 h 6100079"/>
                <a:gd name="connsiteX2" fmla="*/ 4779341 w 5217957"/>
                <a:gd name="connsiteY2" fmla="*/ 1591542 h 6100079"/>
                <a:gd name="connsiteX3" fmla="*/ 5108574 w 5217957"/>
                <a:gd name="connsiteY3" fmla="*/ 4028416 h 6100079"/>
                <a:gd name="connsiteX4" fmla="*/ 3459359 w 5217957"/>
                <a:gd name="connsiteY4" fmla="*/ 5487716 h 6100079"/>
                <a:gd name="connsiteX5" fmla="*/ 1203275 w 5217957"/>
                <a:gd name="connsiteY5" fmla="*/ 6029534 h 6100079"/>
                <a:gd name="connsiteX6" fmla="*/ 59921 w 5217957"/>
                <a:gd name="connsiteY6" fmla="*/ 5396467 h 6100079"/>
                <a:gd name="connsiteX7" fmla="*/ 0 w 5217957"/>
                <a:gd name="connsiteY7" fmla="*/ 5333381 h 6100079"/>
                <a:gd name="connsiteX8" fmla="*/ 0 w 5217957"/>
                <a:gd name="connsiteY8" fmla="*/ 4427327 h 6100079"/>
                <a:gd name="connsiteX9" fmla="*/ 112056 w 5217957"/>
                <a:gd name="connsiteY9" fmla="*/ 4602502 h 6100079"/>
                <a:gd name="connsiteX10" fmla="*/ 443875 w 5217957"/>
                <a:gd name="connsiteY10" fmla="*/ 4989110 h 6100079"/>
                <a:gd name="connsiteX11" fmla="*/ 1348175 w 5217957"/>
                <a:gd name="connsiteY11" fmla="*/ 5488759 h 6100079"/>
                <a:gd name="connsiteX12" fmla="*/ 2221463 w 5217957"/>
                <a:gd name="connsiteY12" fmla="*/ 5461704 h 6100079"/>
                <a:gd name="connsiteX13" fmla="*/ 3179339 w 5217957"/>
                <a:gd name="connsiteY13" fmla="*/ 5003023 h 6100079"/>
                <a:gd name="connsiteX14" fmla="*/ 3599638 w 5217957"/>
                <a:gd name="connsiteY14" fmla="*/ 4775996 h 6100079"/>
                <a:gd name="connsiteX15" fmla="*/ 4259765 w 5217957"/>
                <a:gd name="connsiteY15" fmla="*/ 4374667 h 6100079"/>
                <a:gd name="connsiteX16" fmla="*/ 4567742 w 5217957"/>
                <a:gd name="connsiteY16" fmla="*/ 3883732 h 6100079"/>
                <a:gd name="connsiteX17" fmla="*/ 4631929 w 5217957"/>
                <a:gd name="connsiteY17" fmla="*/ 2833886 h 6100079"/>
                <a:gd name="connsiteX18" fmla="*/ 4296412 w 5217957"/>
                <a:gd name="connsiteY18" fmla="*/ 1874932 h 6100079"/>
                <a:gd name="connsiteX19" fmla="*/ 2710219 w 5217957"/>
                <a:gd name="connsiteY19" fmla="*/ 666410 h 6100079"/>
                <a:gd name="connsiteX20" fmla="*/ 1732642 w 5217957"/>
                <a:gd name="connsiteY20" fmla="*/ 573480 h 6100079"/>
                <a:gd name="connsiteX21" fmla="*/ 870621 w 5217957"/>
                <a:gd name="connsiteY21" fmla="*/ 870402 h 6100079"/>
                <a:gd name="connsiteX22" fmla="*/ 537555 w 5217957"/>
                <a:gd name="connsiteY22" fmla="*/ 1125324 h 6100079"/>
                <a:gd name="connsiteX23" fmla="*/ 306995 w 5217957"/>
                <a:gd name="connsiteY23" fmla="*/ 1493030 h 6100079"/>
                <a:gd name="connsiteX24" fmla="*/ 23579 w 5217957"/>
                <a:gd name="connsiteY24" fmla="*/ 1977465 h 6100079"/>
                <a:gd name="connsiteX25" fmla="*/ 0 w 5217957"/>
                <a:gd name="connsiteY25" fmla="*/ 2014291 h 6100079"/>
                <a:gd name="connsiteX26" fmla="*/ 0 w 5217957"/>
                <a:gd name="connsiteY26" fmla="*/ 915660 h 6100079"/>
                <a:gd name="connsiteX27" fmla="*/ 58609 w 5217957"/>
                <a:gd name="connsiteY27" fmla="*/ 828051 h 6100079"/>
                <a:gd name="connsiteX28" fmla="*/ 590689 w 5217957"/>
                <a:gd name="connsiteY28" fmla="*/ 385385 h 6100079"/>
                <a:gd name="connsiteX29" fmla="*/ 1951394 w 5217957"/>
                <a:gd name="connsiteY29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7957" h="6100079">
                  <a:moveTo>
                    <a:pt x="1951394" y="82"/>
                  </a:moveTo>
                  <a:cubicBezTo>
                    <a:pt x="2237632" y="-2119"/>
                    <a:pt x="2536431" y="40011"/>
                    <a:pt x="2855178" y="125419"/>
                  </a:cubicBezTo>
                  <a:cubicBezTo>
                    <a:pt x="3697704" y="351173"/>
                    <a:pt x="4370491" y="894159"/>
                    <a:pt x="4779341" y="1591542"/>
                  </a:cubicBezTo>
                  <a:cubicBezTo>
                    <a:pt x="5195535" y="2301324"/>
                    <a:pt x="5338357" y="3170855"/>
                    <a:pt x="5108574" y="4028416"/>
                  </a:cubicBezTo>
                  <a:cubicBezTo>
                    <a:pt x="4880820" y="4878406"/>
                    <a:pt x="4165604" y="5079965"/>
                    <a:pt x="3459359" y="5487716"/>
                  </a:cubicBezTo>
                  <a:cubicBezTo>
                    <a:pt x="2753115" y="5895466"/>
                    <a:pt x="2053265" y="6257288"/>
                    <a:pt x="1203275" y="6029534"/>
                  </a:cubicBezTo>
                  <a:cubicBezTo>
                    <a:pt x="739885" y="5905369"/>
                    <a:pt x="366400" y="5685345"/>
                    <a:pt x="59921" y="5396467"/>
                  </a:cubicBezTo>
                  <a:lnTo>
                    <a:pt x="0" y="5333381"/>
                  </a:lnTo>
                  <a:lnTo>
                    <a:pt x="0" y="4427327"/>
                  </a:lnTo>
                  <a:lnTo>
                    <a:pt x="112056" y="4602502"/>
                  </a:lnTo>
                  <a:cubicBezTo>
                    <a:pt x="215300" y="4749260"/>
                    <a:pt x="325419" y="4877443"/>
                    <a:pt x="443875" y="4989110"/>
                  </a:cubicBezTo>
                  <a:cubicBezTo>
                    <a:pt x="700709" y="5231113"/>
                    <a:pt x="996455" y="5394516"/>
                    <a:pt x="1348175" y="5488759"/>
                  </a:cubicBezTo>
                  <a:cubicBezTo>
                    <a:pt x="1633379" y="5565179"/>
                    <a:pt x="1910917" y="5556430"/>
                    <a:pt x="2221463" y="5461704"/>
                  </a:cubicBezTo>
                  <a:cubicBezTo>
                    <a:pt x="2541923" y="5363721"/>
                    <a:pt x="2870374" y="5181404"/>
                    <a:pt x="3179339" y="5003023"/>
                  </a:cubicBezTo>
                  <a:cubicBezTo>
                    <a:pt x="3323713" y="4919760"/>
                    <a:pt x="3463978" y="4846641"/>
                    <a:pt x="3599638" y="4775996"/>
                  </a:cubicBezTo>
                  <a:cubicBezTo>
                    <a:pt x="3862436" y="4639263"/>
                    <a:pt x="4089314" y="4521074"/>
                    <a:pt x="4259765" y="4374667"/>
                  </a:cubicBezTo>
                  <a:cubicBezTo>
                    <a:pt x="4418282" y="4238625"/>
                    <a:pt x="4513201" y="4087280"/>
                    <a:pt x="4567742" y="3883732"/>
                  </a:cubicBezTo>
                  <a:cubicBezTo>
                    <a:pt x="4660420" y="3537853"/>
                    <a:pt x="4682033" y="3184640"/>
                    <a:pt x="4631929" y="2833886"/>
                  </a:cubicBezTo>
                  <a:cubicBezTo>
                    <a:pt x="4583584" y="2494734"/>
                    <a:pt x="4470646" y="2172121"/>
                    <a:pt x="4296412" y="1874932"/>
                  </a:cubicBezTo>
                  <a:cubicBezTo>
                    <a:pt x="3944879" y="1275559"/>
                    <a:pt x="3381537" y="846289"/>
                    <a:pt x="2710219" y="666410"/>
                  </a:cubicBezTo>
                  <a:cubicBezTo>
                    <a:pt x="2349955" y="569877"/>
                    <a:pt x="2030161" y="539483"/>
                    <a:pt x="1732642" y="573480"/>
                  </a:cubicBezTo>
                  <a:cubicBezTo>
                    <a:pt x="1440866" y="606814"/>
                    <a:pt x="1158880" y="703976"/>
                    <a:pt x="870621" y="870402"/>
                  </a:cubicBezTo>
                  <a:cubicBezTo>
                    <a:pt x="670160" y="986048"/>
                    <a:pt x="589753" y="1064195"/>
                    <a:pt x="537555" y="1125324"/>
                  </a:cubicBezTo>
                  <a:cubicBezTo>
                    <a:pt x="463218" y="1212400"/>
                    <a:pt x="397708" y="1330125"/>
                    <a:pt x="306995" y="1493030"/>
                  </a:cubicBezTo>
                  <a:cubicBezTo>
                    <a:pt x="234596" y="1623167"/>
                    <a:pt x="145436" y="1783409"/>
                    <a:pt x="23579" y="1977465"/>
                  </a:cubicBezTo>
                  <a:lnTo>
                    <a:pt x="0" y="2014291"/>
                  </a:lnTo>
                  <a:lnTo>
                    <a:pt x="0" y="915660"/>
                  </a:lnTo>
                  <a:lnTo>
                    <a:pt x="58609" y="828051"/>
                  </a:lnTo>
                  <a:cubicBezTo>
                    <a:pt x="177453" y="670481"/>
                    <a:pt x="325847" y="538291"/>
                    <a:pt x="590689" y="385385"/>
                  </a:cubicBezTo>
                  <a:cubicBezTo>
                    <a:pt x="1032159" y="130559"/>
                    <a:pt x="1474330" y="3750"/>
                    <a:pt x="1951394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2" name="Titel 1">
            <a:extLst>
              <a:ext uri="{FF2B5EF4-FFF2-40B4-BE49-F238E27FC236}">
                <a16:creationId xmlns:a16="http://schemas.microsoft.com/office/drawing/2014/main" id="{1A571700-FC19-F9B8-8E7D-FB2B84CB70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134" y="1243013"/>
            <a:ext cx="3855720" cy="4371974"/>
          </a:xfrm>
        </p:spPr>
        <p:txBody>
          <a:bodyPr>
            <a:normAutofit/>
          </a:bodyPr>
          <a:lstStyle/>
          <a:p>
            <a:r>
              <a:rPr lang="de-DE" sz="3600" b="1" dirty="0">
                <a:solidFill>
                  <a:schemeClr val="accent2"/>
                </a:solidFill>
                <a:latin typeface="Orbitron" pitchFamily="2" charset="0"/>
              </a:rPr>
              <a:t>Wireframes</a:t>
            </a:r>
          </a:p>
        </p:txBody>
      </p:sp>
      <p:pic>
        <p:nvPicPr>
          <p:cNvPr id="7" name="Grafik 6" descr="Ein Bild, das Text, Elektronik, Screenshot, Software enthält.&#10;&#10;KI-generierte Inhalte können fehlerhaft sein.">
            <a:extLst>
              <a:ext uri="{FF2B5EF4-FFF2-40B4-BE49-F238E27FC236}">
                <a16:creationId xmlns:a16="http://schemas.microsoft.com/office/drawing/2014/main" id="{8D5A05B8-67C1-2FA8-4737-955872528655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02662" y="2630989"/>
            <a:ext cx="1728280" cy="1891830"/>
          </a:xfrm>
          <a:prstGeom prst="rect">
            <a:avLst/>
          </a:prstGeom>
          <a:noFill/>
          <a:ln>
            <a:noFill/>
          </a:ln>
          <a:effectLst>
            <a:glow rad="63500">
              <a:schemeClr val="accent6">
                <a:satMod val="175000"/>
                <a:alpha val="40000"/>
              </a:schemeClr>
            </a:glow>
          </a:effectLst>
        </p:spPr>
      </p:pic>
      <p:pic>
        <p:nvPicPr>
          <p:cNvPr id="9" name="Grafik 8" descr="Ein Bild, das Grafiken, Clipart, Grün, Grafikdesign enthält.&#10;&#10;KI-generierte Inhalte können fehlerhaft sein.">
            <a:extLst>
              <a:ext uri="{FF2B5EF4-FFF2-40B4-BE49-F238E27FC236}">
                <a16:creationId xmlns:a16="http://schemas.microsoft.com/office/drawing/2014/main" id="{3A38071C-7567-2A48-9174-FAEFF7DC365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83032" y="2744654"/>
            <a:ext cx="1221905" cy="1221905"/>
          </a:xfrm>
          <a:prstGeom prst="rect">
            <a:avLst/>
          </a:prstGeom>
          <a:noFill/>
          <a:ln>
            <a:noFill/>
          </a:ln>
        </p:spPr>
      </p:pic>
      <p:pic>
        <p:nvPicPr>
          <p:cNvPr id="2050" name="Picture 2">
            <a:extLst>
              <a:ext uri="{FF2B5EF4-FFF2-40B4-BE49-F238E27FC236}">
                <a16:creationId xmlns:a16="http://schemas.microsoft.com/office/drawing/2014/main" id="{21158811-32DA-9CD6-BCDC-E2FA4B3BCE2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791674" y="2630989"/>
            <a:ext cx="1875338" cy="19062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Rechteck 2">
            <a:extLst>
              <a:ext uri="{FF2B5EF4-FFF2-40B4-BE49-F238E27FC236}">
                <a16:creationId xmlns:a16="http://schemas.microsoft.com/office/drawing/2014/main" id="{89003919-E4C5-06B1-C3EE-6DDD302E502D}"/>
              </a:ext>
            </a:extLst>
          </p:cNvPr>
          <p:cNvSpPr/>
          <p:nvPr/>
        </p:nvSpPr>
        <p:spPr>
          <a:xfrm>
            <a:off x="10810984" y="0"/>
            <a:ext cx="1019991" cy="147437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4" name="Grafik 3" descr="Architektur Silhouette">
            <a:extLst>
              <a:ext uri="{FF2B5EF4-FFF2-40B4-BE49-F238E27FC236}">
                <a16:creationId xmlns:a16="http://schemas.microsoft.com/office/drawing/2014/main" id="{CCFD7D9C-1191-E6C3-555B-C9A2CC864326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0863779" y="508838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2493166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694E66A-F34B-1379-EF47-F9C31E1C22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F0E06950-3413-03CD-D295-9074E90307A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BD1DAFD-0BBB-30DA-8845-E72F07FB6FA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800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F284AA38-199F-B830-CECB-B9E7D59A917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21863" y="508838"/>
            <a:ext cx="5217958" cy="6239661"/>
            <a:chOff x="-19221" y="251144"/>
            <a:chExt cx="5217958" cy="6239661"/>
          </a:xfrm>
        </p:grpSpPr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364D5F9D-D696-B502-5B83-85AAEFF67D5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251144"/>
              <a:ext cx="5187198" cy="6239661"/>
            </a:xfrm>
            <a:custGeom>
              <a:avLst/>
              <a:gdLst>
                <a:gd name="connsiteX0" fmla="*/ 2011811 w 5187198"/>
                <a:gd name="connsiteY0" fmla="*/ 4 h 6239661"/>
                <a:gd name="connsiteX1" fmla="*/ 2617011 w 5187198"/>
                <a:gd name="connsiteY1" fmla="*/ 70590 h 6239661"/>
                <a:gd name="connsiteX2" fmla="*/ 2690321 w 5187198"/>
                <a:gd name="connsiteY2" fmla="*/ 88146 h 6239661"/>
                <a:gd name="connsiteX3" fmla="*/ 2726863 w 5187198"/>
                <a:gd name="connsiteY3" fmla="*/ 97127 h 6239661"/>
                <a:gd name="connsiteX4" fmla="*/ 2762951 w 5187198"/>
                <a:gd name="connsiteY4" fmla="*/ 107375 h 6239661"/>
                <a:gd name="connsiteX5" fmla="*/ 2834843 w 5187198"/>
                <a:gd name="connsiteY5" fmla="*/ 128493 h 6239661"/>
                <a:gd name="connsiteX6" fmla="*/ 2906574 w 5187198"/>
                <a:gd name="connsiteY6" fmla="*/ 151076 h 6239661"/>
                <a:gd name="connsiteX7" fmla="*/ 3049504 w 5187198"/>
                <a:gd name="connsiteY7" fmla="*/ 202124 h 6239661"/>
                <a:gd name="connsiteX8" fmla="*/ 3189518 w 5187198"/>
                <a:gd name="connsiteY8" fmla="*/ 260159 h 6239661"/>
                <a:gd name="connsiteX9" fmla="*/ 3326048 w 5187198"/>
                <a:gd name="connsiteY9" fmla="*/ 325143 h 6239661"/>
                <a:gd name="connsiteX10" fmla="*/ 3459166 w 5187198"/>
                <a:gd name="connsiteY10" fmla="*/ 395936 h 6239661"/>
                <a:gd name="connsiteX11" fmla="*/ 3588578 w 5187198"/>
                <a:gd name="connsiteY11" fmla="*/ 472343 h 6239661"/>
                <a:gd name="connsiteX12" fmla="*/ 3651864 w 5187198"/>
                <a:gd name="connsiteY12" fmla="*/ 512600 h 6239661"/>
                <a:gd name="connsiteX13" fmla="*/ 3714514 w 5187198"/>
                <a:gd name="connsiteY13" fmla="*/ 553499 h 6239661"/>
                <a:gd name="connsiteX14" fmla="*/ 4181221 w 5187198"/>
                <a:gd name="connsiteY14" fmla="*/ 922912 h 6239661"/>
                <a:gd name="connsiteX15" fmla="*/ 4582963 w 5187198"/>
                <a:gd name="connsiteY15" fmla="*/ 1358264 h 6239661"/>
                <a:gd name="connsiteX16" fmla="*/ 4670721 w 5187198"/>
                <a:gd name="connsiteY16" fmla="*/ 1477644 h 6239661"/>
                <a:gd name="connsiteX17" fmla="*/ 4752378 w 5187198"/>
                <a:gd name="connsiteY17" fmla="*/ 1601187 h 6239661"/>
                <a:gd name="connsiteX18" fmla="*/ 4772168 w 5187198"/>
                <a:gd name="connsiteY18" fmla="*/ 1632456 h 6239661"/>
                <a:gd name="connsiteX19" fmla="*/ 4782117 w 5187198"/>
                <a:gd name="connsiteY19" fmla="*/ 1648104 h 6239661"/>
                <a:gd name="connsiteX20" fmla="*/ 4791381 w 5187198"/>
                <a:gd name="connsiteY20" fmla="*/ 1664150 h 6239661"/>
                <a:gd name="connsiteX21" fmla="*/ 4828190 w 5187198"/>
                <a:gd name="connsiteY21" fmla="*/ 1728379 h 6239661"/>
                <a:gd name="connsiteX22" fmla="*/ 4864832 w 5187198"/>
                <a:gd name="connsiteY22" fmla="*/ 1792796 h 6239661"/>
                <a:gd name="connsiteX23" fmla="*/ 4899201 w 5187198"/>
                <a:gd name="connsiteY23" fmla="*/ 1858342 h 6239661"/>
                <a:gd name="connsiteX24" fmla="*/ 4933266 w 5187198"/>
                <a:gd name="connsiteY24" fmla="*/ 1924155 h 6239661"/>
                <a:gd name="connsiteX25" fmla="*/ 4964403 w 5187198"/>
                <a:gd name="connsiteY25" fmla="*/ 1991384 h 6239661"/>
                <a:gd name="connsiteX26" fmla="*/ 4995019 w 5187198"/>
                <a:gd name="connsiteY26" fmla="*/ 2058823 h 6239661"/>
                <a:gd name="connsiteX27" fmla="*/ 5021999 w 5187198"/>
                <a:gd name="connsiteY27" fmla="*/ 2127723 h 6239661"/>
                <a:gd name="connsiteX28" fmla="*/ 5048321 w 5187198"/>
                <a:gd name="connsiteY28" fmla="*/ 2196908 h 6239661"/>
                <a:gd name="connsiteX29" fmla="*/ 5070546 w 5187198"/>
                <a:gd name="connsiteY29" fmla="*/ 2267547 h 6239661"/>
                <a:gd name="connsiteX30" fmla="*/ 5092171 w 5187198"/>
                <a:gd name="connsiteY30" fmla="*/ 2338256 h 6239661"/>
                <a:gd name="connsiteX31" fmla="*/ 5110305 w 5187198"/>
                <a:gd name="connsiteY31" fmla="*/ 2409886 h 6239661"/>
                <a:gd name="connsiteX32" fmla="*/ 5186393 w 5187198"/>
                <a:gd name="connsiteY32" fmla="*/ 2992022 h 6239661"/>
                <a:gd name="connsiteX33" fmla="*/ 5149045 w 5187198"/>
                <a:gd name="connsiteY33" fmla="*/ 3571816 h 6239661"/>
                <a:gd name="connsiteX34" fmla="*/ 5126572 w 5187198"/>
                <a:gd name="connsiteY34" fmla="*/ 3714520 h 6239661"/>
                <a:gd name="connsiteX35" fmla="*/ 5099067 w 5187198"/>
                <a:gd name="connsiteY35" fmla="*/ 3856108 h 6239661"/>
                <a:gd name="connsiteX36" fmla="*/ 5095699 w 5187198"/>
                <a:gd name="connsiteY36" fmla="*/ 3873868 h 6239661"/>
                <a:gd name="connsiteX37" fmla="*/ 5091573 w 5187198"/>
                <a:gd name="connsiteY37" fmla="*/ 3891426 h 6239661"/>
                <a:gd name="connsiteX38" fmla="*/ 5083324 w 5187198"/>
                <a:gd name="connsiteY38" fmla="*/ 3926541 h 6239661"/>
                <a:gd name="connsiteX39" fmla="*/ 5067256 w 5187198"/>
                <a:gd name="connsiteY39" fmla="*/ 3996889 h 6239661"/>
                <a:gd name="connsiteX40" fmla="*/ 5059194 w 5187198"/>
                <a:gd name="connsiteY40" fmla="*/ 4032171 h 6239661"/>
                <a:gd name="connsiteX41" fmla="*/ 5049522 w 5187198"/>
                <a:gd name="connsiteY41" fmla="*/ 4067833 h 6239661"/>
                <a:gd name="connsiteX42" fmla="*/ 5040067 w 5187198"/>
                <a:gd name="connsiteY42" fmla="*/ 4103553 h 6239661"/>
                <a:gd name="connsiteX43" fmla="*/ 5028960 w 5187198"/>
                <a:gd name="connsiteY43" fmla="*/ 4138946 h 6239661"/>
                <a:gd name="connsiteX44" fmla="*/ 4917351 w 5187198"/>
                <a:gd name="connsiteY44" fmla="*/ 4417041 h 6239661"/>
                <a:gd name="connsiteX45" fmla="*/ 4756163 w 5187198"/>
                <a:gd name="connsiteY45" fmla="*/ 4676402 h 6239661"/>
                <a:gd name="connsiteX46" fmla="*/ 4322493 w 5187198"/>
                <a:gd name="connsiteY46" fmla="*/ 5105604 h 6239661"/>
                <a:gd name="connsiteX47" fmla="*/ 3840510 w 5187198"/>
                <a:gd name="connsiteY47" fmla="*/ 5429590 h 6239661"/>
                <a:gd name="connsiteX48" fmla="*/ 3606447 w 5187198"/>
                <a:gd name="connsiteY48" fmla="*/ 5572862 h 6239661"/>
                <a:gd name="connsiteX49" fmla="*/ 3488814 w 5187198"/>
                <a:gd name="connsiteY49" fmla="*/ 5647178 h 6239661"/>
                <a:gd name="connsiteX50" fmla="*/ 3365864 w 5187198"/>
                <a:gd name="connsiteY50" fmla="*/ 5722735 h 6239661"/>
                <a:gd name="connsiteX51" fmla="*/ 2839486 w 5187198"/>
                <a:gd name="connsiteY51" fmla="*/ 5999120 h 6239661"/>
                <a:gd name="connsiteX52" fmla="*/ 2242423 w 5187198"/>
                <a:gd name="connsiteY52" fmla="*/ 6192346 h 6239661"/>
                <a:gd name="connsiteX53" fmla="*/ 1589380 w 5187198"/>
                <a:gd name="connsiteY53" fmla="*/ 6230657 h 6239661"/>
                <a:gd name="connsiteX54" fmla="*/ 1548244 w 5187198"/>
                <a:gd name="connsiteY54" fmla="*/ 6226706 h 6239661"/>
                <a:gd name="connsiteX55" fmla="*/ 1507348 w 5187198"/>
                <a:gd name="connsiteY55" fmla="*/ 6221428 h 6239661"/>
                <a:gd name="connsiteX56" fmla="*/ 1466401 w 5187198"/>
                <a:gd name="connsiteY56" fmla="*/ 6215904 h 6239661"/>
                <a:gd name="connsiteX57" fmla="*/ 1425773 w 5187198"/>
                <a:gd name="connsiteY57" fmla="*/ 6209191 h 6239661"/>
                <a:gd name="connsiteX58" fmla="*/ 1344960 w 5187198"/>
                <a:gd name="connsiteY58" fmla="*/ 6193681 h 6239661"/>
                <a:gd name="connsiteX59" fmla="*/ 1265007 w 5187198"/>
                <a:gd name="connsiteY59" fmla="*/ 6175388 h 6239661"/>
                <a:gd name="connsiteX60" fmla="*/ 1225415 w 5187198"/>
                <a:gd name="connsiteY60" fmla="*/ 6165243 h 6239661"/>
                <a:gd name="connsiteX61" fmla="*/ 1186567 w 5187198"/>
                <a:gd name="connsiteY61" fmla="*/ 6154486 h 6239661"/>
                <a:gd name="connsiteX62" fmla="*/ 1111158 w 5187198"/>
                <a:gd name="connsiteY62" fmla="*/ 6130918 h 6239661"/>
                <a:gd name="connsiteX63" fmla="*/ 1035915 w 5187198"/>
                <a:gd name="connsiteY63" fmla="*/ 6107163 h 6239661"/>
                <a:gd name="connsiteX64" fmla="*/ 961579 w 5187198"/>
                <a:gd name="connsiteY64" fmla="*/ 6079594 h 6239661"/>
                <a:gd name="connsiteX65" fmla="*/ 395297 w 5187198"/>
                <a:gd name="connsiteY65" fmla="*/ 5792812 h 6239661"/>
                <a:gd name="connsiteX66" fmla="*/ 265239 w 5187198"/>
                <a:gd name="connsiteY66" fmla="*/ 5701511 h 6239661"/>
                <a:gd name="connsiteX67" fmla="*/ 233756 w 5187198"/>
                <a:gd name="connsiteY67" fmla="*/ 5677542 h 6239661"/>
                <a:gd name="connsiteX68" fmla="*/ 202800 w 5187198"/>
                <a:gd name="connsiteY68" fmla="*/ 5652902 h 6239661"/>
                <a:gd name="connsiteX69" fmla="*/ 140918 w 5187198"/>
                <a:gd name="connsiteY69" fmla="*/ 5603515 h 6239661"/>
                <a:gd name="connsiteX70" fmla="*/ 110625 w 5187198"/>
                <a:gd name="connsiteY70" fmla="*/ 5578127 h 6239661"/>
                <a:gd name="connsiteX71" fmla="*/ 95631 w 5187198"/>
                <a:gd name="connsiteY71" fmla="*/ 5565299 h 6239661"/>
                <a:gd name="connsiteX72" fmla="*/ 81966 w 5187198"/>
                <a:gd name="connsiteY72" fmla="*/ 5550973 h 6239661"/>
                <a:gd name="connsiteX73" fmla="*/ 27991 w 5187198"/>
                <a:gd name="connsiteY73" fmla="*/ 5493272 h 6239661"/>
                <a:gd name="connsiteX74" fmla="*/ 1454 w 5187198"/>
                <a:gd name="connsiteY74" fmla="*/ 5464252 h 6239661"/>
                <a:gd name="connsiteX75" fmla="*/ 0 w 5187198"/>
                <a:gd name="connsiteY75" fmla="*/ 5462518 h 6239661"/>
                <a:gd name="connsiteX76" fmla="*/ 0 w 5187198"/>
                <a:gd name="connsiteY76" fmla="*/ 4720187 h 6239661"/>
                <a:gd name="connsiteX77" fmla="*/ 109684 w 5187198"/>
                <a:gd name="connsiteY77" fmla="*/ 4836724 h 6239661"/>
                <a:gd name="connsiteX78" fmla="*/ 306959 w 5187198"/>
                <a:gd name="connsiteY78" fmla="*/ 5007200 h 6239661"/>
                <a:gd name="connsiteX79" fmla="*/ 358101 w 5187198"/>
                <a:gd name="connsiteY79" fmla="*/ 5046057 h 6239661"/>
                <a:gd name="connsiteX80" fmla="*/ 383328 w 5187198"/>
                <a:gd name="connsiteY80" fmla="*/ 5065684 h 6239661"/>
                <a:gd name="connsiteX81" fmla="*/ 409503 w 5187198"/>
                <a:gd name="connsiteY81" fmla="*/ 5083942 h 6239661"/>
                <a:gd name="connsiteX82" fmla="*/ 461889 w 5187198"/>
                <a:gd name="connsiteY82" fmla="*/ 5119888 h 6239661"/>
                <a:gd name="connsiteX83" fmla="*/ 474883 w 5187198"/>
                <a:gd name="connsiteY83" fmla="*/ 5128933 h 6239661"/>
                <a:gd name="connsiteX84" fmla="*/ 486410 w 5187198"/>
                <a:gd name="connsiteY84" fmla="*/ 5139557 h 6239661"/>
                <a:gd name="connsiteX85" fmla="*/ 510852 w 5187198"/>
                <a:gd name="connsiteY85" fmla="*/ 5159089 h 6239661"/>
                <a:gd name="connsiteX86" fmla="*/ 560653 w 5187198"/>
                <a:gd name="connsiteY86" fmla="*/ 5196893 h 6239661"/>
                <a:gd name="connsiteX87" fmla="*/ 585485 w 5187198"/>
                <a:gd name="connsiteY87" fmla="*/ 5215834 h 6239661"/>
                <a:gd name="connsiteX88" fmla="*/ 610707 w 5187198"/>
                <a:gd name="connsiteY88" fmla="*/ 5234185 h 6239661"/>
                <a:gd name="connsiteX89" fmla="*/ 714768 w 5187198"/>
                <a:gd name="connsiteY89" fmla="*/ 5303103 h 6239661"/>
                <a:gd name="connsiteX90" fmla="*/ 1166634 w 5187198"/>
                <a:gd name="connsiteY90" fmla="*/ 5513322 h 6239661"/>
                <a:gd name="connsiteX91" fmla="*/ 1225991 w 5187198"/>
                <a:gd name="connsiteY91" fmla="*/ 5533632 h 6239661"/>
                <a:gd name="connsiteX92" fmla="*/ 1286680 w 5187198"/>
                <a:gd name="connsiteY92" fmla="*/ 5550705 h 6239661"/>
                <a:gd name="connsiteX93" fmla="*/ 1347310 w 5187198"/>
                <a:gd name="connsiteY93" fmla="*/ 5567995 h 6239661"/>
                <a:gd name="connsiteX94" fmla="*/ 1377002 w 5187198"/>
                <a:gd name="connsiteY94" fmla="*/ 5575719 h 6239661"/>
                <a:gd name="connsiteX95" fmla="*/ 1406328 w 5187198"/>
                <a:gd name="connsiteY95" fmla="*/ 5582649 h 6239661"/>
                <a:gd name="connsiteX96" fmla="*/ 1465060 w 5187198"/>
                <a:gd name="connsiteY96" fmla="*/ 5594909 h 6239661"/>
                <a:gd name="connsiteX97" fmla="*/ 1523881 w 5187198"/>
                <a:gd name="connsiteY97" fmla="*/ 5605105 h 6239661"/>
                <a:gd name="connsiteX98" fmla="*/ 1553325 w 5187198"/>
                <a:gd name="connsiteY98" fmla="*/ 5609865 h 6239661"/>
                <a:gd name="connsiteX99" fmla="*/ 1582813 w 5187198"/>
                <a:gd name="connsiteY99" fmla="*/ 5613593 h 6239661"/>
                <a:gd name="connsiteX100" fmla="*/ 1612301 w 5187198"/>
                <a:gd name="connsiteY100" fmla="*/ 5617321 h 6239661"/>
                <a:gd name="connsiteX101" fmla="*/ 1641863 w 5187198"/>
                <a:gd name="connsiteY101" fmla="*/ 5619910 h 6239661"/>
                <a:gd name="connsiteX102" fmla="*/ 2117508 w 5187198"/>
                <a:gd name="connsiteY102" fmla="*/ 5595156 h 6239661"/>
                <a:gd name="connsiteX103" fmla="*/ 2597368 w 5187198"/>
                <a:gd name="connsiteY103" fmla="*/ 5447381 h 6239661"/>
                <a:gd name="connsiteX104" fmla="*/ 3082968 w 5187198"/>
                <a:gd name="connsiteY104" fmla="*/ 5223245 h 6239661"/>
                <a:gd name="connsiteX105" fmla="*/ 3334855 w 5187198"/>
                <a:gd name="connsiteY105" fmla="*/ 5097383 h 6239661"/>
                <a:gd name="connsiteX106" fmla="*/ 3599509 w 5187198"/>
                <a:gd name="connsiteY106" fmla="*/ 4976217 h 6239661"/>
                <a:gd name="connsiteX107" fmla="*/ 4112002 w 5187198"/>
                <a:gd name="connsiteY107" fmla="*/ 4766359 h 6239661"/>
                <a:gd name="connsiteX108" fmla="*/ 4348983 w 5187198"/>
                <a:gd name="connsiteY108" fmla="*/ 4649833 h 6239661"/>
                <a:gd name="connsiteX109" fmla="*/ 4560505 w 5187198"/>
                <a:gd name="connsiteY109" fmla="*/ 4501564 h 6239661"/>
                <a:gd name="connsiteX110" fmla="*/ 4731963 w 5187198"/>
                <a:gd name="connsiteY110" fmla="*/ 4309870 h 6239661"/>
                <a:gd name="connsiteX111" fmla="*/ 4852344 w 5187198"/>
                <a:gd name="connsiteY111" fmla="*/ 4078640 h 6239661"/>
                <a:gd name="connsiteX112" fmla="*/ 4863972 w 5187198"/>
                <a:gd name="connsiteY112" fmla="*/ 4047790 h 6239661"/>
                <a:gd name="connsiteX113" fmla="*/ 4874144 w 5187198"/>
                <a:gd name="connsiteY113" fmla="*/ 4016320 h 6239661"/>
                <a:gd name="connsiteX114" fmla="*/ 4884127 w 5187198"/>
                <a:gd name="connsiteY114" fmla="*/ 3984682 h 6239661"/>
                <a:gd name="connsiteX115" fmla="*/ 4892800 w 5187198"/>
                <a:gd name="connsiteY115" fmla="*/ 3951883 h 6239661"/>
                <a:gd name="connsiteX116" fmla="*/ 4909526 w 5187198"/>
                <a:gd name="connsiteY116" fmla="*/ 3886001 h 6239661"/>
                <a:gd name="connsiteX117" fmla="*/ 4917687 w 5187198"/>
                <a:gd name="connsiteY117" fmla="*/ 3852948 h 6239661"/>
                <a:gd name="connsiteX118" fmla="*/ 4921768 w 5187198"/>
                <a:gd name="connsiteY118" fmla="*/ 3836422 h 6239661"/>
                <a:gd name="connsiteX119" fmla="*/ 4924845 w 5187198"/>
                <a:gd name="connsiteY119" fmla="*/ 3819742 h 6239661"/>
                <a:gd name="connsiteX120" fmla="*/ 4948230 w 5187198"/>
                <a:gd name="connsiteY120" fmla="*/ 3685744 h 6239661"/>
                <a:gd name="connsiteX121" fmla="*/ 4962782 w 5187198"/>
                <a:gd name="connsiteY121" fmla="*/ 3550540 h 6239661"/>
                <a:gd name="connsiteX122" fmla="*/ 4939468 w 5187198"/>
                <a:gd name="connsiteY122" fmla="*/ 3010249 h 6239661"/>
                <a:gd name="connsiteX123" fmla="*/ 4816901 w 5187198"/>
                <a:gd name="connsiteY123" fmla="*/ 2488224 h 6239661"/>
                <a:gd name="connsiteX124" fmla="*/ 4797005 w 5187198"/>
                <a:gd name="connsiteY124" fmla="*/ 2424470 h 6239661"/>
                <a:gd name="connsiteX125" fmla="*/ 4774433 w 5187198"/>
                <a:gd name="connsiteY125" fmla="*/ 2361620 h 6239661"/>
                <a:gd name="connsiteX126" fmla="*/ 4752459 w 5187198"/>
                <a:gd name="connsiteY126" fmla="*/ 2298700 h 6239661"/>
                <a:gd name="connsiteX127" fmla="*/ 4728083 w 5187198"/>
                <a:gd name="connsiteY127" fmla="*/ 2236526 h 6239661"/>
                <a:gd name="connsiteX128" fmla="*/ 4704471 w 5187198"/>
                <a:gd name="connsiteY128" fmla="*/ 2174095 h 6239661"/>
                <a:gd name="connsiteX129" fmla="*/ 4678399 w 5187198"/>
                <a:gd name="connsiteY129" fmla="*/ 2112626 h 6239661"/>
                <a:gd name="connsiteX130" fmla="*/ 4652601 w 5187198"/>
                <a:gd name="connsiteY130" fmla="*/ 2050999 h 6239661"/>
                <a:gd name="connsiteX131" fmla="*/ 4624205 w 5187198"/>
                <a:gd name="connsiteY131" fmla="*/ 1990415 h 6239661"/>
                <a:gd name="connsiteX132" fmla="*/ 4595398 w 5187198"/>
                <a:gd name="connsiteY132" fmla="*/ 1930069 h 6239661"/>
                <a:gd name="connsiteX133" fmla="*/ 4563827 w 5187198"/>
                <a:gd name="connsiteY133" fmla="*/ 1870952 h 6239661"/>
                <a:gd name="connsiteX134" fmla="*/ 4531433 w 5187198"/>
                <a:gd name="connsiteY134" fmla="*/ 1812311 h 6239661"/>
                <a:gd name="connsiteX135" fmla="*/ 4523315 w 5187198"/>
                <a:gd name="connsiteY135" fmla="*/ 1797616 h 6239661"/>
                <a:gd name="connsiteX136" fmla="*/ 4514482 w 5187198"/>
                <a:gd name="connsiteY136" fmla="*/ 1783425 h 6239661"/>
                <a:gd name="connsiteX137" fmla="*/ 4496845 w 5187198"/>
                <a:gd name="connsiteY137" fmla="*/ 1754936 h 6239661"/>
                <a:gd name="connsiteX138" fmla="*/ 4461463 w 5187198"/>
                <a:gd name="connsiteY138" fmla="*/ 1697929 h 6239661"/>
                <a:gd name="connsiteX139" fmla="*/ 4452660 w 5187198"/>
                <a:gd name="connsiteY139" fmla="*/ 1683629 h 6239661"/>
                <a:gd name="connsiteX140" fmla="*/ 4443141 w 5187198"/>
                <a:gd name="connsiteY140" fmla="*/ 1669834 h 6239661"/>
                <a:gd name="connsiteX141" fmla="*/ 4424241 w 5187198"/>
                <a:gd name="connsiteY141" fmla="*/ 1642166 h 6239661"/>
                <a:gd name="connsiteX142" fmla="*/ 4346886 w 5187198"/>
                <a:gd name="connsiteY142" fmla="*/ 1532412 h 6239661"/>
                <a:gd name="connsiteX143" fmla="*/ 3985497 w 5187198"/>
                <a:gd name="connsiteY143" fmla="*/ 1134649 h 6239661"/>
                <a:gd name="connsiteX144" fmla="*/ 3545665 w 5187198"/>
                <a:gd name="connsiteY144" fmla="*/ 825877 h 6239661"/>
                <a:gd name="connsiteX145" fmla="*/ 3486190 w 5187198"/>
                <a:gd name="connsiteY145" fmla="*/ 794756 h 6239661"/>
                <a:gd name="connsiteX146" fmla="*/ 3426182 w 5187198"/>
                <a:gd name="connsiteY146" fmla="*/ 764765 h 6239661"/>
                <a:gd name="connsiteX147" fmla="*/ 3365044 w 5187198"/>
                <a:gd name="connsiteY147" fmla="*/ 737255 h 6239661"/>
                <a:gd name="connsiteX148" fmla="*/ 3334529 w 5187198"/>
                <a:gd name="connsiteY148" fmla="*/ 723514 h 6239661"/>
                <a:gd name="connsiteX149" fmla="*/ 3303733 w 5187198"/>
                <a:gd name="connsiteY149" fmla="*/ 710395 h 6239661"/>
                <a:gd name="connsiteX150" fmla="*/ 3179033 w 5187198"/>
                <a:gd name="connsiteY150" fmla="*/ 662259 h 6239661"/>
                <a:gd name="connsiteX151" fmla="*/ 3052408 w 5187198"/>
                <a:gd name="connsiteY151" fmla="*/ 620447 h 6239661"/>
                <a:gd name="connsiteX152" fmla="*/ 2924325 w 5187198"/>
                <a:gd name="connsiteY152" fmla="*/ 584505 h 6239661"/>
                <a:gd name="connsiteX153" fmla="*/ 2859667 w 5187198"/>
                <a:gd name="connsiteY153" fmla="*/ 569266 h 6239661"/>
                <a:gd name="connsiteX154" fmla="*/ 2795226 w 5187198"/>
                <a:gd name="connsiteY154" fmla="*/ 554085 h 6239661"/>
                <a:gd name="connsiteX155" fmla="*/ 2729702 w 5187198"/>
                <a:gd name="connsiteY155" fmla="*/ 540354 h 6239661"/>
                <a:gd name="connsiteX156" fmla="*/ 2663758 w 5187198"/>
                <a:gd name="connsiteY156" fmla="*/ 527322 h 6239661"/>
                <a:gd name="connsiteX157" fmla="*/ 2630927 w 5187198"/>
                <a:gd name="connsiteY157" fmla="*/ 520495 h 6239661"/>
                <a:gd name="connsiteX158" fmla="*/ 2597965 w 5187198"/>
                <a:gd name="connsiteY158" fmla="*/ 515024 h 6239661"/>
                <a:gd name="connsiteX159" fmla="*/ 2532205 w 5187198"/>
                <a:gd name="connsiteY159" fmla="*/ 503895 h 6239661"/>
                <a:gd name="connsiteX160" fmla="*/ 2010064 w 5187198"/>
                <a:gd name="connsiteY160" fmla="*/ 452552 h 6239661"/>
                <a:gd name="connsiteX161" fmla="*/ 1494552 w 5187198"/>
                <a:gd name="connsiteY161" fmla="*/ 485055 h 6239661"/>
                <a:gd name="connsiteX162" fmla="*/ 1366896 w 5187198"/>
                <a:gd name="connsiteY162" fmla="*/ 509389 h 6239661"/>
                <a:gd name="connsiteX163" fmla="*/ 1240175 w 5187198"/>
                <a:gd name="connsiteY163" fmla="*/ 541045 h 6239661"/>
                <a:gd name="connsiteX164" fmla="*/ 1177438 w 5187198"/>
                <a:gd name="connsiteY164" fmla="*/ 560170 h 6239661"/>
                <a:gd name="connsiteX165" fmla="*/ 1145987 w 5187198"/>
                <a:gd name="connsiteY165" fmla="*/ 569826 h 6239661"/>
                <a:gd name="connsiteX166" fmla="*/ 1130315 w 5187198"/>
                <a:gd name="connsiteY166" fmla="*/ 574669 h 6239661"/>
                <a:gd name="connsiteX167" fmla="*/ 1114873 w 5187198"/>
                <a:gd name="connsiteY167" fmla="*/ 580384 h 6239661"/>
                <a:gd name="connsiteX168" fmla="*/ 1052839 w 5187198"/>
                <a:gd name="connsiteY168" fmla="*/ 602943 h 6239661"/>
                <a:gd name="connsiteX169" fmla="*/ 991135 w 5187198"/>
                <a:gd name="connsiteY169" fmla="*/ 626866 h 6239661"/>
                <a:gd name="connsiteX170" fmla="*/ 930179 w 5187198"/>
                <a:gd name="connsiteY170" fmla="*/ 653191 h 6239661"/>
                <a:gd name="connsiteX171" fmla="*/ 869768 w 5187198"/>
                <a:gd name="connsiteY171" fmla="*/ 680937 h 6239661"/>
                <a:gd name="connsiteX172" fmla="*/ 810085 w 5187198"/>
                <a:gd name="connsiteY172" fmla="*/ 710734 h 6239661"/>
                <a:gd name="connsiteX173" fmla="*/ 751220 w 5187198"/>
                <a:gd name="connsiteY173" fmla="*/ 741794 h 6239661"/>
                <a:gd name="connsiteX174" fmla="*/ 532669 w 5187198"/>
                <a:gd name="connsiteY174" fmla="*/ 881688 h 6239661"/>
                <a:gd name="connsiteX175" fmla="*/ 354185 w 5187198"/>
                <a:gd name="connsiteY175" fmla="*/ 1050286 h 6239661"/>
                <a:gd name="connsiteX176" fmla="*/ 315980 w 5187198"/>
                <a:gd name="connsiteY176" fmla="*/ 1098125 h 6239661"/>
                <a:gd name="connsiteX177" fmla="*/ 280345 w 5187198"/>
                <a:gd name="connsiteY177" fmla="*/ 1149782 h 6239661"/>
                <a:gd name="connsiteX178" fmla="*/ 245890 w 5187198"/>
                <a:gd name="connsiteY178" fmla="*/ 1203959 h 6239661"/>
                <a:gd name="connsiteX179" fmla="*/ 212162 w 5187198"/>
                <a:gd name="connsiteY179" fmla="*/ 1260184 h 6239661"/>
                <a:gd name="connsiteX180" fmla="*/ 80716 w 5187198"/>
                <a:gd name="connsiteY180" fmla="*/ 1502476 h 6239661"/>
                <a:gd name="connsiteX181" fmla="*/ 0 w 5187198"/>
                <a:gd name="connsiteY181" fmla="*/ 1648841 h 6239661"/>
                <a:gd name="connsiteX182" fmla="*/ 0 w 5187198"/>
                <a:gd name="connsiteY182" fmla="*/ 954863 h 6239661"/>
                <a:gd name="connsiteX183" fmla="*/ 43491 w 5187198"/>
                <a:gd name="connsiteY183" fmla="*/ 895513 h 6239661"/>
                <a:gd name="connsiteX184" fmla="*/ 93923 w 5187198"/>
                <a:gd name="connsiteY184" fmla="*/ 834489 h 6239661"/>
                <a:gd name="connsiteX185" fmla="*/ 323465 w 5187198"/>
                <a:gd name="connsiteY185" fmla="*/ 617671 h 6239661"/>
                <a:gd name="connsiteX186" fmla="*/ 574777 w 5187198"/>
                <a:gd name="connsiteY186" fmla="*/ 446794 h 6239661"/>
                <a:gd name="connsiteX187" fmla="*/ 638943 w 5187198"/>
                <a:gd name="connsiteY187" fmla="*/ 408925 h 6239661"/>
                <a:gd name="connsiteX188" fmla="*/ 703505 w 5187198"/>
                <a:gd name="connsiteY188" fmla="*/ 371742 h 6239661"/>
                <a:gd name="connsiteX189" fmla="*/ 769262 w 5187198"/>
                <a:gd name="connsiteY189" fmla="*/ 336154 h 6239661"/>
                <a:gd name="connsiteX190" fmla="*/ 835552 w 5187198"/>
                <a:gd name="connsiteY190" fmla="*/ 301173 h 6239661"/>
                <a:gd name="connsiteX191" fmla="*/ 902979 w 5187198"/>
                <a:gd name="connsiteY191" fmla="*/ 268004 h 6239661"/>
                <a:gd name="connsiteX192" fmla="*/ 971127 w 5187198"/>
                <a:gd name="connsiteY192" fmla="*/ 235607 h 6239661"/>
                <a:gd name="connsiteX193" fmla="*/ 988238 w 5187198"/>
                <a:gd name="connsiteY193" fmla="*/ 227556 h 6239661"/>
                <a:gd name="connsiteX194" fmla="*/ 1005744 w 5187198"/>
                <a:gd name="connsiteY194" fmla="*/ 220191 h 6239661"/>
                <a:gd name="connsiteX195" fmla="*/ 1040729 w 5187198"/>
                <a:gd name="connsiteY195" fmla="*/ 205569 h 6239661"/>
                <a:gd name="connsiteX196" fmla="*/ 1110835 w 5187198"/>
                <a:gd name="connsiteY196" fmla="*/ 176248 h 6239661"/>
                <a:gd name="connsiteX197" fmla="*/ 1254256 w 5187198"/>
                <a:gd name="connsiteY197" fmla="*/ 123796 h 6239661"/>
                <a:gd name="connsiteX198" fmla="*/ 1401310 w 5187198"/>
                <a:gd name="connsiteY198" fmla="*/ 79852 h 6239661"/>
                <a:gd name="connsiteX199" fmla="*/ 2011811 w 5187198"/>
                <a:gd name="connsiteY199" fmla="*/ 4 h 62396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</a:cxnLst>
              <a:rect l="l" t="t" r="r" b="b"/>
              <a:pathLst>
                <a:path w="5187198" h="6239661">
                  <a:moveTo>
                    <a:pt x="2011811" y="4"/>
                  </a:moveTo>
                  <a:cubicBezTo>
                    <a:pt x="2217306" y="120"/>
                    <a:pt x="2420903" y="25925"/>
                    <a:pt x="2617011" y="70590"/>
                  </a:cubicBezTo>
                  <a:lnTo>
                    <a:pt x="2690321" y="88146"/>
                  </a:lnTo>
                  <a:lnTo>
                    <a:pt x="2726863" y="97127"/>
                  </a:lnTo>
                  <a:lnTo>
                    <a:pt x="2762951" y="107375"/>
                  </a:lnTo>
                  <a:lnTo>
                    <a:pt x="2834843" y="128493"/>
                  </a:lnTo>
                  <a:cubicBezTo>
                    <a:pt x="2858788" y="135605"/>
                    <a:pt x="2882632" y="142226"/>
                    <a:pt x="2906574" y="151076"/>
                  </a:cubicBezTo>
                  <a:cubicBezTo>
                    <a:pt x="2954475" y="167852"/>
                    <a:pt x="3002363" y="183813"/>
                    <a:pt x="3049504" y="202124"/>
                  </a:cubicBezTo>
                  <a:lnTo>
                    <a:pt x="3189518" y="260159"/>
                  </a:lnTo>
                  <a:lnTo>
                    <a:pt x="3326048" y="325143"/>
                  </a:lnTo>
                  <a:cubicBezTo>
                    <a:pt x="3370687" y="348464"/>
                    <a:pt x="3414908" y="372485"/>
                    <a:pt x="3459166" y="395936"/>
                  </a:cubicBezTo>
                  <a:cubicBezTo>
                    <a:pt x="3502947" y="420302"/>
                    <a:pt x="3545491" y="447118"/>
                    <a:pt x="3588578" y="472343"/>
                  </a:cubicBezTo>
                  <a:cubicBezTo>
                    <a:pt x="3610346" y="484551"/>
                    <a:pt x="3630797" y="499072"/>
                    <a:pt x="3651864" y="512600"/>
                  </a:cubicBezTo>
                  <a:lnTo>
                    <a:pt x="3714514" y="553499"/>
                  </a:lnTo>
                  <a:cubicBezTo>
                    <a:pt x="3880005" y="664844"/>
                    <a:pt x="4036083" y="788388"/>
                    <a:pt x="4181221" y="922912"/>
                  </a:cubicBezTo>
                  <a:cubicBezTo>
                    <a:pt x="4326221" y="1057515"/>
                    <a:pt x="4461955" y="1202038"/>
                    <a:pt x="4582963" y="1358264"/>
                  </a:cubicBezTo>
                  <a:cubicBezTo>
                    <a:pt x="4614206" y="1396543"/>
                    <a:pt x="4642091" y="1437400"/>
                    <a:pt x="4670721" y="1477644"/>
                  </a:cubicBezTo>
                  <a:cubicBezTo>
                    <a:pt x="4700172" y="1517414"/>
                    <a:pt x="4725864" y="1559538"/>
                    <a:pt x="4752378" y="1601187"/>
                  </a:cubicBezTo>
                  <a:lnTo>
                    <a:pt x="4772168" y="1632456"/>
                  </a:lnTo>
                  <a:lnTo>
                    <a:pt x="4782117" y="1648104"/>
                  </a:lnTo>
                  <a:lnTo>
                    <a:pt x="4791381" y="1664150"/>
                  </a:lnTo>
                  <a:lnTo>
                    <a:pt x="4828190" y="1728379"/>
                  </a:lnTo>
                  <a:cubicBezTo>
                    <a:pt x="4840266" y="1749930"/>
                    <a:pt x="4853470" y="1770740"/>
                    <a:pt x="4864832" y="1792796"/>
                  </a:cubicBezTo>
                  <a:lnTo>
                    <a:pt x="4899201" y="1858342"/>
                  </a:lnTo>
                  <a:cubicBezTo>
                    <a:pt x="4910484" y="1880260"/>
                    <a:pt x="4922532" y="1901920"/>
                    <a:pt x="4933266" y="1924155"/>
                  </a:cubicBezTo>
                  <a:lnTo>
                    <a:pt x="4964403" y="1991384"/>
                  </a:lnTo>
                  <a:cubicBezTo>
                    <a:pt x="4974618" y="2013829"/>
                    <a:pt x="4985323" y="2036171"/>
                    <a:pt x="4995019" y="2058823"/>
                  </a:cubicBezTo>
                  <a:lnTo>
                    <a:pt x="5021999" y="2127723"/>
                  </a:lnTo>
                  <a:lnTo>
                    <a:pt x="5048321" y="2196908"/>
                  </a:lnTo>
                  <a:lnTo>
                    <a:pt x="5070546" y="2267547"/>
                  </a:lnTo>
                  <a:cubicBezTo>
                    <a:pt x="5078054" y="2291004"/>
                    <a:pt x="5085044" y="2314670"/>
                    <a:pt x="5092171" y="2338256"/>
                  </a:cubicBezTo>
                  <a:cubicBezTo>
                    <a:pt x="5098670" y="2362023"/>
                    <a:pt x="5104296" y="2386019"/>
                    <a:pt x="5110305" y="2409886"/>
                  </a:cubicBezTo>
                  <a:cubicBezTo>
                    <a:pt x="5158097" y="2600976"/>
                    <a:pt x="5182068" y="2797044"/>
                    <a:pt x="5186393" y="2992022"/>
                  </a:cubicBezTo>
                  <a:cubicBezTo>
                    <a:pt x="5191013" y="3187195"/>
                    <a:pt x="5175397" y="3380886"/>
                    <a:pt x="5149045" y="3571816"/>
                  </a:cubicBezTo>
                  <a:cubicBezTo>
                    <a:pt x="5141154" y="3619431"/>
                    <a:pt x="5133539" y="3666889"/>
                    <a:pt x="5126572" y="3714520"/>
                  </a:cubicBezTo>
                  <a:cubicBezTo>
                    <a:pt x="5117276" y="3761759"/>
                    <a:pt x="5107793" y="3808831"/>
                    <a:pt x="5099067" y="3856108"/>
                  </a:cubicBezTo>
                  <a:lnTo>
                    <a:pt x="5095699" y="3873868"/>
                  </a:lnTo>
                  <a:lnTo>
                    <a:pt x="5091573" y="3891426"/>
                  </a:lnTo>
                  <a:lnTo>
                    <a:pt x="5083324" y="3926541"/>
                  </a:lnTo>
                  <a:lnTo>
                    <a:pt x="5067256" y="3996889"/>
                  </a:lnTo>
                  <a:cubicBezTo>
                    <a:pt x="5064451" y="4008657"/>
                    <a:pt x="5062244" y="4020353"/>
                    <a:pt x="5059194" y="4032171"/>
                  </a:cubicBezTo>
                  <a:lnTo>
                    <a:pt x="5049522" y="4067833"/>
                  </a:lnTo>
                  <a:lnTo>
                    <a:pt x="5040067" y="4103553"/>
                  </a:lnTo>
                  <a:cubicBezTo>
                    <a:pt x="5036554" y="4115363"/>
                    <a:pt x="5032689" y="4127194"/>
                    <a:pt x="5028960" y="4138946"/>
                  </a:cubicBezTo>
                  <a:cubicBezTo>
                    <a:pt x="4999693" y="4233462"/>
                    <a:pt x="4962869" y="4326764"/>
                    <a:pt x="4917351" y="4417041"/>
                  </a:cubicBezTo>
                  <a:cubicBezTo>
                    <a:pt x="4871860" y="4507209"/>
                    <a:pt x="4817597" y="4594215"/>
                    <a:pt x="4756163" y="4676402"/>
                  </a:cubicBezTo>
                  <a:cubicBezTo>
                    <a:pt x="4632803" y="4840875"/>
                    <a:pt x="4480597" y="4982783"/>
                    <a:pt x="4322493" y="5105604"/>
                  </a:cubicBezTo>
                  <a:cubicBezTo>
                    <a:pt x="4163928" y="5228420"/>
                    <a:pt x="3999564" y="5332640"/>
                    <a:pt x="3840510" y="5429590"/>
                  </a:cubicBezTo>
                  <a:cubicBezTo>
                    <a:pt x="3760954" y="5478172"/>
                    <a:pt x="3682353" y="5524924"/>
                    <a:pt x="3606447" y="5572862"/>
                  </a:cubicBezTo>
                  <a:lnTo>
                    <a:pt x="3488814" y="5647178"/>
                  </a:lnTo>
                  <a:cubicBezTo>
                    <a:pt x="3448270" y="5672597"/>
                    <a:pt x="3407323" y="5697792"/>
                    <a:pt x="3365864" y="5722735"/>
                  </a:cubicBezTo>
                  <a:cubicBezTo>
                    <a:pt x="3200163" y="5822424"/>
                    <a:pt x="3026125" y="5917328"/>
                    <a:pt x="2839486" y="5999120"/>
                  </a:cubicBezTo>
                  <a:cubicBezTo>
                    <a:pt x="2653201" y="6080891"/>
                    <a:pt x="2453560" y="6149344"/>
                    <a:pt x="2242423" y="6192346"/>
                  </a:cubicBezTo>
                  <a:cubicBezTo>
                    <a:pt x="2031719" y="6235463"/>
                    <a:pt x="1808952" y="6251353"/>
                    <a:pt x="1589380" y="6230657"/>
                  </a:cubicBezTo>
                  <a:lnTo>
                    <a:pt x="1548244" y="6226706"/>
                  </a:lnTo>
                  <a:cubicBezTo>
                    <a:pt x="1534528" y="6225117"/>
                    <a:pt x="1520898" y="6223203"/>
                    <a:pt x="1507348" y="6221428"/>
                  </a:cubicBezTo>
                  <a:lnTo>
                    <a:pt x="1466401" y="6215904"/>
                  </a:lnTo>
                  <a:cubicBezTo>
                    <a:pt x="1452772" y="6213991"/>
                    <a:pt x="1439316" y="6211428"/>
                    <a:pt x="1425773" y="6209191"/>
                  </a:cubicBezTo>
                  <a:cubicBezTo>
                    <a:pt x="1398775" y="6204391"/>
                    <a:pt x="1371610" y="6199779"/>
                    <a:pt x="1344960" y="6193681"/>
                  </a:cubicBezTo>
                  <a:cubicBezTo>
                    <a:pt x="1318251" y="6187799"/>
                    <a:pt x="1291260" y="6182538"/>
                    <a:pt x="1265007" y="6175388"/>
                  </a:cubicBezTo>
                  <a:lnTo>
                    <a:pt x="1225415" y="6165243"/>
                  </a:lnTo>
                  <a:cubicBezTo>
                    <a:pt x="1212163" y="6161924"/>
                    <a:pt x="1198939" y="6158496"/>
                    <a:pt x="1186567" y="6154486"/>
                  </a:cubicBezTo>
                  <a:lnTo>
                    <a:pt x="1111158" y="6130918"/>
                  </a:lnTo>
                  <a:lnTo>
                    <a:pt x="1035915" y="6107163"/>
                  </a:lnTo>
                  <a:cubicBezTo>
                    <a:pt x="1010846" y="6099055"/>
                    <a:pt x="986357" y="6088784"/>
                    <a:pt x="961579" y="6079594"/>
                  </a:cubicBezTo>
                  <a:cubicBezTo>
                    <a:pt x="763709" y="6005594"/>
                    <a:pt x="572401" y="5909703"/>
                    <a:pt x="395297" y="5792812"/>
                  </a:cubicBezTo>
                  <a:lnTo>
                    <a:pt x="265239" y="5701511"/>
                  </a:lnTo>
                  <a:cubicBezTo>
                    <a:pt x="254227" y="5694155"/>
                    <a:pt x="244103" y="5685646"/>
                    <a:pt x="233756" y="5677542"/>
                  </a:cubicBezTo>
                  <a:lnTo>
                    <a:pt x="202800" y="5652902"/>
                  </a:lnTo>
                  <a:lnTo>
                    <a:pt x="140918" y="5603515"/>
                  </a:lnTo>
                  <a:cubicBezTo>
                    <a:pt x="130598" y="5595302"/>
                    <a:pt x="120280" y="5587089"/>
                    <a:pt x="110625" y="5578127"/>
                  </a:cubicBezTo>
                  <a:cubicBezTo>
                    <a:pt x="105647" y="5573779"/>
                    <a:pt x="100444" y="5569834"/>
                    <a:pt x="95631" y="5565299"/>
                  </a:cubicBezTo>
                  <a:cubicBezTo>
                    <a:pt x="90955" y="5560684"/>
                    <a:pt x="86505" y="5555666"/>
                    <a:pt x="81966" y="5550973"/>
                  </a:cubicBezTo>
                  <a:lnTo>
                    <a:pt x="27991" y="5493272"/>
                  </a:lnTo>
                  <a:cubicBezTo>
                    <a:pt x="19109" y="5483589"/>
                    <a:pt x="9758" y="5474359"/>
                    <a:pt x="1454" y="5464252"/>
                  </a:cubicBezTo>
                  <a:lnTo>
                    <a:pt x="0" y="5462518"/>
                  </a:lnTo>
                  <a:lnTo>
                    <a:pt x="0" y="4720187"/>
                  </a:lnTo>
                  <a:lnTo>
                    <a:pt x="109684" y="4836724"/>
                  </a:lnTo>
                  <a:cubicBezTo>
                    <a:pt x="173316" y="4897375"/>
                    <a:pt x="239447" y="4954160"/>
                    <a:pt x="306959" y="5007200"/>
                  </a:cubicBezTo>
                  <a:lnTo>
                    <a:pt x="358101" y="5046057"/>
                  </a:lnTo>
                  <a:lnTo>
                    <a:pt x="383328" y="5065684"/>
                  </a:lnTo>
                  <a:cubicBezTo>
                    <a:pt x="391637" y="5072316"/>
                    <a:pt x="400805" y="5077902"/>
                    <a:pt x="409503" y="5083942"/>
                  </a:cubicBezTo>
                  <a:lnTo>
                    <a:pt x="461889" y="5119888"/>
                  </a:lnTo>
                  <a:cubicBezTo>
                    <a:pt x="466184" y="5122893"/>
                    <a:pt x="470616" y="5125820"/>
                    <a:pt x="474883" y="5128933"/>
                  </a:cubicBezTo>
                  <a:cubicBezTo>
                    <a:pt x="478982" y="5132235"/>
                    <a:pt x="482476" y="5136069"/>
                    <a:pt x="486410" y="5139557"/>
                  </a:cubicBezTo>
                  <a:cubicBezTo>
                    <a:pt x="494140" y="5146613"/>
                    <a:pt x="502565" y="5152812"/>
                    <a:pt x="510852" y="5159089"/>
                  </a:cubicBezTo>
                  <a:lnTo>
                    <a:pt x="560653" y="5196893"/>
                  </a:lnTo>
                  <a:lnTo>
                    <a:pt x="585485" y="5215834"/>
                  </a:lnTo>
                  <a:cubicBezTo>
                    <a:pt x="593773" y="5222111"/>
                    <a:pt x="601864" y="5228685"/>
                    <a:pt x="610707" y="5234185"/>
                  </a:cubicBezTo>
                  <a:lnTo>
                    <a:pt x="714768" y="5303103"/>
                  </a:lnTo>
                  <a:cubicBezTo>
                    <a:pt x="856162" y="5390603"/>
                    <a:pt x="1008099" y="5459947"/>
                    <a:pt x="1166634" y="5513322"/>
                  </a:cubicBezTo>
                  <a:cubicBezTo>
                    <a:pt x="1186540" y="5519932"/>
                    <a:pt x="1205774" y="5527751"/>
                    <a:pt x="1225991" y="5533632"/>
                  </a:cubicBezTo>
                  <a:lnTo>
                    <a:pt x="1286680" y="5550705"/>
                  </a:lnTo>
                  <a:lnTo>
                    <a:pt x="1347310" y="5567995"/>
                  </a:lnTo>
                  <a:cubicBezTo>
                    <a:pt x="1357469" y="5571180"/>
                    <a:pt x="1367261" y="5573572"/>
                    <a:pt x="1377002" y="5575719"/>
                  </a:cubicBezTo>
                  <a:lnTo>
                    <a:pt x="1406328" y="5582649"/>
                  </a:lnTo>
                  <a:cubicBezTo>
                    <a:pt x="1425825" y="5587757"/>
                    <a:pt x="1445490" y="5590939"/>
                    <a:pt x="1465060" y="5594909"/>
                  </a:cubicBezTo>
                  <a:cubicBezTo>
                    <a:pt x="1484652" y="5599231"/>
                    <a:pt x="1504324" y="5601952"/>
                    <a:pt x="1523881" y="5605105"/>
                  </a:cubicBezTo>
                  <a:cubicBezTo>
                    <a:pt x="1533660" y="5606682"/>
                    <a:pt x="1543460" y="5608613"/>
                    <a:pt x="1553325" y="5609865"/>
                  </a:cubicBezTo>
                  <a:lnTo>
                    <a:pt x="1582813" y="5613593"/>
                  </a:lnTo>
                  <a:lnTo>
                    <a:pt x="1612301" y="5617321"/>
                  </a:lnTo>
                  <a:lnTo>
                    <a:pt x="1641863" y="5619910"/>
                  </a:lnTo>
                  <a:cubicBezTo>
                    <a:pt x="1799348" y="5633940"/>
                    <a:pt x="1957913" y="5625770"/>
                    <a:pt x="2117508" y="5595156"/>
                  </a:cubicBezTo>
                  <a:cubicBezTo>
                    <a:pt x="2277124" y="5564895"/>
                    <a:pt x="2437004" y="5512449"/>
                    <a:pt x="2597368" y="5447381"/>
                  </a:cubicBezTo>
                  <a:cubicBezTo>
                    <a:pt x="2757791" y="5382096"/>
                    <a:pt x="2918855" y="5304464"/>
                    <a:pt x="3082968" y="5223245"/>
                  </a:cubicBezTo>
                  <a:lnTo>
                    <a:pt x="3334855" y="5097383"/>
                  </a:lnTo>
                  <a:cubicBezTo>
                    <a:pt x="3423528" y="5054142"/>
                    <a:pt x="3511773" y="5013798"/>
                    <a:pt x="3599509" y="4976217"/>
                  </a:cubicBezTo>
                  <a:cubicBezTo>
                    <a:pt x="3774960" y="4900701"/>
                    <a:pt x="3948276" y="4837481"/>
                    <a:pt x="4112002" y="4766359"/>
                  </a:cubicBezTo>
                  <a:cubicBezTo>
                    <a:pt x="4193972" y="4730827"/>
                    <a:pt x="4273429" y="4692997"/>
                    <a:pt x="4348983" y="4649833"/>
                  </a:cubicBezTo>
                  <a:cubicBezTo>
                    <a:pt x="4424508" y="4606778"/>
                    <a:pt x="4496050" y="4558250"/>
                    <a:pt x="4560505" y="4501564"/>
                  </a:cubicBezTo>
                  <a:cubicBezTo>
                    <a:pt x="4625198" y="4445289"/>
                    <a:pt x="4682991" y="4381021"/>
                    <a:pt x="4731963" y="4309870"/>
                  </a:cubicBezTo>
                  <a:cubicBezTo>
                    <a:pt x="4781043" y="4238747"/>
                    <a:pt x="4821275" y="4160848"/>
                    <a:pt x="4852344" y="4078640"/>
                  </a:cubicBezTo>
                  <a:lnTo>
                    <a:pt x="4863972" y="4047790"/>
                  </a:lnTo>
                  <a:lnTo>
                    <a:pt x="4874144" y="4016320"/>
                  </a:lnTo>
                  <a:lnTo>
                    <a:pt x="4884127" y="3984682"/>
                  </a:lnTo>
                  <a:cubicBezTo>
                    <a:pt x="4887242" y="3973925"/>
                    <a:pt x="4889981" y="3962835"/>
                    <a:pt x="4892800" y="3951883"/>
                  </a:cubicBezTo>
                  <a:lnTo>
                    <a:pt x="4909526" y="3886001"/>
                  </a:lnTo>
                  <a:lnTo>
                    <a:pt x="4917687" y="3852948"/>
                  </a:lnTo>
                  <a:lnTo>
                    <a:pt x="4921768" y="3836422"/>
                  </a:lnTo>
                  <a:lnTo>
                    <a:pt x="4924845" y="3819742"/>
                  </a:lnTo>
                  <a:cubicBezTo>
                    <a:pt x="4933092" y="3775120"/>
                    <a:pt x="4941231" y="3730469"/>
                    <a:pt x="4948230" y="3685744"/>
                  </a:cubicBezTo>
                  <a:cubicBezTo>
                    <a:pt x="4953579" y="3640694"/>
                    <a:pt x="4958249" y="3595577"/>
                    <a:pt x="4962782" y="3550540"/>
                  </a:cubicBezTo>
                  <a:cubicBezTo>
                    <a:pt x="4976580" y="3369692"/>
                    <a:pt x="4965812" y="3187942"/>
                    <a:pt x="4939468" y="3010249"/>
                  </a:cubicBezTo>
                  <a:cubicBezTo>
                    <a:pt x="4912965" y="2832281"/>
                    <a:pt x="4870237" y="2658196"/>
                    <a:pt x="4816901" y="2488224"/>
                  </a:cubicBezTo>
                  <a:cubicBezTo>
                    <a:pt x="4810197" y="2466954"/>
                    <a:pt x="4803984" y="2445582"/>
                    <a:pt x="4797005" y="2424470"/>
                  </a:cubicBezTo>
                  <a:cubicBezTo>
                    <a:pt x="4789399" y="2403537"/>
                    <a:pt x="4781686" y="2382574"/>
                    <a:pt x="4774433" y="2361620"/>
                  </a:cubicBezTo>
                  <a:lnTo>
                    <a:pt x="4752459" y="2298700"/>
                  </a:lnTo>
                  <a:lnTo>
                    <a:pt x="4728083" y="2236526"/>
                  </a:lnTo>
                  <a:cubicBezTo>
                    <a:pt x="4719957" y="2215802"/>
                    <a:pt x="4712352" y="2194869"/>
                    <a:pt x="4704471" y="2174095"/>
                  </a:cubicBezTo>
                  <a:lnTo>
                    <a:pt x="4678399" y="2112626"/>
                  </a:lnTo>
                  <a:lnTo>
                    <a:pt x="4652601" y="2050999"/>
                  </a:lnTo>
                  <a:cubicBezTo>
                    <a:pt x="4643711" y="2030533"/>
                    <a:pt x="4633616" y="2010672"/>
                    <a:pt x="4624205" y="1990415"/>
                  </a:cubicBezTo>
                  <a:lnTo>
                    <a:pt x="4595398" y="1930069"/>
                  </a:lnTo>
                  <a:cubicBezTo>
                    <a:pt x="4585714" y="1909969"/>
                    <a:pt x="4574413" y="1890713"/>
                    <a:pt x="4563827" y="1870952"/>
                  </a:cubicBezTo>
                  <a:lnTo>
                    <a:pt x="4531433" y="1812311"/>
                  </a:lnTo>
                  <a:lnTo>
                    <a:pt x="4523315" y="1797616"/>
                  </a:lnTo>
                  <a:lnTo>
                    <a:pt x="4514482" y="1783425"/>
                  </a:lnTo>
                  <a:lnTo>
                    <a:pt x="4496845" y="1754936"/>
                  </a:lnTo>
                  <a:lnTo>
                    <a:pt x="4461463" y="1697929"/>
                  </a:lnTo>
                  <a:lnTo>
                    <a:pt x="4452660" y="1683629"/>
                  </a:lnTo>
                  <a:lnTo>
                    <a:pt x="4443141" y="1669834"/>
                  </a:lnTo>
                  <a:lnTo>
                    <a:pt x="4424241" y="1642166"/>
                  </a:lnTo>
                  <a:cubicBezTo>
                    <a:pt x="4399005" y="1605265"/>
                    <a:pt x="4374512" y="1567751"/>
                    <a:pt x="4346886" y="1532412"/>
                  </a:cubicBezTo>
                  <a:cubicBezTo>
                    <a:pt x="4240477" y="1388328"/>
                    <a:pt x="4120362" y="1253437"/>
                    <a:pt x="3985497" y="1134649"/>
                  </a:cubicBezTo>
                  <a:cubicBezTo>
                    <a:pt x="3850799" y="1015675"/>
                    <a:pt x="3702920" y="911715"/>
                    <a:pt x="3545665" y="825877"/>
                  </a:cubicBezTo>
                  <a:lnTo>
                    <a:pt x="3486190" y="794756"/>
                  </a:lnTo>
                  <a:cubicBezTo>
                    <a:pt x="3466181" y="784640"/>
                    <a:pt x="3446893" y="773560"/>
                    <a:pt x="3426182" y="764765"/>
                  </a:cubicBezTo>
                  <a:lnTo>
                    <a:pt x="3365044" y="737255"/>
                  </a:lnTo>
                  <a:lnTo>
                    <a:pt x="3334529" y="723514"/>
                  </a:lnTo>
                  <a:cubicBezTo>
                    <a:pt x="3324394" y="718943"/>
                    <a:pt x="3314287" y="714265"/>
                    <a:pt x="3303733" y="710395"/>
                  </a:cubicBezTo>
                  <a:cubicBezTo>
                    <a:pt x="3262013" y="694346"/>
                    <a:pt x="3220711" y="677599"/>
                    <a:pt x="3179033" y="662259"/>
                  </a:cubicBezTo>
                  <a:lnTo>
                    <a:pt x="3052408" y="620447"/>
                  </a:lnTo>
                  <a:lnTo>
                    <a:pt x="2924325" y="584505"/>
                  </a:lnTo>
                  <a:cubicBezTo>
                    <a:pt x="2903106" y="578471"/>
                    <a:pt x="2881119" y="574434"/>
                    <a:pt x="2859667" y="569266"/>
                  </a:cubicBezTo>
                  <a:lnTo>
                    <a:pt x="2795226" y="554085"/>
                  </a:lnTo>
                  <a:cubicBezTo>
                    <a:pt x="2774078" y="548652"/>
                    <a:pt x="2751709" y="544744"/>
                    <a:pt x="2729702" y="540354"/>
                  </a:cubicBezTo>
                  <a:lnTo>
                    <a:pt x="2663758" y="527322"/>
                  </a:lnTo>
                  <a:lnTo>
                    <a:pt x="2630927" y="520495"/>
                  </a:lnTo>
                  <a:lnTo>
                    <a:pt x="2597965" y="515024"/>
                  </a:lnTo>
                  <a:cubicBezTo>
                    <a:pt x="2575970" y="511449"/>
                    <a:pt x="2554112" y="507795"/>
                    <a:pt x="2532205" y="503895"/>
                  </a:cubicBezTo>
                  <a:cubicBezTo>
                    <a:pt x="2357016" y="475037"/>
                    <a:pt x="2182954" y="456682"/>
                    <a:pt x="2010064" y="452552"/>
                  </a:cubicBezTo>
                  <a:cubicBezTo>
                    <a:pt x="1837255" y="448558"/>
                    <a:pt x="1665388" y="457916"/>
                    <a:pt x="1494552" y="485055"/>
                  </a:cubicBezTo>
                  <a:cubicBezTo>
                    <a:pt x="1452133" y="492816"/>
                    <a:pt x="1409569" y="501117"/>
                    <a:pt x="1366896" y="509389"/>
                  </a:cubicBezTo>
                  <a:cubicBezTo>
                    <a:pt x="1324862" y="520035"/>
                    <a:pt x="1282333" y="529505"/>
                    <a:pt x="1240175" y="541045"/>
                  </a:cubicBezTo>
                  <a:lnTo>
                    <a:pt x="1177438" y="560170"/>
                  </a:lnTo>
                  <a:lnTo>
                    <a:pt x="1145987" y="569826"/>
                  </a:lnTo>
                  <a:lnTo>
                    <a:pt x="1130315" y="574669"/>
                  </a:lnTo>
                  <a:lnTo>
                    <a:pt x="1114873" y="580384"/>
                  </a:lnTo>
                  <a:lnTo>
                    <a:pt x="1052839" y="602943"/>
                  </a:lnTo>
                  <a:cubicBezTo>
                    <a:pt x="1032151" y="610499"/>
                    <a:pt x="1011255" y="617535"/>
                    <a:pt x="991135" y="626866"/>
                  </a:cubicBezTo>
                  <a:lnTo>
                    <a:pt x="930179" y="653191"/>
                  </a:lnTo>
                  <a:cubicBezTo>
                    <a:pt x="909850" y="662002"/>
                    <a:pt x="889443" y="670676"/>
                    <a:pt x="869768" y="680937"/>
                  </a:cubicBezTo>
                  <a:lnTo>
                    <a:pt x="810085" y="710734"/>
                  </a:lnTo>
                  <a:cubicBezTo>
                    <a:pt x="790331" y="720859"/>
                    <a:pt x="770124" y="730514"/>
                    <a:pt x="751220" y="741794"/>
                  </a:cubicBezTo>
                  <a:cubicBezTo>
                    <a:pt x="673929" y="784955"/>
                    <a:pt x="598827" y="830326"/>
                    <a:pt x="532669" y="881688"/>
                  </a:cubicBezTo>
                  <a:cubicBezTo>
                    <a:pt x="464226" y="931625"/>
                    <a:pt x="406969" y="988270"/>
                    <a:pt x="354185" y="1050286"/>
                  </a:cubicBezTo>
                  <a:lnTo>
                    <a:pt x="315980" y="1098125"/>
                  </a:lnTo>
                  <a:lnTo>
                    <a:pt x="280345" y="1149782"/>
                  </a:lnTo>
                  <a:cubicBezTo>
                    <a:pt x="268144" y="1166335"/>
                    <a:pt x="257438" y="1185955"/>
                    <a:pt x="245890" y="1203959"/>
                  </a:cubicBezTo>
                  <a:cubicBezTo>
                    <a:pt x="234552" y="1222481"/>
                    <a:pt x="223171" y="1240298"/>
                    <a:pt x="212162" y="1260184"/>
                  </a:cubicBezTo>
                  <a:cubicBezTo>
                    <a:pt x="168299" y="1337574"/>
                    <a:pt x="125055" y="1419360"/>
                    <a:pt x="80716" y="1502476"/>
                  </a:cubicBezTo>
                  <a:lnTo>
                    <a:pt x="0" y="1648841"/>
                  </a:lnTo>
                  <a:lnTo>
                    <a:pt x="0" y="954863"/>
                  </a:lnTo>
                  <a:lnTo>
                    <a:pt x="43491" y="895513"/>
                  </a:lnTo>
                  <a:cubicBezTo>
                    <a:pt x="59888" y="874984"/>
                    <a:pt x="77014" y="854766"/>
                    <a:pt x="93923" y="834489"/>
                  </a:cubicBezTo>
                  <a:cubicBezTo>
                    <a:pt x="163245" y="754880"/>
                    <a:pt x="240806" y="679565"/>
                    <a:pt x="323465" y="617671"/>
                  </a:cubicBezTo>
                  <a:cubicBezTo>
                    <a:pt x="405002" y="553042"/>
                    <a:pt x="490132" y="499230"/>
                    <a:pt x="574777" y="446794"/>
                  </a:cubicBezTo>
                  <a:cubicBezTo>
                    <a:pt x="595733" y="433050"/>
                    <a:pt x="617442" y="421248"/>
                    <a:pt x="638943" y="408925"/>
                  </a:cubicBezTo>
                  <a:lnTo>
                    <a:pt x="703505" y="371742"/>
                  </a:lnTo>
                  <a:cubicBezTo>
                    <a:pt x="724798" y="358900"/>
                    <a:pt x="747120" y="347842"/>
                    <a:pt x="769262" y="336154"/>
                  </a:cubicBezTo>
                  <a:lnTo>
                    <a:pt x="835552" y="301173"/>
                  </a:lnTo>
                  <a:cubicBezTo>
                    <a:pt x="857427" y="289183"/>
                    <a:pt x="880470" y="278896"/>
                    <a:pt x="902979" y="268004"/>
                  </a:cubicBezTo>
                  <a:lnTo>
                    <a:pt x="971127" y="235607"/>
                  </a:lnTo>
                  <a:lnTo>
                    <a:pt x="988238" y="227556"/>
                  </a:lnTo>
                  <a:lnTo>
                    <a:pt x="1005744" y="220191"/>
                  </a:lnTo>
                  <a:lnTo>
                    <a:pt x="1040729" y="205569"/>
                  </a:lnTo>
                  <a:lnTo>
                    <a:pt x="1110835" y="176248"/>
                  </a:lnTo>
                  <a:cubicBezTo>
                    <a:pt x="1157999" y="157703"/>
                    <a:pt x="1206322" y="141323"/>
                    <a:pt x="1254256" y="123796"/>
                  </a:cubicBezTo>
                  <a:cubicBezTo>
                    <a:pt x="1302938" y="108671"/>
                    <a:pt x="1352074" y="94017"/>
                    <a:pt x="1401310" y="79852"/>
                  </a:cubicBezTo>
                  <a:cubicBezTo>
                    <a:pt x="1599497" y="26774"/>
                    <a:pt x="1806373" y="-329"/>
                    <a:pt x="2011811" y="4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9F9F579B-172A-0AA4-4BA0-C6EA82E6AFE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297400"/>
              <a:ext cx="5215811" cy="6107388"/>
            </a:xfrm>
            <a:custGeom>
              <a:avLst/>
              <a:gdLst>
                <a:gd name="connsiteX0" fmla="*/ 1869139 w 5215811"/>
                <a:gd name="connsiteY0" fmla="*/ 9 h 6107388"/>
                <a:gd name="connsiteX1" fmla="*/ 2791149 w 5215811"/>
                <a:gd name="connsiteY1" fmla="*/ 130229 h 6107388"/>
                <a:gd name="connsiteX2" fmla="*/ 4760307 w 5215811"/>
                <a:gd name="connsiteY2" fmla="*/ 1608408 h 6107388"/>
                <a:gd name="connsiteX3" fmla="*/ 5108574 w 5215811"/>
                <a:gd name="connsiteY3" fmla="*/ 4050383 h 6107388"/>
                <a:gd name="connsiteX4" fmla="*/ 3434916 w 5215811"/>
                <a:gd name="connsiteY4" fmla="*/ 5503134 h 6107388"/>
                <a:gd name="connsiteX5" fmla="*/ 1137841 w 5215811"/>
                <a:gd name="connsiteY5" fmla="*/ 6033968 h 6107388"/>
                <a:gd name="connsiteX6" fmla="*/ 217555 w 5215811"/>
                <a:gd name="connsiteY6" fmla="*/ 5598945 h 6107388"/>
                <a:gd name="connsiteX7" fmla="*/ 0 w 5215811"/>
                <a:gd name="connsiteY7" fmla="*/ 5419622 h 6107388"/>
                <a:gd name="connsiteX8" fmla="*/ 0 w 5215811"/>
                <a:gd name="connsiteY8" fmla="*/ 4571683 h 6107388"/>
                <a:gd name="connsiteX9" fmla="*/ 18056 w 5215811"/>
                <a:gd name="connsiteY9" fmla="*/ 4599282 h 6107388"/>
                <a:gd name="connsiteX10" fmla="*/ 358324 w 5215811"/>
                <a:gd name="connsiteY10" fmla="*/ 4988154 h 6107388"/>
                <a:gd name="connsiteX11" fmla="*/ 1282741 w 5215811"/>
                <a:gd name="connsiteY11" fmla="*/ 5493193 h 6107388"/>
                <a:gd name="connsiteX12" fmla="*/ 2172794 w 5215811"/>
                <a:gd name="connsiteY12" fmla="*/ 5470630 h 6107388"/>
                <a:gd name="connsiteX13" fmla="*/ 3146893 w 5215811"/>
                <a:gd name="connsiteY13" fmla="*/ 5016296 h 6107388"/>
                <a:gd name="connsiteX14" fmla="*/ 3574114 w 5215811"/>
                <a:gd name="connsiteY14" fmla="*/ 4791124 h 6107388"/>
                <a:gd name="connsiteX15" fmla="*/ 4244948 w 5215811"/>
                <a:gd name="connsiteY15" fmla="*/ 4392664 h 6107388"/>
                <a:gd name="connsiteX16" fmla="*/ 4556385 w 5215811"/>
                <a:gd name="connsiteY16" fmla="*/ 3902656 h 6107388"/>
                <a:gd name="connsiteX17" fmla="*/ 4616354 w 5215811"/>
                <a:gd name="connsiteY17" fmla="*/ 2851680 h 6107388"/>
                <a:gd name="connsiteX18" fmla="*/ 4269266 w 5215811"/>
                <a:gd name="connsiteY18" fmla="*/ 1889625 h 6107388"/>
                <a:gd name="connsiteX19" fmla="*/ 2645976 w 5215811"/>
                <a:gd name="connsiteY19" fmla="*/ 671162 h 6107388"/>
                <a:gd name="connsiteX20" fmla="*/ 1648930 w 5215811"/>
                <a:gd name="connsiteY20" fmla="*/ 573017 h 6107388"/>
                <a:gd name="connsiteX21" fmla="*/ 771768 w 5215811"/>
                <a:gd name="connsiteY21" fmla="*/ 865882 h 6107388"/>
                <a:gd name="connsiteX22" fmla="*/ 433617 w 5215811"/>
                <a:gd name="connsiteY22" fmla="*/ 1119441 h 6107388"/>
                <a:gd name="connsiteX23" fmla="*/ 200571 w 5215811"/>
                <a:gd name="connsiteY23" fmla="*/ 1486480 h 6107388"/>
                <a:gd name="connsiteX24" fmla="*/ 47077 w 5215811"/>
                <a:gd name="connsiteY24" fmla="*/ 1753604 h 6107388"/>
                <a:gd name="connsiteX25" fmla="*/ 0 w 5215811"/>
                <a:gd name="connsiteY25" fmla="*/ 1831655 h 6107388"/>
                <a:gd name="connsiteX26" fmla="*/ 0 w 5215811"/>
                <a:gd name="connsiteY26" fmla="*/ 751112 h 6107388"/>
                <a:gd name="connsiteX27" fmla="*/ 6994 w 5215811"/>
                <a:gd name="connsiteY27" fmla="*/ 742614 h 6107388"/>
                <a:gd name="connsiteX28" fmla="*/ 484047 w 5215811"/>
                <a:gd name="connsiteY28" fmla="*/ 378777 h 6107388"/>
                <a:gd name="connsiteX29" fmla="*/ 1869139 w 5215811"/>
                <a:gd name="connsiteY29" fmla="*/ 9 h 61073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5811" h="6107388">
                  <a:moveTo>
                    <a:pt x="1869139" y="9"/>
                  </a:moveTo>
                  <a:cubicBezTo>
                    <a:pt x="2160924" y="-706"/>
                    <a:pt x="2465752" y="43039"/>
                    <a:pt x="2791149" y="130229"/>
                  </a:cubicBezTo>
                  <a:cubicBezTo>
                    <a:pt x="3651198" y="360678"/>
                    <a:pt x="4339884" y="907924"/>
                    <a:pt x="4760307" y="1608408"/>
                  </a:cubicBezTo>
                  <a:cubicBezTo>
                    <a:pt x="5188180" y="2321320"/>
                    <a:pt x="5338357" y="3192822"/>
                    <a:pt x="5108574" y="4050383"/>
                  </a:cubicBezTo>
                  <a:cubicBezTo>
                    <a:pt x="4880820" y="4900373"/>
                    <a:pt x="4152841" y="5098512"/>
                    <a:pt x="3434916" y="5503134"/>
                  </a:cubicBezTo>
                  <a:cubicBezTo>
                    <a:pt x="2717099" y="5907783"/>
                    <a:pt x="2005568" y="6266474"/>
                    <a:pt x="1137841" y="6033968"/>
                  </a:cubicBezTo>
                  <a:cubicBezTo>
                    <a:pt x="783079" y="5938910"/>
                    <a:pt x="479573" y="5790114"/>
                    <a:pt x="217555" y="5598945"/>
                  </a:cubicBezTo>
                  <a:lnTo>
                    <a:pt x="0" y="5419622"/>
                  </a:lnTo>
                  <a:lnTo>
                    <a:pt x="0" y="4571683"/>
                  </a:lnTo>
                  <a:lnTo>
                    <a:pt x="18056" y="4599282"/>
                  </a:lnTo>
                  <a:cubicBezTo>
                    <a:pt x="124071" y="4746782"/>
                    <a:pt x="237002" y="4875718"/>
                    <a:pt x="358324" y="4988154"/>
                  </a:cubicBezTo>
                  <a:cubicBezTo>
                    <a:pt x="621323" y="5231809"/>
                    <a:pt x="923667" y="5396979"/>
                    <a:pt x="1282741" y="5493193"/>
                  </a:cubicBezTo>
                  <a:cubicBezTo>
                    <a:pt x="1573894" y="5571207"/>
                    <a:pt x="1856732" y="5563878"/>
                    <a:pt x="2172794" y="5470630"/>
                  </a:cubicBezTo>
                  <a:cubicBezTo>
                    <a:pt x="2498985" y="5374183"/>
                    <a:pt x="2832844" y="5193315"/>
                    <a:pt x="3146893" y="5016296"/>
                  </a:cubicBezTo>
                  <a:cubicBezTo>
                    <a:pt x="3293538" y="4933641"/>
                    <a:pt x="3436182" y="4861160"/>
                    <a:pt x="3574114" y="4791124"/>
                  </a:cubicBezTo>
                  <a:cubicBezTo>
                    <a:pt x="3841238" y="4655550"/>
                    <a:pt x="4071901" y="4538375"/>
                    <a:pt x="4244948" y="4392664"/>
                  </a:cubicBezTo>
                  <a:cubicBezTo>
                    <a:pt x="4405844" y="4257259"/>
                    <a:pt x="4501845" y="4106204"/>
                    <a:pt x="4556385" y="3902656"/>
                  </a:cubicBezTo>
                  <a:cubicBezTo>
                    <a:pt x="4649063" y="3556776"/>
                    <a:pt x="4669271" y="3203187"/>
                    <a:pt x="4616354" y="2851680"/>
                  </a:cubicBezTo>
                  <a:cubicBezTo>
                    <a:pt x="4565198" y="2511774"/>
                    <a:pt x="4448474" y="2188147"/>
                    <a:pt x="4269266" y="1889625"/>
                  </a:cubicBezTo>
                  <a:cubicBezTo>
                    <a:pt x="3907781" y="1287586"/>
                    <a:pt x="3331245" y="854780"/>
                    <a:pt x="2645976" y="671162"/>
                  </a:cubicBezTo>
                  <a:cubicBezTo>
                    <a:pt x="2278249" y="572630"/>
                    <a:pt x="1952074" y="540526"/>
                    <a:pt x="1648930" y="573017"/>
                  </a:cubicBezTo>
                  <a:cubicBezTo>
                    <a:pt x="1351746" y="604901"/>
                    <a:pt x="1064785" y="700731"/>
                    <a:pt x="771768" y="865882"/>
                  </a:cubicBezTo>
                  <a:cubicBezTo>
                    <a:pt x="568061" y="980657"/>
                    <a:pt x="486465" y="1058486"/>
                    <a:pt x="433617" y="1119441"/>
                  </a:cubicBezTo>
                  <a:cubicBezTo>
                    <a:pt x="358307" y="1206256"/>
                    <a:pt x="292149" y="1323808"/>
                    <a:pt x="200571" y="1486480"/>
                  </a:cubicBezTo>
                  <a:cubicBezTo>
                    <a:pt x="156644" y="1564432"/>
                    <a:pt x="106654" y="1653214"/>
                    <a:pt x="47077" y="1753604"/>
                  </a:cubicBezTo>
                  <a:lnTo>
                    <a:pt x="0" y="1831655"/>
                  </a:lnTo>
                  <a:lnTo>
                    <a:pt x="0" y="751112"/>
                  </a:lnTo>
                  <a:lnTo>
                    <a:pt x="6994" y="742614"/>
                  </a:lnTo>
                  <a:cubicBezTo>
                    <a:pt x="117721" y="617683"/>
                    <a:pt x="259696" y="505222"/>
                    <a:pt x="484047" y="378777"/>
                  </a:cubicBezTo>
                  <a:cubicBezTo>
                    <a:pt x="932751" y="125890"/>
                    <a:pt x="1382831" y="1200"/>
                    <a:pt x="1869139" y="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3E0D3799-CF13-9806-92BC-B17DC853FC5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319367"/>
              <a:ext cx="5217956" cy="6100079"/>
            </a:xfrm>
            <a:custGeom>
              <a:avLst/>
              <a:gdLst>
                <a:gd name="connsiteX0" fmla="*/ 1951393 w 5217956"/>
                <a:gd name="connsiteY0" fmla="*/ 82 h 6100079"/>
                <a:gd name="connsiteX1" fmla="*/ 2855177 w 5217956"/>
                <a:gd name="connsiteY1" fmla="*/ 125419 h 6100079"/>
                <a:gd name="connsiteX2" fmla="*/ 4779341 w 5217956"/>
                <a:gd name="connsiteY2" fmla="*/ 1591542 h 6100079"/>
                <a:gd name="connsiteX3" fmla="*/ 5108573 w 5217956"/>
                <a:gd name="connsiteY3" fmla="*/ 4028416 h 6100079"/>
                <a:gd name="connsiteX4" fmla="*/ 3459358 w 5217956"/>
                <a:gd name="connsiteY4" fmla="*/ 5487716 h 6100079"/>
                <a:gd name="connsiteX5" fmla="*/ 1203274 w 5217956"/>
                <a:gd name="connsiteY5" fmla="*/ 6029534 h 6100079"/>
                <a:gd name="connsiteX6" fmla="*/ 59920 w 5217956"/>
                <a:gd name="connsiteY6" fmla="*/ 5396467 h 6100079"/>
                <a:gd name="connsiteX7" fmla="*/ 0 w 5217956"/>
                <a:gd name="connsiteY7" fmla="*/ 5333382 h 6100079"/>
                <a:gd name="connsiteX8" fmla="*/ 0 w 5217956"/>
                <a:gd name="connsiteY8" fmla="*/ 4205833 h 6100079"/>
                <a:gd name="connsiteX9" fmla="*/ 58036 w 5217956"/>
                <a:gd name="connsiteY9" fmla="*/ 4310048 h 6100079"/>
                <a:gd name="connsiteX10" fmla="*/ 520779 w 5217956"/>
                <a:gd name="connsiteY10" fmla="*/ 4907591 h 6100079"/>
                <a:gd name="connsiteX11" fmla="*/ 1377154 w 5217956"/>
                <a:gd name="connsiteY11" fmla="*/ 5380604 h 6100079"/>
                <a:gd name="connsiteX12" fmla="*/ 3123340 w 5217956"/>
                <a:gd name="connsiteY12" fmla="*/ 4905715 h 6100079"/>
                <a:gd name="connsiteX13" fmla="*/ 3547863 w 5217956"/>
                <a:gd name="connsiteY13" fmla="*/ 4676342 h 6100079"/>
                <a:gd name="connsiteX14" fmla="*/ 4186753 w 5217956"/>
                <a:gd name="connsiteY14" fmla="*/ 4289376 h 6100079"/>
                <a:gd name="connsiteX15" fmla="*/ 4459565 w 5217956"/>
                <a:gd name="connsiteY15" fmla="*/ 3854399 h 6100079"/>
                <a:gd name="connsiteX16" fmla="*/ 4521015 w 5217956"/>
                <a:gd name="connsiteY16" fmla="*/ 2849377 h 6100079"/>
                <a:gd name="connsiteX17" fmla="*/ 4199723 w 5217956"/>
                <a:gd name="connsiteY17" fmla="*/ 1931213 h 6100079"/>
                <a:gd name="connsiteX18" fmla="*/ 2681217 w 5217956"/>
                <a:gd name="connsiteY18" fmla="*/ 774211 h 6100079"/>
                <a:gd name="connsiteX19" fmla="*/ 926547 w 5217956"/>
                <a:gd name="connsiteY19" fmla="*/ 967112 h 6100079"/>
                <a:gd name="connsiteX20" fmla="*/ 622677 w 5217956"/>
                <a:gd name="connsiteY20" fmla="*/ 1197863 h 6100079"/>
                <a:gd name="connsiteX21" fmla="*/ 404892 w 5217956"/>
                <a:gd name="connsiteY21" fmla="*/ 1547314 h 6100079"/>
                <a:gd name="connsiteX22" fmla="*/ 40135 w 5217956"/>
                <a:gd name="connsiteY22" fmla="*/ 2159090 h 6100079"/>
                <a:gd name="connsiteX23" fmla="*/ 0 w 5217956"/>
                <a:gd name="connsiteY23" fmla="*/ 2219367 h 6100079"/>
                <a:gd name="connsiteX24" fmla="*/ 0 w 5217956"/>
                <a:gd name="connsiteY24" fmla="*/ 915659 h 6100079"/>
                <a:gd name="connsiteX25" fmla="*/ 58609 w 5217956"/>
                <a:gd name="connsiteY25" fmla="*/ 828051 h 6100079"/>
                <a:gd name="connsiteX26" fmla="*/ 590688 w 5217956"/>
                <a:gd name="connsiteY26" fmla="*/ 385385 h 6100079"/>
                <a:gd name="connsiteX27" fmla="*/ 1951393 w 5217956"/>
                <a:gd name="connsiteY27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5217956" h="6100079">
                  <a:moveTo>
                    <a:pt x="1951393" y="82"/>
                  </a:moveTo>
                  <a:cubicBezTo>
                    <a:pt x="2237631" y="-2119"/>
                    <a:pt x="2536431" y="40011"/>
                    <a:pt x="2855177" y="125419"/>
                  </a:cubicBezTo>
                  <a:cubicBezTo>
                    <a:pt x="3697704" y="351173"/>
                    <a:pt x="4370490" y="894159"/>
                    <a:pt x="4779341" y="1591542"/>
                  </a:cubicBezTo>
                  <a:cubicBezTo>
                    <a:pt x="5195534" y="2301324"/>
                    <a:pt x="5338356" y="3170855"/>
                    <a:pt x="5108573" y="4028416"/>
                  </a:cubicBezTo>
                  <a:cubicBezTo>
                    <a:pt x="4880819" y="4878406"/>
                    <a:pt x="4165603" y="5079965"/>
                    <a:pt x="3459358" y="5487716"/>
                  </a:cubicBezTo>
                  <a:cubicBezTo>
                    <a:pt x="2753114" y="5895466"/>
                    <a:pt x="2053264" y="6257288"/>
                    <a:pt x="1203274" y="6029534"/>
                  </a:cubicBezTo>
                  <a:cubicBezTo>
                    <a:pt x="739884" y="5905369"/>
                    <a:pt x="366399" y="5685345"/>
                    <a:pt x="59920" y="5396467"/>
                  </a:cubicBezTo>
                  <a:lnTo>
                    <a:pt x="0" y="5333382"/>
                  </a:lnTo>
                  <a:lnTo>
                    <a:pt x="0" y="4205833"/>
                  </a:lnTo>
                  <a:lnTo>
                    <a:pt x="58036" y="4310048"/>
                  </a:lnTo>
                  <a:cubicBezTo>
                    <a:pt x="197935" y="4550245"/>
                    <a:pt x="350594" y="4747142"/>
                    <a:pt x="520779" y="4907591"/>
                  </a:cubicBezTo>
                  <a:cubicBezTo>
                    <a:pt x="763600" y="5136565"/>
                    <a:pt x="1043821" y="5291288"/>
                    <a:pt x="1377154" y="5380604"/>
                  </a:cubicBezTo>
                  <a:cubicBezTo>
                    <a:pt x="1963029" y="5537589"/>
                    <a:pt x="2470519" y="5282804"/>
                    <a:pt x="3123340" y="4905715"/>
                  </a:cubicBezTo>
                  <a:cubicBezTo>
                    <a:pt x="3269800" y="4821157"/>
                    <a:pt x="3411134" y="4747512"/>
                    <a:pt x="3547863" y="4676342"/>
                  </a:cubicBezTo>
                  <a:cubicBezTo>
                    <a:pt x="3804497" y="4542710"/>
                    <a:pt x="4026085" y="4427393"/>
                    <a:pt x="4186753" y="4289376"/>
                  </a:cubicBezTo>
                  <a:cubicBezTo>
                    <a:pt x="4329009" y="4167293"/>
                    <a:pt x="4410589" y="4037181"/>
                    <a:pt x="4459565" y="3854399"/>
                  </a:cubicBezTo>
                  <a:cubicBezTo>
                    <a:pt x="4548302" y="3523229"/>
                    <a:pt x="4568981" y="3185183"/>
                    <a:pt x="4521015" y="2849377"/>
                  </a:cubicBezTo>
                  <a:cubicBezTo>
                    <a:pt x="4474709" y="2524680"/>
                    <a:pt x="4366564" y="2215756"/>
                    <a:pt x="4199723" y="1931213"/>
                  </a:cubicBezTo>
                  <a:cubicBezTo>
                    <a:pt x="3863270" y="1357325"/>
                    <a:pt x="3323982" y="946439"/>
                    <a:pt x="2681217" y="774211"/>
                  </a:cubicBezTo>
                  <a:cubicBezTo>
                    <a:pt x="2001139" y="591984"/>
                    <a:pt x="1476322" y="649699"/>
                    <a:pt x="926547" y="967112"/>
                  </a:cubicBezTo>
                  <a:cubicBezTo>
                    <a:pt x="740730" y="1074393"/>
                    <a:pt x="668642" y="1143989"/>
                    <a:pt x="622677" y="1197863"/>
                  </a:cubicBezTo>
                  <a:cubicBezTo>
                    <a:pt x="555599" y="1276450"/>
                    <a:pt x="492360" y="1390031"/>
                    <a:pt x="404892" y="1547314"/>
                  </a:cubicBezTo>
                  <a:cubicBezTo>
                    <a:pt x="317047" y="1705133"/>
                    <a:pt x="204816" y="1906756"/>
                    <a:pt x="40135" y="2159090"/>
                  </a:cubicBezTo>
                  <a:lnTo>
                    <a:pt x="0" y="2219367"/>
                  </a:lnTo>
                  <a:lnTo>
                    <a:pt x="0" y="915659"/>
                  </a:lnTo>
                  <a:lnTo>
                    <a:pt x="58609" y="828051"/>
                  </a:lnTo>
                  <a:cubicBezTo>
                    <a:pt x="177453" y="670481"/>
                    <a:pt x="325846" y="538291"/>
                    <a:pt x="590688" y="385385"/>
                  </a:cubicBezTo>
                  <a:cubicBezTo>
                    <a:pt x="1032158" y="130559"/>
                    <a:pt x="1474329" y="3750"/>
                    <a:pt x="1951393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25E671ED-EBD7-5244-BE31-C0B0848869D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319367"/>
              <a:ext cx="5217957" cy="6100079"/>
            </a:xfrm>
            <a:custGeom>
              <a:avLst/>
              <a:gdLst>
                <a:gd name="connsiteX0" fmla="*/ 1951394 w 5217957"/>
                <a:gd name="connsiteY0" fmla="*/ 82 h 6100079"/>
                <a:gd name="connsiteX1" fmla="*/ 2855178 w 5217957"/>
                <a:gd name="connsiteY1" fmla="*/ 125419 h 6100079"/>
                <a:gd name="connsiteX2" fmla="*/ 4779341 w 5217957"/>
                <a:gd name="connsiteY2" fmla="*/ 1591542 h 6100079"/>
                <a:gd name="connsiteX3" fmla="*/ 5108574 w 5217957"/>
                <a:gd name="connsiteY3" fmla="*/ 4028416 h 6100079"/>
                <a:gd name="connsiteX4" fmla="*/ 3459359 w 5217957"/>
                <a:gd name="connsiteY4" fmla="*/ 5487716 h 6100079"/>
                <a:gd name="connsiteX5" fmla="*/ 1203275 w 5217957"/>
                <a:gd name="connsiteY5" fmla="*/ 6029534 h 6100079"/>
                <a:gd name="connsiteX6" fmla="*/ 59921 w 5217957"/>
                <a:gd name="connsiteY6" fmla="*/ 5396467 h 6100079"/>
                <a:gd name="connsiteX7" fmla="*/ 0 w 5217957"/>
                <a:gd name="connsiteY7" fmla="*/ 5333381 h 6100079"/>
                <a:gd name="connsiteX8" fmla="*/ 0 w 5217957"/>
                <a:gd name="connsiteY8" fmla="*/ 4427327 h 6100079"/>
                <a:gd name="connsiteX9" fmla="*/ 112056 w 5217957"/>
                <a:gd name="connsiteY9" fmla="*/ 4602502 h 6100079"/>
                <a:gd name="connsiteX10" fmla="*/ 443875 w 5217957"/>
                <a:gd name="connsiteY10" fmla="*/ 4989110 h 6100079"/>
                <a:gd name="connsiteX11" fmla="*/ 1348175 w 5217957"/>
                <a:gd name="connsiteY11" fmla="*/ 5488759 h 6100079"/>
                <a:gd name="connsiteX12" fmla="*/ 2221463 w 5217957"/>
                <a:gd name="connsiteY12" fmla="*/ 5461704 h 6100079"/>
                <a:gd name="connsiteX13" fmla="*/ 3179339 w 5217957"/>
                <a:gd name="connsiteY13" fmla="*/ 5003023 h 6100079"/>
                <a:gd name="connsiteX14" fmla="*/ 3599638 w 5217957"/>
                <a:gd name="connsiteY14" fmla="*/ 4775996 h 6100079"/>
                <a:gd name="connsiteX15" fmla="*/ 4259765 w 5217957"/>
                <a:gd name="connsiteY15" fmla="*/ 4374667 h 6100079"/>
                <a:gd name="connsiteX16" fmla="*/ 4567742 w 5217957"/>
                <a:gd name="connsiteY16" fmla="*/ 3883732 h 6100079"/>
                <a:gd name="connsiteX17" fmla="*/ 4631929 w 5217957"/>
                <a:gd name="connsiteY17" fmla="*/ 2833886 h 6100079"/>
                <a:gd name="connsiteX18" fmla="*/ 4296412 w 5217957"/>
                <a:gd name="connsiteY18" fmla="*/ 1874932 h 6100079"/>
                <a:gd name="connsiteX19" fmla="*/ 2710219 w 5217957"/>
                <a:gd name="connsiteY19" fmla="*/ 666410 h 6100079"/>
                <a:gd name="connsiteX20" fmla="*/ 1732642 w 5217957"/>
                <a:gd name="connsiteY20" fmla="*/ 573480 h 6100079"/>
                <a:gd name="connsiteX21" fmla="*/ 870621 w 5217957"/>
                <a:gd name="connsiteY21" fmla="*/ 870402 h 6100079"/>
                <a:gd name="connsiteX22" fmla="*/ 537555 w 5217957"/>
                <a:gd name="connsiteY22" fmla="*/ 1125324 h 6100079"/>
                <a:gd name="connsiteX23" fmla="*/ 306995 w 5217957"/>
                <a:gd name="connsiteY23" fmla="*/ 1493030 h 6100079"/>
                <a:gd name="connsiteX24" fmla="*/ 23579 w 5217957"/>
                <a:gd name="connsiteY24" fmla="*/ 1977465 h 6100079"/>
                <a:gd name="connsiteX25" fmla="*/ 0 w 5217957"/>
                <a:gd name="connsiteY25" fmla="*/ 2014291 h 6100079"/>
                <a:gd name="connsiteX26" fmla="*/ 0 w 5217957"/>
                <a:gd name="connsiteY26" fmla="*/ 915660 h 6100079"/>
                <a:gd name="connsiteX27" fmla="*/ 58609 w 5217957"/>
                <a:gd name="connsiteY27" fmla="*/ 828051 h 6100079"/>
                <a:gd name="connsiteX28" fmla="*/ 590689 w 5217957"/>
                <a:gd name="connsiteY28" fmla="*/ 385385 h 6100079"/>
                <a:gd name="connsiteX29" fmla="*/ 1951394 w 5217957"/>
                <a:gd name="connsiteY29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7957" h="6100079">
                  <a:moveTo>
                    <a:pt x="1951394" y="82"/>
                  </a:moveTo>
                  <a:cubicBezTo>
                    <a:pt x="2237632" y="-2119"/>
                    <a:pt x="2536431" y="40011"/>
                    <a:pt x="2855178" y="125419"/>
                  </a:cubicBezTo>
                  <a:cubicBezTo>
                    <a:pt x="3697704" y="351173"/>
                    <a:pt x="4370491" y="894159"/>
                    <a:pt x="4779341" y="1591542"/>
                  </a:cubicBezTo>
                  <a:cubicBezTo>
                    <a:pt x="5195535" y="2301324"/>
                    <a:pt x="5338357" y="3170855"/>
                    <a:pt x="5108574" y="4028416"/>
                  </a:cubicBezTo>
                  <a:cubicBezTo>
                    <a:pt x="4880820" y="4878406"/>
                    <a:pt x="4165604" y="5079965"/>
                    <a:pt x="3459359" y="5487716"/>
                  </a:cubicBezTo>
                  <a:cubicBezTo>
                    <a:pt x="2753115" y="5895466"/>
                    <a:pt x="2053265" y="6257288"/>
                    <a:pt x="1203275" y="6029534"/>
                  </a:cubicBezTo>
                  <a:cubicBezTo>
                    <a:pt x="739885" y="5905369"/>
                    <a:pt x="366400" y="5685345"/>
                    <a:pt x="59921" y="5396467"/>
                  </a:cubicBezTo>
                  <a:lnTo>
                    <a:pt x="0" y="5333381"/>
                  </a:lnTo>
                  <a:lnTo>
                    <a:pt x="0" y="4427327"/>
                  </a:lnTo>
                  <a:lnTo>
                    <a:pt x="112056" y="4602502"/>
                  </a:lnTo>
                  <a:cubicBezTo>
                    <a:pt x="215300" y="4749260"/>
                    <a:pt x="325419" y="4877443"/>
                    <a:pt x="443875" y="4989110"/>
                  </a:cubicBezTo>
                  <a:cubicBezTo>
                    <a:pt x="700709" y="5231113"/>
                    <a:pt x="996455" y="5394516"/>
                    <a:pt x="1348175" y="5488759"/>
                  </a:cubicBezTo>
                  <a:cubicBezTo>
                    <a:pt x="1633379" y="5565179"/>
                    <a:pt x="1910917" y="5556430"/>
                    <a:pt x="2221463" y="5461704"/>
                  </a:cubicBezTo>
                  <a:cubicBezTo>
                    <a:pt x="2541923" y="5363721"/>
                    <a:pt x="2870374" y="5181404"/>
                    <a:pt x="3179339" y="5003023"/>
                  </a:cubicBezTo>
                  <a:cubicBezTo>
                    <a:pt x="3323713" y="4919760"/>
                    <a:pt x="3463978" y="4846641"/>
                    <a:pt x="3599638" y="4775996"/>
                  </a:cubicBezTo>
                  <a:cubicBezTo>
                    <a:pt x="3862436" y="4639263"/>
                    <a:pt x="4089314" y="4521074"/>
                    <a:pt x="4259765" y="4374667"/>
                  </a:cubicBezTo>
                  <a:cubicBezTo>
                    <a:pt x="4418282" y="4238625"/>
                    <a:pt x="4513201" y="4087280"/>
                    <a:pt x="4567742" y="3883732"/>
                  </a:cubicBezTo>
                  <a:cubicBezTo>
                    <a:pt x="4660420" y="3537853"/>
                    <a:pt x="4682033" y="3184640"/>
                    <a:pt x="4631929" y="2833886"/>
                  </a:cubicBezTo>
                  <a:cubicBezTo>
                    <a:pt x="4583584" y="2494734"/>
                    <a:pt x="4470646" y="2172121"/>
                    <a:pt x="4296412" y="1874932"/>
                  </a:cubicBezTo>
                  <a:cubicBezTo>
                    <a:pt x="3944879" y="1275559"/>
                    <a:pt x="3381537" y="846289"/>
                    <a:pt x="2710219" y="666410"/>
                  </a:cubicBezTo>
                  <a:cubicBezTo>
                    <a:pt x="2349955" y="569877"/>
                    <a:pt x="2030161" y="539483"/>
                    <a:pt x="1732642" y="573480"/>
                  </a:cubicBezTo>
                  <a:cubicBezTo>
                    <a:pt x="1440866" y="606814"/>
                    <a:pt x="1158880" y="703976"/>
                    <a:pt x="870621" y="870402"/>
                  </a:cubicBezTo>
                  <a:cubicBezTo>
                    <a:pt x="670160" y="986048"/>
                    <a:pt x="589753" y="1064195"/>
                    <a:pt x="537555" y="1125324"/>
                  </a:cubicBezTo>
                  <a:cubicBezTo>
                    <a:pt x="463218" y="1212400"/>
                    <a:pt x="397708" y="1330125"/>
                    <a:pt x="306995" y="1493030"/>
                  </a:cubicBezTo>
                  <a:cubicBezTo>
                    <a:pt x="234596" y="1623167"/>
                    <a:pt x="145436" y="1783409"/>
                    <a:pt x="23579" y="1977465"/>
                  </a:cubicBezTo>
                  <a:lnTo>
                    <a:pt x="0" y="2014291"/>
                  </a:lnTo>
                  <a:lnTo>
                    <a:pt x="0" y="915660"/>
                  </a:lnTo>
                  <a:lnTo>
                    <a:pt x="58609" y="828051"/>
                  </a:lnTo>
                  <a:cubicBezTo>
                    <a:pt x="177453" y="670481"/>
                    <a:pt x="325847" y="538291"/>
                    <a:pt x="590689" y="385385"/>
                  </a:cubicBezTo>
                  <a:cubicBezTo>
                    <a:pt x="1032159" y="130559"/>
                    <a:pt x="1474330" y="3750"/>
                    <a:pt x="1951394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2" name="Titel 1">
            <a:extLst>
              <a:ext uri="{FF2B5EF4-FFF2-40B4-BE49-F238E27FC236}">
                <a16:creationId xmlns:a16="http://schemas.microsoft.com/office/drawing/2014/main" id="{C4B8A432-B8EB-6306-BC39-1B62DAE2B0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134" y="1243013"/>
            <a:ext cx="3855720" cy="4371974"/>
          </a:xfrm>
        </p:spPr>
        <p:txBody>
          <a:bodyPr>
            <a:normAutofit/>
          </a:bodyPr>
          <a:lstStyle/>
          <a:p>
            <a:r>
              <a:rPr lang="de-DE" sz="3600" b="1" dirty="0">
                <a:solidFill>
                  <a:schemeClr val="accent2"/>
                </a:solidFill>
                <a:latin typeface="Orbitron" pitchFamily="2" charset="0"/>
              </a:rPr>
              <a:t>Wireframes</a:t>
            </a:r>
          </a:p>
        </p:txBody>
      </p:sp>
      <p:pic>
        <p:nvPicPr>
          <p:cNvPr id="6" name="Grafik 5" descr="Ein Bild, das Text, Screenshot, Software, Design enthält.&#10;&#10;KI-generierte Inhalte können fehlerhaft sein.">
            <a:extLst>
              <a:ext uri="{FF2B5EF4-FFF2-40B4-BE49-F238E27FC236}">
                <a16:creationId xmlns:a16="http://schemas.microsoft.com/office/drawing/2014/main" id="{57CBD759-F1C9-36CA-B9B9-D12E7E062616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20299" y="2706030"/>
            <a:ext cx="1687917" cy="1814249"/>
          </a:xfrm>
          <a:prstGeom prst="rect">
            <a:avLst/>
          </a:prstGeom>
          <a:effectLst>
            <a:glow rad="101600">
              <a:srgbClr val="EE0000">
                <a:alpha val="60000"/>
              </a:srgbClr>
            </a:glow>
          </a:effectLst>
        </p:spPr>
      </p:pic>
      <p:pic>
        <p:nvPicPr>
          <p:cNvPr id="9" name="Grafik 8" descr="Ein Bild, das Grafiken, Clipart, Grün, Grafikdesign enthält.&#10;&#10;KI-generierte Inhalte können fehlerhaft sein.">
            <a:extLst>
              <a:ext uri="{FF2B5EF4-FFF2-40B4-BE49-F238E27FC236}">
                <a16:creationId xmlns:a16="http://schemas.microsoft.com/office/drawing/2014/main" id="{8E0699DC-87FB-10DD-A56B-FDD5AAD9137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83032" y="2744654"/>
            <a:ext cx="1221905" cy="1221905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Rechteck 2">
            <a:extLst>
              <a:ext uri="{FF2B5EF4-FFF2-40B4-BE49-F238E27FC236}">
                <a16:creationId xmlns:a16="http://schemas.microsoft.com/office/drawing/2014/main" id="{F0E4CA6C-CE6C-1E9F-3D49-A6452A4ECD47}"/>
              </a:ext>
            </a:extLst>
          </p:cNvPr>
          <p:cNvSpPr/>
          <p:nvPr/>
        </p:nvSpPr>
        <p:spPr>
          <a:xfrm>
            <a:off x="10810984" y="0"/>
            <a:ext cx="1019991" cy="147437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5" name="Grafik 4" descr="Architektur Silhouette">
            <a:extLst>
              <a:ext uri="{FF2B5EF4-FFF2-40B4-BE49-F238E27FC236}">
                <a16:creationId xmlns:a16="http://schemas.microsoft.com/office/drawing/2014/main" id="{679B0DEA-6B84-CA55-FE60-549051D623E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863779" y="508838"/>
            <a:ext cx="914400" cy="914400"/>
          </a:xfrm>
          <a:prstGeom prst="rect">
            <a:avLst/>
          </a:prstGeom>
        </p:spPr>
      </p:pic>
      <p:pic>
        <p:nvPicPr>
          <p:cNvPr id="4" name="Grafik 3">
            <a:extLst>
              <a:ext uri="{FF2B5EF4-FFF2-40B4-BE49-F238E27FC236}">
                <a16:creationId xmlns:a16="http://schemas.microsoft.com/office/drawing/2014/main" id="{EECEFE53-D702-3FE2-FCF9-0428E82DA73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542535" y="108100"/>
            <a:ext cx="6102897" cy="66403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0872191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91B334E-4544-F945-6785-7AD0D0634F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33EA0F26-1B34-0A77-4516-9A0EC499950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B1780EF-899C-C3DE-346A-CF4304A8E05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800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1818308C-F213-AF92-3E72-71D7AEC79BC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21863" y="508838"/>
            <a:ext cx="5217958" cy="6239661"/>
            <a:chOff x="-19221" y="251144"/>
            <a:chExt cx="5217958" cy="6239661"/>
          </a:xfrm>
        </p:grpSpPr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033F586F-765A-A6C7-DCCC-AACE941088C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251144"/>
              <a:ext cx="5187198" cy="6239661"/>
            </a:xfrm>
            <a:custGeom>
              <a:avLst/>
              <a:gdLst>
                <a:gd name="connsiteX0" fmla="*/ 2011811 w 5187198"/>
                <a:gd name="connsiteY0" fmla="*/ 4 h 6239661"/>
                <a:gd name="connsiteX1" fmla="*/ 2617011 w 5187198"/>
                <a:gd name="connsiteY1" fmla="*/ 70590 h 6239661"/>
                <a:gd name="connsiteX2" fmla="*/ 2690321 w 5187198"/>
                <a:gd name="connsiteY2" fmla="*/ 88146 h 6239661"/>
                <a:gd name="connsiteX3" fmla="*/ 2726863 w 5187198"/>
                <a:gd name="connsiteY3" fmla="*/ 97127 h 6239661"/>
                <a:gd name="connsiteX4" fmla="*/ 2762951 w 5187198"/>
                <a:gd name="connsiteY4" fmla="*/ 107375 h 6239661"/>
                <a:gd name="connsiteX5" fmla="*/ 2834843 w 5187198"/>
                <a:gd name="connsiteY5" fmla="*/ 128493 h 6239661"/>
                <a:gd name="connsiteX6" fmla="*/ 2906574 w 5187198"/>
                <a:gd name="connsiteY6" fmla="*/ 151076 h 6239661"/>
                <a:gd name="connsiteX7" fmla="*/ 3049504 w 5187198"/>
                <a:gd name="connsiteY7" fmla="*/ 202124 h 6239661"/>
                <a:gd name="connsiteX8" fmla="*/ 3189518 w 5187198"/>
                <a:gd name="connsiteY8" fmla="*/ 260159 h 6239661"/>
                <a:gd name="connsiteX9" fmla="*/ 3326048 w 5187198"/>
                <a:gd name="connsiteY9" fmla="*/ 325143 h 6239661"/>
                <a:gd name="connsiteX10" fmla="*/ 3459166 w 5187198"/>
                <a:gd name="connsiteY10" fmla="*/ 395936 h 6239661"/>
                <a:gd name="connsiteX11" fmla="*/ 3588578 w 5187198"/>
                <a:gd name="connsiteY11" fmla="*/ 472343 h 6239661"/>
                <a:gd name="connsiteX12" fmla="*/ 3651864 w 5187198"/>
                <a:gd name="connsiteY12" fmla="*/ 512600 h 6239661"/>
                <a:gd name="connsiteX13" fmla="*/ 3714514 w 5187198"/>
                <a:gd name="connsiteY13" fmla="*/ 553499 h 6239661"/>
                <a:gd name="connsiteX14" fmla="*/ 4181221 w 5187198"/>
                <a:gd name="connsiteY14" fmla="*/ 922912 h 6239661"/>
                <a:gd name="connsiteX15" fmla="*/ 4582963 w 5187198"/>
                <a:gd name="connsiteY15" fmla="*/ 1358264 h 6239661"/>
                <a:gd name="connsiteX16" fmla="*/ 4670721 w 5187198"/>
                <a:gd name="connsiteY16" fmla="*/ 1477644 h 6239661"/>
                <a:gd name="connsiteX17" fmla="*/ 4752378 w 5187198"/>
                <a:gd name="connsiteY17" fmla="*/ 1601187 h 6239661"/>
                <a:gd name="connsiteX18" fmla="*/ 4772168 w 5187198"/>
                <a:gd name="connsiteY18" fmla="*/ 1632456 h 6239661"/>
                <a:gd name="connsiteX19" fmla="*/ 4782117 w 5187198"/>
                <a:gd name="connsiteY19" fmla="*/ 1648104 h 6239661"/>
                <a:gd name="connsiteX20" fmla="*/ 4791381 w 5187198"/>
                <a:gd name="connsiteY20" fmla="*/ 1664150 h 6239661"/>
                <a:gd name="connsiteX21" fmla="*/ 4828190 w 5187198"/>
                <a:gd name="connsiteY21" fmla="*/ 1728379 h 6239661"/>
                <a:gd name="connsiteX22" fmla="*/ 4864832 w 5187198"/>
                <a:gd name="connsiteY22" fmla="*/ 1792796 h 6239661"/>
                <a:gd name="connsiteX23" fmla="*/ 4899201 w 5187198"/>
                <a:gd name="connsiteY23" fmla="*/ 1858342 h 6239661"/>
                <a:gd name="connsiteX24" fmla="*/ 4933266 w 5187198"/>
                <a:gd name="connsiteY24" fmla="*/ 1924155 h 6239661"/>
                <a:gd name="connsiteX25" fmla="*/ 4964403 w 5187198"/>
                <a:gd name="connsiteY25" fmla="*/ 1991384 h 6239661"/>
                <a:gd name="connsiteX26" fmla="*/ 4995019 w 5187198"/>
                <a:gd name="connsiteY26" fmla="*/ 2058823 h 6239661"/>
                <a:gd name="connsiteX27" fmla="*/ 5021999 w 5187198"/>
                <a:gd name="connsiteY27" fmla="*/ 2127723 h 6239661"/>
                <a:gd name="connsiteX28" fmla="*/ 5048321 w 5187198"/>
                <a:gd name="connsiteY28" fmla="*/ 2196908 h 6239661"/>
                <a:gd name="connsiteX29" fmla="*/ 5070546 w 5187198"/>
                <a:gd name="connsiteY29" fmla="*/ 2267547 h 6239661"/>
                <a:gd name="connsiteX30" fmla="*/ 5092171 w 5187198"/>
                <a:gd name="connsiteY30" fmla="*/ 2338256 h 6239661"/>
                <a:gd name="connsiteX31" fmla="*/ 5110305 w 5187198"/>
                <a:gd name="connsiteY31" fmla="*/ 2409886 h 6239661"/>
                <a:gd name="connsiteX32" fmla="*/ 5186393 w 5187198"/>
                <a:gd name="connsiteY32" fmla="*/ 2992022 h 6239661"/>
                <a:gd name="connsiteX33" fmla="*/ 5149045 w 5187198"/>
                <a:gd name="connsiteY33" fmla="*/ 3571816 h 6239661"/>
                <a:gd name="connsiteX34" fmla="*/ 5126572 w 5187198"/>
                <a:gd name="connsiteY34" fmla="*/ 3714520 h 6239661"/>
                <a:gd name="connsiteX35" fmla="*/ 5099067 w 5187198"/>
                <a:gd name="connsiteY35" fmla="*/ 3856108 h 6239661"/>
                <a:gd name="connsiteX36" fmla="*/ 5095699 w 5187198"/>
                <a:gd name="connsiteY36" fmla="*/ 3873868 h 6239661"/>
                <a:gd name="connsiteX37" fmla="*/ 5091573 w 5187198"/>
                <a:gd name="connsiteY37" fmla="*/ 3891426 h 6239661"/>
                <a:gd name="connsiteX38" fmla="*/ 5083324 w 5187198"/>
                <a:gd name="connsiteY38" fmla="*/ 3926541 h 6239661"/>
                <a:gd name="connsiteX39" fmla="*/ 5067256 w 5187198"/>
                <a:gd name="connsiteY39" fmla="*/ 3996889 h 6239661"/>
                <a:gd name="connsiteX40" fmla="*/ 5059194 w 5187198"/>
                <a:gd name="connsiteY40" fmla="*/ 4032171 h 6239661"/>
                <a:gd name="connsiteX41" fmla="*/ 5049522 w 5187198"/>
                <a:gd name="connsiteY41" fmla="*/ 4067833 h 6239661"/>
                <a:gd name="connsiteX42" fmla="*/ 5040067 w 5187198"/>
                <a:gd name="connsiteY42" fmla="*/ 4103553 h 6239661"/>
                <a:gd name="connsiteX43" fmla="*/ 5028960 w 5187198"/>
                <a:gd name="connsiteY43" fmla="*/ 4138946 h 6239661"/>
                <a:gd name="connsiteX44" fmla="*/ 4917351 w 5187198"/>
                <a:gd name="connsiteY44" fmla="*/ 4417041 h 6239661"/>
                <a:gd name="connsiteX45" fmla="*/ 4756163 w 5187198"/>
                <a:gd name="connsiteY45" fmla="*/ 4676402 h 6239661"/>
                <a:gd name="connsiteX46" fmla="*/ 4322493 w 5187198"/>
                <a:gd name="connsiteY46" fmla="*/ 5105604 h 6239661"/>
                <a:gd name="connsiteX47" fmla="*/ 3840510 w 5187198"/>
                <a:gd name="connsiteY47" fmla="*/ 5429590 h 6239661"/>
                <a:gd name="connsiteX48" fmla="*/ 3606447 w 5187198"/>
                <a:gd name="connsiteY48" fmla="*/ 5572862 h 6239661"/>
                <a:gd name="connsiteX49" fmla="*/ 3488814 w 5187198"/>
                <a:gd name="connsiteY49" fmla="*/ 5647178 h 6239661"/>
                <a:gd name="connsiteX50" fmla="*/ 3365864 w 5187198"/>
                <a:gd name="connsiteY50" fmla="*/ 5722735 h 6239661"/>
                <a:gd name="connsiteX51" fmla="*/ 2839486 w 5187198"/>
                <a:gd name="connsiteY51" fmla="*/ 5999120 h 6239661"/>
                <a:gd name="connsiteX52" fmla="*/ 2242423 w 5187198"/>
                <a:gd name="connsiteY52" fmla="*/ 6192346 h 6239661"/>
                <a:gd name="connsiteX53" fmla="*/ 1589380 w 5187198"/>
                <a:gd name="connsiteY53" fmla="*/ 6230657 h 6239661"/>
                <a:gd name="connsiteX54" fmla="*/ 1548244 w 5187198"/>
                <a:gd name="connsiteY54" fmla="*/ 6226706 h 6239661"/>
                <a:gd name="connsiteX55" fmla="*/ 1507348 w 5187198"/>
                <a:gd name="connsiteY55" fmla="*/ 6221428 h 6239661"/>
                <a:gd name="connsiteX56" fmla="*/ 1466401 w 5187198"/>
                <a:gd name="connsiteY56" fmla="*/ 6215904 h 6239661"/>
                <a:gd name="connsiteX57" fmla="*/ 1425773 w 5187198"/>
                <a:gd name="connsiteY57" fmla="*/ 6209191 h 6239661"/>
                <a:gd name="connsiteX58" fmla="*/ 1344960 w 5187198"/>
                <a:gd name="connsiteY58" fmla="*/ 6193681 h 6239661"/>
                <a:gd name="connsiteX59" fmla="*/ 1265007 w 5187198"/>
                <a:gd name="connsiteY59" fmla="*/ 6175388 h 6239661"/>
                <a:gd name="connsiteX60" fmla="*/ 1225415 w 5187198"/>
                <a:gd name="connsiteY60" fmla="*/ 6165243 h 6239661"/>
                <a:gd name="connsiteX61" fmla="*/ 1186567 w 5187198"/>
                <a:gd name="connsiteY61" fmla="*/ 6154486 h 6239661"/>
                <a:gd name="connsiteX62" fmla="*/ 1111158 w 5187198"/>
                <a:gd name="connsiteY62" fmla="*/ 6130918 h 6239661"/>
                <a:gd name="connsiteX63" fmla="*/ 1035915 w 5187198"/>
                <a:gd name="connsiteY63" fmla="*/ 6107163 h 6239661"/>
                <a:gd name="connsiteX64" fmla="*/ 961579 w 5187198"/>
                <a:gd name="connsiteY64" fmla="*/ 6079594 h 6239661"/>
                <a:gd name="connsiteX65" fmla="*/ 395297 w 5187198"/>
                <a:gd name="connsiteY65" fmla="*/ 5792812 h 6239661"/>
                <a:gd name="connsiteX66" fmla="*/ 265239 w 5187198"/>
                <a:gd name="connsiteY66" fmla="*/ 5701511 h 6239661"/>
                <a:gd name="connsiteX67" fmla="*/ 233756 w 5187198"/>
                <a:gd name="connsiteY67" fmla="*/ 5677542 h 6239661"/>
                <a:gd name="connsiteX68" fmla="*/ 202800 w 5187198"/>
                <a:gd name="connsiteY68" fmla="*/ 5652902 h 6239661"/>
                <a:gd name="connsiteX69" fmla="*/ 140918 w 5187198"/>
                <a:gd name="connsiteY69" fmla="*/ 5603515 h 6239661"/>
                <a:gd name="connsiteX70" fmla="*/ 110625 w 5187198"/>
                <a:gd name="connsiteY70" fmla="*/ 5578127 h 6239661"/>
                <a:gd name="connsiteX71" fmla="*/ 95631 w 5187198"/>
                <a:gd name="connsiteY71" fmla="*/ 5565299 h 6239661"/>
                <a:gd name="connsiteX72" fmla="*/ 81966 w 5187198"/>
                <a:gd name="connsiteY72" fmla="*/ 5550973 h 6239661"/>
                <a:gd name="connsiteX73" fmla="*/ 27991 w 5187198"/>
                <a:gd name="connsiteY73" fmla="*/ 5493272 h 6239661"/>
                <a:gd name="connsiteX74" fmla="*/ 1454 w 5187198"/>
                <a:gd name="connsiteY74" fmla="*/ 5464252 h 6239661"/>
                <a:gd name="connsiteX75" fmla="*/ 0 w 5187198"/>
                <a:gd name="connsiteY75" fmla="*/ 5462518 h 6239661"/>
                <a:gd name="connsiteX76" fmla="*/ 0 w 5187198"/>
                <a:gd name="connsiteY76" fmla="*/ 4720187 h 6239661"/>
                <a:gd name="connsiteX77" fmla="*/ 109684 w 5187198"/>
                <a:gd name="connsiteY77" fmla="*/ 4836724 h 6239661"/>
                <a:gd name="connsiteX78" fmla="*/ 306959 w 5187198"/>
                <a:gd name="connsiteY78" fmla="*/ 5007200 h 6239661"/>
                <a:gd name="connsiteX79" fmla="*/ 358101 w 5187198"/>
                <a:gd name="connsiteY79" fmla="*/ 5046057 h 6239661"/>
                <a:gd name="connsiteX80" fmla="*/ 383328 w 5187198"/>
                <a:gd name="connsiteY80" fmla="*/ 5065684 h 6239661"/>
                <a:gd name="connsiteX81" fmla="*/ 409503 w 5187198"/>
                <a:gd name="connsiteY81" fmla="*/ 5083942 h 6239661"/>
                <a:gd name="connsiteX82" fmla="*/ 461889 w 5187198"/>
                <a:gd name="connsiteY82" fmla="*/ 5119888 h 6239661"/>
                <a:gd name="connsiteX83" fmla="*/ 474883 w 5187198"/>
                <a:gd name="connsiteY83" fmla="*/ 5128933 h 6239661"/>
                <a:gd name="connsiteX84" fmla="*/ 486410 w 5187198"/>
                <a:gd name="connsiteY84" fmla="*/ 5139557 h 6239661"/>
                <a:gd name="connsiteX85" fmla="*/ 510852 w 5187198"/>
                <a:gd name="connsiteY85" fmla="*/ 5159089 h 6239661"/>
                <a:gd name="connsiteX86" fmla="*/ 560653 w 5187198"/>
                <a:gd name="connsiteY86" fmla="*/ 5196893 h 6239661"/>
                <a:gd name="connsiteX87" fmla="*/ 585485 w 5187198"/>
                <a:gd name="connsiteY87" fmla="*/ 5215834 h 6239661"/>
                <a:gd name="connsiteX88" fmla="*/ 610707 w 5187198"/>
                <a:gd name="connsiteY88" fmla="*/ 5234185 h 6239661"/>
                <a:gd name="connsiteX89" fmla="*/ 714768 w 5187198"/>
                <a:gd name="connsiteY89" fmla="*/ 5303103 h 6239661"/>
                <a:gd name="connsiteX90" fmla="*/ 1166634 w 5187198"/>
                <a:gd name="connsiteY90" fmla="*/ 5513322 h 6239661"/>
                <a:gd name="connsiteX91" fmla="*/ 1225991 w 5187198"/>
                <a:gd name="connsiteY91" fmla="*/ 5533632 h 6239661"/>
                <a:gd name="connsiteX92" fmla="*/ 1286680 w 5187198"/>
                <a:gd name="connsiteY92" fmla="*/ 5550705 h 6239661"/>
                <a:gd name="connsiteX93" fmla="*/ 1347310 w 5187198"/>
                <a:gd name="connsiteY93" fmla="*/ 5567995 h 6239661"/>
                <a:gd name="connsiteX94" fmla="*/ 1377002 w 5187198"/>
                <a:gd name="connsiteY94" fmla="*/ 5575719 h 6239661"/>
                <a:gd name="connsiteX95" fmla="*/ 1406328 w 5187198"/>
                <a:gd name="connsiteY95" fmla="*/ 5582649 h 6239661"/>
                <a:gd name="connsiteX96" fmla="*/ 1465060 w 5187198"/>
                <a:gd name="connsiteY96" fmla="*/ 5594909 h 6239661"/>
                <a:gd name="connsiteX97" fmla="*/ 1523881 w 5187198"/>
                <a:gd name="connsiteY97" fmla="*/ 5605105 h 6239661"/>
                <a:gd name="connsiteX98" fmla="*/ 1553325 w 5187198"/>
                <a:gd name="connsiteY98" fmla="*/ 5609865 h 6239661"/>
                <a:gd name="connsiteX99" fmla="*/ 1582813 w 5187198"/>
                <a:gd name="connsiteY99" fmla="*/ 5613593 h 6239661"/>
                <a:gd name="connsiteX100" fmla="*/ 1612301 w 5187198"/>
                <a:gd name="connsiteY100" fmla="*/ 5617321 h 6239661"/>
                <a:gd name="connsiteX101" fmla="*/ 1641863 w 5187198"/>
                <a:gd name="connsiteY101" fmla="*/ 5619910 h 6239661"/>
                <a:gd name="connsiteX102" fmla="*/ 2117508 w 5187198"/>
                <a:gd name="connsiteY102" fmla="*/ 5595156 h 6239661"/>
                <a:gd name="connsiteX103" fmla="*/ 2597368 w 5187198"/>
                <a:gd name="connsiteY103" fmla="*/ 5447381 h 6239661"/>
                <a:gd name="connsiteX104" fmla="*/ 3082968 w 5187198"/>
                <a:gd name="connsiteY104" fmla="*/ 5223245 h 6239661"/>
                <a:gd name="connsiteX105" fmla="*/ 3334855 w 5187198"/>
                <a:gd name="connsiteY105" fmla="*/ 5097383 h 6239661"/>
                <a:gd name="connsiteX106" fmla="*/ 3599509 w 5187198"/>
                <a:gd name="connsiteY106" fmla="*/ 4976217 h 6239661"/>
                <a:gd name="connsiteX107" fmla="*/ 4112002 w 5187198"/>
                <a:gd name="connsiteY107" fmla="*/ 4766359 h 6239661"/>
                <a:gd name="connsiteX108" fmla="*/ 4348983 w 5187198"/>
                <a:gd name="connsiteY108" fmla="*/ 4649833 h 6239661"/>
                <a:gd name="connsiteX109" fmla="*/ 4560505 w 5187198"/>
                <a:gd name="connsiteY109" fmla="*/ 4501564 h 6239661"/>
                <a:gd name="connsiteX110" fmla="*/ 4731963 w 5187198"/>
                <a:gd name="connsiteY110" fmla="*/ 4309870 h 6239661"/>
                <a:gd name="connsiteX111" fmla="*/ 4852344 w 5187198"/>
                <a:gd name="connsiteY111" fmla="*/ 4078640 h 6239661"/>
                <a:gd name="connsiteX112" fmla="*/ 4863972 w 5187198"/>
                <a:gd name="connsiteY112" fmla="*/ 4047790 h 6239661"/>
                <a:gd name="connsiteX113" fmla="*/ 4874144 w 5187198"/>
                <a:gd name="connsiteY113" fmla="*/ 4016320 h 6239661"/>
                <a:gd name="connsiteX114" fmla="*/ 4884127 w 5187198"/>
                <a:gd name="connsiteY114" fmla="*/ 3984682 h 6239661"/>
                <a:gd name="connsiteX115" fmla="*/ 4892800 w 5187198"/>
                <a:gd name="connsiteY115" fmla="*/ 3951883 h 6239661"/>
                <a:gd name="connsiteX116" fmla="*/ 4909526 w 5187198"/>
                <a:gd name="connsiteY116" fmla="*/ 3886001 h 6239661"/>
                <a:gd name="connsiteX117" fmla="*/ 4917687 w 5187198"/>
                <a:gd name="connsiteY117" fmla="*/ 3852948 h 6239661"/>
                <a:gd name="connsiteX118" fmla="*/ 4921768 w 5187198"/>
                <a:gd name="connsiteY118" fmla="*/ 3836422 h 6239661"/>
                <a:gd name="connsiteX119" fmla="*/ 4924845 w 5187198"/>
                <a:gd name="connsiteY119" fmla="*/ 3819742 h 6239661"/>
                <a:gd name="connsiteX120" fmla="*/ 4948230 w 5187198"/>
                <a:gd name="connsiteY120" fmla="*/ 3685744 h 6239661"/>
                <a:gd name="connsiteX121" fmla="*/ 4962782 w 5187198"/>
                <a:gd name="connsiteY121" fmla="*/ 3550540 h 6239661"/>
                <a:gd name="connsiteX122" fmla="*/ 4939468 w 5187198"/>
                <a:gd name="connsiteY122" fmla="*/ 3010249 h 6239661"/>
                <a:gd name="connsiteX123" fmla="*/ 4816901 w 5187198"/>
                <a:gd name="connsiteY123" fmla="*/ 2488224 h 6239661"/>
                <a:gd name="connsiteX124" fmla="*/ 4797005 w 5187198"/>
                <a:gd name="connsiteY124" fmla="*/ 2424470 h 6239661"/>
                <a:gd name="connsiteX125" fmla="*/ 4774433 w 5187198"/>
                <a:gd name="connsiteY125" fmla="*/ 2361620 h 6239661"/>
                <a:gd name="connsiteX126" fmla="*/ 4752459 w 5187198"/>
                <a:gd name="connsiteY126" fmla="*/ 2298700 h 6239661"/>
                <a:gd name="connsiteX127" fmla="*/ 4728083 w 5187198"/>
                <a:gd name="connsiteY127" fmla="*/ 2236526 h 6239661"/>
                <a:gd name="connsiteX128" fmla="*/ 4704471 w 5187198"/>
                <a:gd name="connsiteY128" fmla="*/ 2174095 h 6239661"/>
                <a:gd name="connsiteX129" fmla="*/ 4678399 w 5187198"/>
                <a:gd name="connsiteY129" fmla="*/ 2112626 h 6239661"/>
                <a:gd name="connsiteX130" fmla="*/ 4652601 w 5187198"/>
                <a:gd name="connsiteY130" fmla="*/ 2050999 h 6239661"/>
                <a:gd name="connsiteX131" fmla="*/ 4624205 w 5187198"/>
                <a:gd name="connsiteY131" fmla="*/ 1990415 h 6239661"/>
                <a:gd name="connsiteX132" fmla="*/ 4595398 w 5187198"/>
                <a:gd name="connsiteY132" fmla="*/ 1930069 h 6239661"/>
                <a:gd name="connsiteX133" fmla="*/ 4563827 w 5187198"/>
                <a:gd name="connsiteY133" fmla="*/ 1870952 h 6239661"/>
                <a:gd name="connsiteX134" fmla="*/ 4531433 w 5187198"/>
                <a:gd name="connsiteY134" fmla="*/ 1812311 h 6239661"/>
                <a:gd name="connsiteX135" fmla="*/ 4523315 w 5187198"/>
                <a:gd name="connsiteY135" fmla="*/ 1797616 h 6239661"/>
                <a:gd name="connsiteX136" fmla="*/ 4514482 w 5187198"/>
                <a:gd name="connsiteY136" fmla="*/ 1783425 h 6239661"/>
                <a:gd name="connsiteX137" fmla="*/ 4496845 w 5187198"/>
                <a:gd name="connsiteY137" fmla="*/ 1754936 h 6239661"/>
                <a:gd name="connsiteX138" fmla="*/ 4461463 w 5187198"/>
                <a:gd name="connsiteY138" fmla="*/ 1697929 h 6239661"/>
                <a:gd name="connsiteX139" fmla="*/ 4452660 w 5187198"/>
                <a:gd name="connsiteY139" fmla="*/ 1683629 h 6239661"/>
                <a:gd name="connsiteX140" fmla="*/ 4443141 w 5187198"/>
                <a:gd name="connsiteY140" fmla="*/ 1669834 h 6239661"/>
                <a:gd name="connsiteX141" fmla="*/ 4424241 w 5187198"/>
                <a:gd name="connsiteY141" fmla="*/ 1642166 h 6239661"/>
                <a:gd name="connsiteX142" fmla="*/ 4346886 w 5187198"/>
                <a:gd name="connsiteY142" fmla="*/ 1532412 h 6239661"/>
                <a:gd name="connsiteX143" fmla="*/ 3985497 w 5187198"/>
                <a:gd name="connsiteY143" fmla="*/ 1134649 h 6239661"/>
                <a:gd name="connsiteX144" fmla="*/ 3545665 w 5187198"/>
                <a:gd name="connsiteY144" fmla="*/ 825877 h 6239661"/>
                <a:gd name="connsiteX145" fmla="*/ 3486190 w 5187198"/>
                <a:gd name="connsiteY145" fmla="*/ 794756 h 6239661"/>
                <a:gd name="connsiteX146" fmla="*/ 3426182 w 5187198"/>
                <a:gd name="connsiteY146" fmla="*/ 764765 h 6239661"/>
                <a:gd name="connsiteX147" fmla="*/ 3365044 w 5187198"/>
                <a:gd name="connsiteY147" fmla="*/ 737255 h 6239661"/>
                <a:gd name="connsiteX148" fmla="*/ 3334529 w 5187198"/>
                <a:gd name="connsiteY148" fmla="*/ 723514 h 6239661"/>
                <a:gd name="connsiteX149" fmla="*/ 3303733 w 5187198"/>
                <a:gd name="connsiteY149" fmla="*/ 710395 h 6239661"/>
                <a:gd name="connsiteX150" fmla="*/ 3179033 w 5187198"/>
                <a:gd name="connsiteY150" fmla="*/ 662259 h 6239661"/>
                <a:gd name="connsiteX151" fmla="*/ 3052408 w 5187198"/>
                <a:gd name="connsiteY151" fmla="*/ 620447 h 6239661"/>
                <a:gd name="connsiteX152" fmla="*/ 2924325 w 5187198"/>
                <a:gd name="connsiteY152" fmla="*/ 584505 h 6239661"/>
                <a:gd name="connsiteX153" fmla="*/ 2859667 w 5187198"/>
                <a:gd name="connsiteY153" fmla="*/ 569266 h 6239661"/>
                <a:gd name="connsiteX154" fmla="*/ 2795226 w 5187198"/>
                <a:gd name="connsiteY154" fmla="*/ 554085 h 6239661"/>
                <a:gd name="connsiteX155" fmla="*/ 2729702 w 5187198"/>
                <a:gd name="connsiteY155" fmla="*/ 540354 h 6239661"/>
                <a:gd name="connsiteX156" fmla="*/ 2663758 w 5187198"/>
                <a:gd name="connsiteY156" fmla="*/ 527322 h 6239661"/>
                <a:gd name="connsiteX157" fmla="*/ 2630927 w 5187198"/>
                <a:gd name="connsiteY157" fmla="*/ 520495 h 6239661"/>
                <a:gd name="connsiteX158" fmla="*/ 2597965 w 5187198"/>
                <a:gd name="connsiteY158" fmla="*/ 515024 h 6239661"/>
                <a:gd name="connsiteX159" fmla="*/ 2532205 w 5187198"/>
                <a:gd name="connsiteY159" fmla="*/ 503895 h 6239661"/>
                <a:gd name="connsiteX160" fmla="*/ 2010064 w 5187198"/>
                <a:gd name="connsiteY160" fmla="*/ 452552 h 6239661"/>
                <a:gd name="connsiteX161" fmla="*/ 1494552 w 5187198"/>
                <a:gd name="connsiteY161" fmla="*/ 485055 h 6239661"/>
                <a:gd name="connsiteX162" fmla="*/ 1366896 w 5187198"/>
                <a:gd name="connsiteY162" fmla="*/ 509389 h 6239661"/>
                <a:gd name="connsiteX163" fmla="*/ 1240175 w 5187198"/>
                <a:gd name="connsiteY163" fmla="*/ 541045 h 6239661"/>
                <a:gd name="connsiteX164" fmla="*/ 1177438 w 5187198"/>
                <a:gd name="connsiteY164" fmla="*/ 560170 h 6239661"/>
                <a:gd name="connsiteX165" fmla="*/ 1145987 w 5187198"/>
                <a:gd name="connsiteY165" fmla="*/ 569826 h 6239661"/>
                <a:gd name="connsiteX166" fmla="*/ 1130315 w 5187198"/>
                <a:gd name="connsiteY166" fmla="*/ 574669 h 6239661"/>
                <a:gd name="connsiteX167" fmla="*/ 1114873 w 5187198"/>
                <a:gd name="connsiteY167" fmla="*/ 580384 h 6239661"/>
                <a:gd name="connsiteX168" fmla="*/ 1052839 w 5187198"/>
                <a:gd name="connsiteY168" fmla="*/ 602943 h 6239661"/>
                <a:gd name="connsiteX169" fmla="*/ 991135 w 5187198"/>
                <a:gd name="connsiteY169" fmla="*/ 626866 h 6239661"/>
                <a:gd name="connsiteX170" fmla="*/ 930179 w 5187198"/>
                <a:gd name="connsiteY170" fmla="*/ 653191 h 6239661"/>
                <a:gd name="connsiteX171" fmla="*/ 869768 w 5187198"/>
                <a:gd name="connsiteY171" fmla="*/ 680937 h 6239661"/>
                <a:gd name="connsiteX172" fmla="*/ 810085 w 5187198"/>
                <a:gd name="connsiteY172" fmla="*/ 710734 h 6239661"/>
                <a:gd name="connsiteX173" fmla="*/ 751220 w 5187198"/>
                <a:gd name="connsiteY173" fmla="*/ 741794 h 6239661"/>
                <a:gd name="connsiteX174" fmla="*/ 532669 w 5187198"/>
                <a:gd name="connsiteY174" fmla="*/ 881688 h 6239661"/>
                <a:gd name="connsiteX175" fmla="*/ 354185 w 5187198"/>
                <a:gd name="connsiteY175" fmla="*/ 1050286 h 6239661"/>
                <a:gd name="connsiteX176" fmla="*/ 315980 w 5187198"/>
                <a:gd name="connsiteY176" fmla="*/ 1098125 h 6239661"/>
                <a:gd name="connsiteX177" fmla="*/ 280345 w 5187198"/>
                <a:gd name="connsiteY177" fmla="*/ 1149782 h 6239661"/>
                <a:gd name="connsiteX178" fmla="*/ 245890 w 5187198"/>
                <a:gd name="connsiteY178" fmla="*/ 1203959 h 6239661"/>
                <a:gd name="connsiteX179" fmla="*/ 212162 w 5187198"/>
                <a:gd name="connsiteY179" fmla="*/ 1260184 h 6239661"/>
                <a:gd name="connsiteX180" fmla="*/ 80716 w 5187198"/>
                <a:gd name="connsiteY180" fmla="*/ 1502476 h 6239661"/>
                <a:gd name="connsiteX181" fmla="*/ 0 w 5187198"/>
                <a:gd name="connsiteY181" fmla="*/ 1648841 h 6239661"/>
                <a:gd name="connsiteX182" fmla="*/ 0 w 5187198"/>
                <a:gd name="connsiteY182" fmla="*/ 954863 h 6239661"/>
                <a:gd name="connsiteX183" fmla="*/ 43491 w 5187198"/>
                <a:gd name="connsiteY183" fmla="*/ 895513 h 6239661"/>
                <a:gd name="connsiteX184" fmla="*/ 93923 w 5187198"/>
                <a:gd name="connsiteY184" fmla="*/ 834489 h 6239661"/>
                <a:gd name="connsiteX185" fmla="*/ 323465 w 5187198"/>
                <a:gd name="connsiteY185" fmla="*/ 617671 h 6239661"/>
                <a:gd name="connsiteX186" fmla="*/ 574777 w 5187198"/>
                <a:gd name="connsiteY186" fmla="*/ 446794 h 6239661"/>
                <a:gd name="connsiteX187" fmla="*/ 638943 w 5187198"/>
                <a:gd name="connsiteY187" fmla="*/ 408925 h 6239661"/>
                <a:gd name="connsiteX188" fmla="*/ 703505 w 5187198"/>
                <a:gd name="connsiteY188" fmla="*/ 371742 h 6239661"/>
                <a:gd name="connsiteX189" fmla="*/ 769262 w 5187198"/>
                <a:gd name="connsiteY189" fmla="*/ 336154 h 6239661"/>
                <a:gd name="connsiteX190" fmla="*/ 835552 w 5187198"/>
                <a:gd name="connsiteY190" fmla="*/ 301173 h 6239661"/>
                <a:gd name="connsiteX191" fmla="*/ 902979 w 5187198"/>
                <a:gd name="connsiteY191" fmla="*/ 268004 h 6239661"/>
                <a:gd name="connsiteX192" fmla="*/ 971127 w 5187198"/>
                <a:gd name="connsiteY192" fmla="*/ 235607 h 6239661"/>
                <a:gd name="connsiteX193" fmla="*/ 988238 w 5187198"/>
                <a:gd name="connsiteY193" fmla="*/ 227556 h 6239661"/>
                <a:gd name="connsiteX194" fmla="*/ 1005744 w 5187198"/>
                <a:gd name="connsiteY194" fmla="*/ 220191 h 6239661"/>
                <a:gd name="connsiteX195" fmla="*/ 1040729 w 5187198"/>
                <a:gd name="connsiteY195" fmla="*/ 205569 h 6239661"/>
                <a:gd name="connsiteX196" fmla="*/ 1110835 w 5187198"/>
                <a:gd name="connsiteY196" fmla="*/ 176248 h 6239661"/>
                <a:gd name="connsiteX197" fmla="*/ 1254256 w 5187198"/>
                <a:gd name="connsiteY197" fmla="*/ 123796 h 6239661"/>
                <a:gd name="connsiteX198" fmla="*/ 1401310 w 5187198"/>
                <a:gd name="connsiteY198" fmla="*/ 79852 h 6239661"/>
                <a:gd name="connsiteX199" fmla="*/ 2011811 w 5187198"/>
                <a:gd name="connsiteY199" fmla="*/ 4 h 62396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</a:cxnLst>
              <a:rect l="l" t="t" r="r" b="b"/>
              <a:pathLst>
                <a:path w="5187198" h="6239661">
                  <a:moveTo>
                    <a:pt x="2011811" y="4"/>
                  </a:moveTo>
                  <a:cubicBezTo>
                    <a:pt x="2217306" y="120"/>
                    <a:pt x="2420903" y="25925"/>
                    <a:pt x="2617011" y="70590"/>
                  </a:cubicBezTo>
                  <a:lnTo>
                    <a:pt x="2690321" y="88146"/>
                  </a:lnTo>
                  <a:lnTo>
                    <a:pt x="2726863" y="97127"/>
                  </a:lnTo>
                  <a:lnTo>
                    <a:pt x="2762951" y="107375"/>
                  </a:lnTo>
                  <a:lnTo>
                    <a:pt x="2834843" y="128493"/>
                  </a:lnTo>
                  <a:cubicBezTo>
                    <a:pt x="2858788" y="135605"/>
                    <a:pt x="2882632" y="142226"/>
                    <a:pt x="2906574" y="151076"/>
                  </a:cubicBezTo>
                  <a:cubicBezTo>
                    <a:pt x="2954475" y="167852"/>
                    <a:pt x="3002363" y="183813"/>
                    <a:pt x="3049504" y="202124"/>
                  </a:cubicBezTo>
                  <a:lnTo>
                    <a:pt x="3189518" y="260159"/>
                  </a:lnTo>
                  <a:lnTo>
                    <a:pt x="3326048" y="325143"/>
                  </a:lnTo>
                  <a:cubicBezTo>
                    <a:pt x="3370687" y="348464"/>
                    <a:pt x="3414908" y="372485"/>
                    <a:pt x="3459166" y="395936"/>
                  </a:cubicBezTo>
                  <a:cubicBezTo>
                    <a:pt x="3502947" y="420302"/>
                    <a:pt x="3545491" y="447118"/>
                    <a:pt x="3588578" y="472343"/>
                  </a:cubicBezTo>
                  <a:cubicBezTo>
                    <a:pt x="3610346" y="484551"/>
                    <a:pt x="3630797" y="499072"/>
                    <a:pt x="3651864" y="512600"/>
                  </a:cubicBezTo>
                  <a:lnTo>
                    <a:pt x="3714514" y="553499"/>
                  </a:lnTo>
                  <a:cubicBezTo>
                    <a:pt x="3880005" y="664844"/>
                    <a:pt x="4036083" y="788388"/>
                    <a:pt x="4181221" y="922912"/>
                  </a:cubicBezTo>
                  <a:cubicBezTo>
                    <a:pt x="4326221" y="1057515"/>
                    <a:pt x="4461955" y="1202038"/>
                    <a:pt x="4582963" y="1358264"/>
                  </a:cubicBezTo>
                  <a:cubicBezTo>
                    <a:pt x="4614206" y="1396543"/>
                    <a:pt x="4642091" y="1437400"/>
                    <a:pt x="4670721" y="1477644"/>
                  </a:cubicBezTo>
                  <a:cubicBezTo>
                    <a:pt x="4700172" y="1517414"/>
                    <a:pt x="4725864" y="1559538"/>
                    <a:pt x="4752378" y="1601187"/>
                  </a:cubicBezTo>
                  <a:lnTo>
                    <a:pt x="4772168" y="1632456"/>
                  </a:lnTo>
                  <a:lnTo>
                    <a:pt x="4782117" y="1648104"/>
                  </a:lnTo>
                  <a:lnTo>
                    <a:pt x="4791381" y="1664150"/>
                  </a:lnTo>
                  <a:lnTo>
                    <a:pt x="4828190" y="1728379"/>
                  </a:lnTo>
                  <a:cubicBezTo>
                    <a:pt x="4840266" y="1749930"/>
                    <a:pt x="4853470" y="1770740"/>
                    <a:pt x="4864832" y="1792796"/>
                  </a:cubicBezTo>
                  <a:lnTo>
                    <a:pt x="4899201" y="1858342"/>
                  </a:lnTo>
                  <a:cubicBezTo>
                    <a:pt x="4910484" y="1880260"/>
                    <a:pt x="4922532" y="1901920"/>
                    <a:pt x="4933266" y="1924155"/>
                  </a:cubicBezTo>
                  <a:lnTo>
                    <a:pt x="4964403" y="1991384"/>
                  </a:lnTo>
                  <a:cubicBezTo>
                    <a:pt x="4974618" y="2013829"/>
                    <a:pt x="4985323" y="2036171"/>
                    <a:pt x="4995019" y="2058823"/>
                  </a:cubicBezTo>
                  <a:lnTo>
                    <a:pt x="5021999" y="2127723"/>
                  </a:lnTo>
                  <a:lnTo>
                    <a:pt x="5048321" y="2196908"/>
                  </a:lnTo>
                  <a:lnTo>
                    <a:pt x="5070546" y="2267547"/>
                  </a:lnTo>
                  <a:cubicBezTo>
                    <a:pt x="5078054" y="2291004"/>
                    <a:pt x="5085044" y="2314670"/>
                    <a:pt x="5092171" y="2338256"/>
                  </a:cubicBezTo>
                  <a:cubicBezTo>
                    <a:pt x="5098670" y="2362023"/>
                    <a:pt x="5104296" y="2386019"/>
                    <a:pt x="5110305" y="2409886"/>
                  </a:cubicBezTo>
                  <a:cubicBezTo>
                    <a:pt x="5158097" y="2600976"/>
                    <a:pt x="5182068" y="2797044"/>
                    <a:pt x="5186393" y="2992022"/>
                  </a:cubicBezTo>
                  <a:cubicBezTo>
                    <a:pt x="5191013" y="3187195"/>
                    <a:pt x="5175397" y="3380886"/>
                    <a:pt x="5149045" y="3571816"/>
                  </a:cubicBezTo>
                  <a:cubicBezTo>
                    <a:pt x="5141154" y="3619431"/>
                    <a:pt x="5133539" y="3666889"/>
                    <a:pt x="5126572" y="3714520"/>
                  </a:cubicBezTo>
                  <a:cubicBezTo>
                    <a:pt x="5117276" y="3761759"/>
                    <a:pt x="5107793" y="3808831"/>
                    <a:pt x="5099067" y="3856108"/>
                  </a:cubicBezTo>
                  <a:lnTo>
                    <a:pt x="5095699" y="3873868"/>
                  </a:lnTo>
                  <a:lnTo>
                    <a:pt x="5091573" y="3891426"/>
                  </a:lnTo>
                  <a:lnTo>
                    <a:pt x="5083324" y="3926541"/>
                  </a:lnTo>
                  <a:lnTo>
                    <a:pt x="5067256" y="3996889"/>
                  </a:lnTo>
                  <a:cubicBezTo>
                    <a:pt x="5064451" y="4008657"/>
                    <a:pt x="5062244" y="4020353"/>
                    <a:pt x="5059194" y="4032171"/>
                  </a:cubicBezTo>
                  <a:lnTo>
                    <a:pt x="5049522" y="4067833"/>
                  </a:lnTo>
                  <a:lnTo>
                    <a:pt x="5040067" y="4103553"/>
                  </a:lnTo>
                  <a:cubicBezTo>
                    <a:pt x="5036554" y="4115363"/>
                    <a:pt x="5032689" y="4127194"/>
                    <a:pt x="5028960" y="4138946"/>
                  </a:cubicBezTo>
                  <a:cubicBezTo>
                    <a:pt x="4999693" y="4233462"/>
                    <a:pt x="4962869" y="4326764"/>
                    <a:pt x="4917351" y="4417041"/>
                  </a:cubicBezTo>
                  <a:cubicBezTo>
                    <a:pt x="4871860" y="4507209"/>
                    <a:pt x="4817597" y="4594215"/>
                    <a:pt x="4756163" y="4676402"/>
                  </a:cubicBezTo>
                  <a:cubicBezTo>
                    <a:pt x="4632803" y="4840875"/>
                    <a:pt x="4480597" y="4982783"/>
                    <a:pt x="4322493" y="5105604"/>
                  </a:cubicBezTo>
                  <a:cubicBezTo>
                    <a:pt x="4163928" y="5228420"/>
                    <a:pt x="3999564" y="5332640"/>
                    <a:pt x="3840510" y="5429590"/>
                  </a:cubicBezTo>
                  <a:cubicBezTo>
                    <a:pt x="3760954" y="5478172"/>
                    <a:pt x="3682353" y="5524924"/>
                    <a:pt x="3606447" y="5572862"/>
                  </a:cubicBezTo>
                  <a:lnTo>
                    <a:pt x="3488814" y="5647178"/>
                  </a:lnTo>
                  <a:cubicBezTo>
                    <a:pt x="3448270" y="5672597"/>
                    <a:pt x="3407323" y="5697792"/>
                    <a:pt x="3365864" y="5722735"/>
                  </a:cubicBezTo>
                  <a:cubicBezTo>
                    <a:pt x="3200163" y="5822424"/>
                    <a:pt x="3026125" y="5917328"/>
                    <a:pt x="2839486" y="5999120"/>
                  </a:cubicBezTo>
                  <a:cubicBezTo>
                    <a:pt x="2653201" y="6080891"/>
                    <a:pt x="2453560" y="6149344"/>
                    <a:pt x="2242423" y="6192346"/>
                  </a:cubicBezTo>
                  <a:cubicBezTo>
                    <a:pt x="2031719" y="6235463"/>
                    <a:pt x="1808952" y="6251353"/>
                    <a:pt x="1589380" y="6230657"/>
                  </a:cubicBezTo>
                  <a:lnTo>
                    <a:pt x="1548244" y="6226706"/>
                  </a:lnTo>
                  <a:cubicBezTo>
                    <a:pt x="1534528" y="6225117"/>
                    <a:pt x="1520898" y="6223203"/>
                    <a:pt x="1507348" y="6221428"/>
                  </a:cubicBezTo>
                  <a:lnTo>
                    <a:pt x="1466401" y="6215904"/>
                  </a:lnTo>
                  <a:cubicBezTo>
                    <a:pt x="1452772" y="6213991"/>
                    <a:pt x="1439316" y="6211428"/>
                    <a:pt x="1425773" y="6209191"/>
                  </a:cubicBezTo>
                  <a:cubicBezTo>
                    <a:pt x="1398775" y="6204391"/>
                    <a:pt x="1371610" y="6199779"/>
                    <a:pt x="1344960" y="6193681"/>
                  </a:cubicBezTo>
                  <a:cubicBezTo>
                    <a:pt x="1318251" y="6187799"/>
                    <a:pt x="1291260" y="6182538"/>
                    <a:pt x="1265007" y="6175388"/>
                  </a:cubicBezTo>
                  <a:lnTo>
                    <a:pt x="1225415" y="6165243"/>
                  </a:lnTo>
                  <a:cubicBezTo>
                    <a:pt x="1212163" y="6161924"/>
                    <a:pt x="1198939" y="6158496"/>
                    <a:pt x="1186567" y="6154486"/>
                  </a:cubicBezTo>
                  <a:lnTo>
                    <a:pt x="1111158" y="6130918"/>
                  </a:lnTo>
                  <a:lnTo>
                    <a:pt x="1035915" y="6107163"/>
                  </a:lnTo>
                  <a:cubicBezTo>
                    <a:pt x="1010846" y="6099055"/>
                    <a:pt x="986357" y="6088784"/>
                    <a:pt x="961579" y="6079594"/>
                  </a:cubicBezTo>
                  <a:cubicBezTo>
                    <a:pt x="763709" y="6005594"/>
                    <a:pt x="572401" y="5909703"/>
                    <a:pt x="395297" y="5792812"/>
                  </a:cubicBezTo>
                  <a:lnTo>
                    <a:pt x="265239" y="5701511"/>
                  </a:lnTo>
                  <a:cubicBezTo>
                    <a:pt x="254227" y="5694155"/>
                    <a:pt x="244103" y="5685646"/>
                    <a:pt x="233756" y="5677542"/>
                  </a:cubicBezTo>
                  <a:lnTo>
                    <a:pt x="202800" y="5652902"/>
                  </a:lnTo>
                  <a:lnTo>
                    <a:pt x="140918" y="5603515"/>
                  </a:lnTo>
                  <a:cubicBezTo>
                    <a:pt x="130598" y="5595302"/>
                    <a:pt x="120280" y="5587089"/>
                    <a:pt x="110625" y="5578127"/>
                  </a:cubicBezTo>
                  <a:cubicBezTo>
                    <a:pt x="105647" y="5573779"/>
                    <a:pt x="100444" y="5569834"/>
                    <a:pt x="95631" y="5565299"/>
                  </a:cubicBezTo>
                  <a:cubicBezTo>
                    <a:pt x="90955" y="5560684"/>
                    <a:pt x="86505" y="5555666"/>
                    <a:pt x="81966" y="5550973"/>
                  </a:cubicBezTo>
                  <a:lnTo>
                    <a:pt x="27991" y="5493272"/>
                  </a:lnTo>
                  <a:cubicBezTo>
                    <a:pt x="19109" y="5483589"/>
                    <a:pt x="9758" y="5474359"/>
                    <a:pt x="1454" y="5464252"/>
                  </a:cubicBezTo>
                  <a:lnTo>
                    <a:pt x="0" y="5462518"/>
                  </a:lnTo>
                  <a:lnTo>
                    <a:pt x="0" y="4720187"/>
                  </a:lnTo>
                  <a:lnTo>
                    <a:pt x="109684" y="4836724"/>
                  </a:lnTo>
                  <a:cubicBezTo>
                    <a:pt x="173316" y="4897375"/>
                    <a:pt x="239447" y="4954160"/>
                    <a:pt x="306959" y="5007200"/>
                  </a:cubicBezTo>
                  <a:lnTo>
                    <a:pt x="358101" y="5046057"/>
                  </a:lnTo>
                  <a:lnTo>
                    <a:pt x="383328" y="5065684"/>
                  </a:lnTo>
                  <a:cubicBezTo>
                    <a:pt x="391637" y="5072316"/>
                    <a:pt x="400805" y="5077902"/>
                    <a:pt x="409503" y="5083942"/>
                  </a:cubicBezTo>
                  <a:lnTo>
                    <a:pt x="461889" y="5119888"/>
                  </a:lnTo>
                  <a:cubicBezTo>
                    <a:pt x="466184" y="5122893"/>
                    <a:pt x="470616" y="5125820"/>
                    <a:pt x="474883" y="5128933"/>
                  </a:cubicBezTo>
                  <a:cubicBezTo>
                    <a:pt x="478982" y="5132235"/>
                    <a:pt x="482476" y="5136069"/>
                    <a:pt x="486410" y="5139557"/>
                  </a:cubicBezTo>
                  <a:cubicBezTo>
                    <a:pt x="494140" y="5146613"/>
                    <a:pt x="502565" y="5152812"/>
                    <a:pt x="510852" y="5159089"/>
                  </a:cubicBezTo>
                  <a:lnTo>
                    <a:pt x="560653" y="5196893"/>
                  </a:lnTo>
                  <a:lnTo>
                    <a:pt x="585485" y="5215834"/>
                  </a:lnTo>
                  <a:cubicBezTo>
                    <a:pt x="593773" y="5222111"/>
                    <a:pt x="601864" y="5228685"/>
                    <a:pt x="610707" y="5234185"/>
                  </a:cubicBezTo>
                  <a:lnTo>
                    <a:pt x="714768" y="5303103"/>
                  </a:lnTo>
                  <a:cubicBezTo>
                    <a:pt x="856162" y="5390603"/>
                    <a:pt x="1008099" y="5459947"/>
                    <a:pt x="1166634" y="5513322"/>
                  </a:cubicBezTo>
                  <a:cubicBezTo>
                    <a:pt x="1186540" y="5519932"/>
                    <a:pt x="1205774" y="5527751"/>
                    <a:pt x="1225991" y="5533632"/>
                  </a:cubicBezTo>
                  <a:lnTo>
                    <a:pt x="1286680" y="5550705"/>
                  </a:lnTo>
                  <a:lnTo>
                    <a:pt x="1347310" y="5567995"/>
                  </a:lnTo>
                  <a:cubicBezTo>
                    <a:pt x="1357469" y="5571180"/>
                    <a:pt x="1367261" y="5573572"/>
                    <a:pt x="1377002" y="5575719"/>
                  </a:cubicBezTo>
                  <a:lnTo>
                    <a:pt x="1406328" y="5582649"/>
                  </a:lnTo>
                  <a:cubicBezTo>
                    <a:pt x="1425825" y="5587757"/>
                    <a:pt x="1445490" y="5590939"/>
                    <a:pt x="1465060" y="5594909"/>
                  </a:cubicBezTo>
                  <a:cubicBezTo>
                    <a:pt x="1484652" y="5599231"/>
                    <a:pt x="1504324" y="5601952"/>
                    <a:pt x="1523881" y="5605105"/>
                  </a:cubicBezTo>
                  <a:cubicBezTo>
                    <a:pt x="1533660" y="5606682"/>
                    <a:pt x="1543460" y="5608613"/>
                    <a:pt x="1553325" y="5609865"/>
                  </a:cubicBezTo>
                  <a:lnTo>
                    <a:pt x="1582813" y="5613593"/>
                  </a:lnTo>
                  <a:lnTo>
                    <a:pt x="1612301" y="5617321"/>
                  </a:lnTo>
                  <a:lnTo>
                    <a:pt x="1641863" y="5619910"/>
                  </a:lnTo>
                  <a:cubicBezTo>
                    <a:pt x="1799348" y="5633940"/>
                    <a:pt x="1957913" y="5625770"/>
                    <a:pt x="2117508" y="5595156"/>
                  </a:cubicBezTo>
                  <a:cubicBezTo>
                    <a:pt x="2277124" y="5564895"/>
                    <a:pt x="2437004" y="5512449"/>
                    <a:pt x="2597368" y="5447381"/>
                  </a:cubicBezTo>
                  <a:cubicBezTo>
                    <a:pt x="2757791" y="5382096"/>
                    <a:pt x="2918855" y="5304464"/>
                    <a:pt x="3082968" y="5223245"/>
                  </a:cubicBezTo>
                  <a:lnTo>
                    <a:pt x="3334855" y="5097383"/>
                  </a:lnTo>
                  <a:cubicBezTo>
                    <a:pt x="3423528" y="5054142"/>
                    <a:pt x="3511773" y="5013798"/>
                    <a:pt x="3599509" y="4976217"/>
                  </a:cubicBezTo>
                  <a:cubicBezTo>
                    <a:pt x="3774960" y="4900701"/>
                    <a:pt x="3948276" y="4837481"/>
                    <a:pt x="4112002" y="4766359"/>
                  </a:cubicBezTo>
                  <a:cubicBezTo>
                    <a:pt x="4193972" y="4730827"/>
                    <a:pt x="4273429" y="4692997"/>
                    <a:pt x="4348983" y="4649833"/>
                  </a:cubicBezTo>
                  <a:cubicBezTo>
                    <a:pt x="4424508" y="4606778"/>
                    <a:pt x="4496050" y="4558250"/>
                    <a:pt x="4560505" y="4501564"/>
                  </a:cubicBezTo>
                  <a:cubicBezTo>
                    <a:pt x="4625198" y="4445289"/>
                    <a:pt x="4682991" y="4381021"/>
                    <a:pt x="4731963" y="4309870"/>
                  </a:cubicBezTo>
                  <a:cubicBezTo>
                    <a:pt x="4781043" y="4238747"/>
                    <a:pt x="4821275" y="4160848"/>
                    <a:pt x="4852344" y="4078640"/>
                  </a:cubicBezTo>
                  <a:lnTo>
                    <a:pt x="4863972" y="4047790"/>
                  </a:lnTo>
                  <a:lnTo>
                    <a:pt x="4874144" y="4016320"/>
                  </a:lnTo>
                  <a:lnTo>
                    <a:pt x="4884127" y="3984682"/>
                  </a:lnTo>
                  <a:cubicBezTo>
                    <a:pt x="4887242" y="3973925"/>
                    <a:pt x="4889981" y="3962835"/>
                    <a:pt x="4892800" y="3951883"/>
                  </a:cubicBezTo>
                  <a:lnTo>
                    <a:pt x="4909526" y="3886001"/>
                  </a:lnTo>
                  <a:lnTo>
                    <a:pt x="4917687" y="3852948"/>
                  </a:lnTo>
                  <a:lnTo>
                    <a:pt x="4921768" y="3836422"/>
                  </a:lnTo>
                  <a:lnTo>
                    <a:pt x="4924845" y="3819742"/>
                  </a:lnTo>
                  <a:cubicBezTo>
                    <a:pt x="4933092" y="3775120"/>
                    <a:pt x="4941231" y="3730469"/>
                    <a:pt x="4948230" y="3685744"/>
                  </a:cubicBezTo>
                  <a:cubicBezTo>
                    <a:pt x="4953579" y="3640694"/>
                    <a:pt x="4958249" y="3595577"/>
                    <a:pt x="4962782" y="3550540"/>
                  </a:cubicBezTo>
                  <a:cubicBezTo>
                    <a:pt x="4976580" y="3369692"/>
                    <a:pt x="4965812" y="3187942"/>
                    <a:pt x="4939468" y="3010249"/>
                  </a:cubicBezTo>
                  <a:cubicBezTo>
                    <a:pt x="4912965" y="2832281"/>
                    <a:pt x="4870237" y="2658196"/>
                    <a:pt x="4816901" y="2488224"/>
                  </a:cubicBezTo>
                  <a:cubicBezTo>
                    <a:pt x="4810197" y="2466954"/>
                    <a:pt x="4803984" y="2445582"/>
                    <a:pt x="4797005" y="2424470"/>
                  </a:cubicBezTo>
                  <a:cubicBezTo>
                    <a:pt x="4789399" y="2403537"/>
                    <a:pt x="4781686" y="2382574"/>
                    <a:pt x="4774433" y="2361620"/>
                  </a:cubicBezTo>
                  <a:lnTo>
                    <a:pt x="4752459" y="2298700"/>
                  </a:lnTo>
                  <a:lnTo>
                    <a:pt x="4728083" y="2236526"/>
                  </a:lnTo>
                  <a:cubicBezTo>
                    <a:pt x="4719957" y="2215802"/>
                    <a:pt x="4712352" y="2194869"/>
                    <a:pt x="4704471" y="2174095"/>
                  </a:cubicBezTo>
                  <a:lnTo>
                    <a:pt x="4678399" y="2112626"/>
                  </a:lnTo>
                  <a:lnTo>
                    <a:pt x="4652601" y="2050999"/>
                  </a:lnTo>
                  <a:cubicBezTo>
                    <a:pt x="4643711" y="2030533"/>
                    <a:pt x="4633616" y="2010672"/>
                    <a:pt x="4624205" y="1990415"/>
                  </a:cubicBezTo>
                  <a:lnTo>
                    <a:pt x="4595398" y="1930069"/>
                  </a:lnTo>
                  <a:cubicBezTo>
                    <a:pt x="4585714" y="1909969"/>
                    <a:pt x="4574413" y="1890713"/>
                    <a:pt x="4563827" y="1870952"/>
                  </a:cubicBezTo>
                  <a:lnTo>
                    <a:pt x="4531433" y="1812311"/>
                  </a:lnTo>
                  <a:lnTo>
                    <a:pt x="4523315" y="1797616"/>
                  </a:lnTo>
                  <a:lnTo>
                    <a:pt x="4514482" y="1783425"/>
                  </a:lnTo>
                  <a:lnTo>
                    <a:pt x="4496845" y="1754936"/>
                  </a:lnTo>
                  <a:lnTo>
                    <a:pt x="4461463" y="1697929"/>
                  </a:lnTo>
                  <a:lnTo>
                    <a:pt x="4452660" y="1683629"/>
                  </a:lnTo>
                  <a:lnTo>
                    <a:pt x="4443141" y="1669834"/>
                  </a:lnTo>
                  <a:lnTo>
                    <a:pt x="4424241" y="1642166"/>
                  </a:lnTo>
                  <a:cubicBezTo>
                    <a:pt x="4399005" y="1605265"/>
                    <a:pt x="4374512" y="1567751"/>
                    <a:pt x="4346886" y="1532412"/>
                  </a:cubicBezTo>
                  <a:cubicBezTo>
                    <a:pt x="4240477" y="1388328"/>
                    <a:pt x="4120362" y="1253437"/>
                    <a:pt x="3985497" y="1134649"/>
                  </a:cubicBezTo>
                  <a:cubicBezTo>
                    <a:pt x="3850799" y="1015675"/>
                    <a:pt x="3702920" y="911715"/>
                    <a:pt x="3545665" y="825877"/>
                  </a:cubicBezTo>
                  <a:lnTo>
                    <a:pt x="3486190" y="794756"/>
                  </a:lnTo>
                  <a:cubicBezTo>
                    <a:pt x="3466181" y="784640"/>
                    <a:pt x="3446893" y="773560"/>
                    <a:pt x="3426182" y="764765"/>
                  </a:cubicBezTo>
                  <a:lnTo>
                    <a:pt x="3365044" y="737255"/>
                  </a:lnTo>
                  <a:lnTo>
                    <a:pt x="3334529" y="723514"/>
                  </a:lnTo>
                  <a:cubicBezTo>
                    <a:pt x="3324394" y="718943"/>
                    <a:pt x="3314287" y="714265"/>
                    <a:pt x="3303733" y="710395"/>
                  </a:cubicBezTo>
                  <a:cubicBezTo>
                    <a:pt x="3262013" y="694346"/>
                    <a:pt x="3220711" y="677599"/>
                    <a:pt x="3179033" y="662259"/>
                  </a:cubicBezTo>
                  <a:lnTo>
                    <a:pt x="3052408" y="620447"/>
                  </a:lnTo>
                  <a:lnTo>
                    <a:pt x="2924325" y="584505"/>
                  </a:lnTo>
                  <a:cubicBezTo>
                    <a:pt x="2903106" y="578471"/>
                    <a:pt x="2881119" y="574434"/>
                    <a:pt x="2859667" y="569266"/>
                  </a:cubicBezTo>
                  <a:lnTo>
                    <a:pt x="2795226" y="554085"/>
                  </a:lnTo>
                  <a:cubicBezTo>
                    <a:pt x="2774078" y="548652"/>
                    <a:pt x="2751709" y="544744"/>
                    <a:pt x="2729702" y="540354"/>
                  </a:cubicBezTo>
                  <a:lnTo>
                    <a:pt x="2663758" y="527322"/>
                  </a:lnTo>
                  <a:lnTo>
                    <a:pt x="2630927" y="520495"/>
                  </a:lnTo>
                  <a:lnTo>
                    <a:pt x="2597965" y="515024"/>
                  </a:lnTo>
                  <a:cubicBezTo>
                    <a:pt x="2575970" y="511449"/>
                    <a:pt x="2554112" y="507795"/>
                    <a:pt x="2532205" y="503895"/>
                  </a:cubicBezTo>
                  <a:cubicBezTo>
                    <a:pt x="2357016" y="475037"/>
                    <a:pt x="2182954" y="456682"/>
                    <a:pt x="2010064" y="452552"/>
                  </a:cubicBezTo>
                  <a:cubicBezTo>
                    <a:pt x="1837255" y="448558"/>
                    <a:pt x="1665388" y="457916"/>
                    <a:pt x="1494552" y="485055"/>
                  </a:cubicBezTo>
                  <a:cubicBezTo>
                    <a:pt x="1452133" y="492816"/>
                    <a:pt x="1409569" y="501117"/>
                    <a:pt x="1366896" y="509389"/>
                  </a:cubicBezTo>
                  <a:cubicBezTo>
                    <a:pt x="1324862" y="520035"/>
                    <a:pt x="1282333" y="529505"/>
                    <a:pt x="1240175" y="541045"/>
                  </a:cubicBezTo>
                  <a:lnTo>
                    <a:pt x="1177438" y="560170"/>
                  </a:lnTo>
                  <a:lnTo>
                    <a:pt x="1145987" y="569826"/>
                  </a:lnTo>
                  <a:lnTo>
                    <a:pt x="1130315" y="574669"/>
                  </a:lnTo>
                  <a:lnTo>
                    <a:pt x="1114873" y="580384"/>
                  </a:lnTo>
                  <a:lnTo>
                    <a:pt x="1052839" y="602943"/>
                  </a:lnTo>
                  <a:cubicBezTo>
                    <a:pt x="1032151" y="610499"/>
                    <a:pt x="1011255" y="617535"/>
                    <a:pt x="991135" y="626866"/>
                  </a:cubicBezTo>
                  <a:lnTo>
                    <a:pt x="930179" y="653191"/>
                  </a:lnTo>
                  <a:cubicBezTo>
                    <a:pt x="909850" y="662002"/>
                    <a:pt x="889443" y="670676"/>
                    <a:pt x="869768" y="680937"/>
                  </a:cubicBezTo>
                  <a:lnTo>
                    <a:pt x="810085" y="710734"/>
                  </a:lnTo>
                  <a:cubicBezTo>
                    <a:pt x="790331" y="720859"/>
                    <a:pt x="770124" y="730514"/>
                    <a:pt x="751220" y="741794"/>
                  </a:cubicBezTo>
                  <a:cubicBezTo>
                    <a:pt x="673929" y="784955"/>
                    <a:pt x="598827" y="830326"/>
                    <a:pt x="532669" y="881688"/>
                  </a:cubicBezTo>
                  <a:cubicBezTo>
                    <a:pt x="464226" y="931625"/>
                    <a:pt x="406969" y="988270"/>
                    <a:pt x="354185" y="1050286"/>
                  </a:cubicBezTo>
                  <a:lnTo>
                    <a:pt x="315980" y="1098125"/>
                  </a:lnTo>
                  <a:lnTo>
                    <a:pt x="280345" y="1149782"/>
                  </a:lnTo>
                  <a:cubicBezTo>
                    <a:pt x="268144" y="1166335"/>
                    <a:pt x="257438" y="1185955"/>
                    <a:pt x="245890" y="1203959"/>
                  </a:cubicBezTo>
                  <a:cubicBezTo>
                    <a:pt x="234552" y="1222481"/>
                    <a:pt x="223171" y="1240298"/>
                    <a:pt x="212162" y="1260184"/>
                  </a:cubicBezTo>
                  <a:cubicBezTo>
                    <a:pt x="168299" y="1337574"/>
                    <a:pt x="125055" y="1419360"/>
                    <a:pt x="80716" y="1502476"/>
                  </a:cubicBezTo>
                  <a:lnTo>
                    <a:pt x="0" y="1648841"/>
                  </a:lnTo>
                  <a:lnTo>
                    <a:pt x="0" y="954863"/>
                  </a:lnTo>
                  <a:lnTo>
                    <a:pt x="43491" y="895513"/>
                  </a:lnTo>
                  <a:cubicBezTo>
                    <a:pt x="59888" y="874984"/>
                    <a:pt x="77014" y="854766"/>
                    <a:pt x="93923" y="834489"/>
                  </a:cubicBezTo>
                  <a:cubicBezTo>
                    <a:pt x="163245" y="754880"/>
                    <a:pt x="240806" y="679565"/>
                    <a:pt x="323465" y="617671"/>
                  </a:cubicBezTo>
                  <a:cubicBezTo>
                    <a:pt x="405002" y="553042"/>
                    <a:pt x="490132" y="499230"/>
                    <a:pt x="574777" y="446794"/>
                  </a:cubicBezTo>
                  <a:cubicBezTo>
                    <a:pt x="595733" y="433050"/>
                    <a:pt x="617442" y="421248"/>
                    <a:pt x="638943" y="408925"/>
                  </a:cubicBezTo>
                  <a:lnTo>
                    <a:pt x="703505" y="371742"/>
                  </a:lnTo>
                  <a:cubicBezTo>
                    <a:pt x="724798" y="358900"/>
                    <a:pt x="747120" y="347842"/>
                    <a:pt x="769262" y="336154"/>
                  </a:cubicBezTo>
                  <a:lnTo>
                    <a:pt x="835552" y="301173"/>
                  </a:lnTo>
                  <a:cubicBezTo>
                    <a:pt x="857427" y="289183"/>
                    <a:pt x="880470" y="278896"/>
                    <a:pt x="902979" y="268004"/>
                  </a:cubicBezTo>
                  <a:lnTo>
                    <a:pt x="971127" y="235607"/>
                  </a:lnTo>
                  <a:lnTo>
                    <a:pt x="988238" y="227556"/>
                  </a:lnTo>
                  <a:lnTo>
                    <a:pt x="1005744" y="220191"/>
                  </a:lnTo>
                  <a:lnTo>
                    <a:pt x="1040729" y="205569"/>
                  </a:lnTo>
                  <a:lnTo>
                    <a:pt x="1110835" y="176248"/>
                  </a:lnTo>
                  <a:cubicBezTo>
                    <a:pt x="1157999" y="157703"/>
                    <a:pt x="1206322" y="141323"/>
                    <a:pt x="1254256" y="123796"/>
                  </a:cubicBezTo>
                  <a:cubicBezTo>
                    <a:pt x="1302938" y="108671"/>
                    <a:pt x="1352074" y="94017"/>
                    <a:pt x="1401310" y="79852"/>
                  </a:cubicBezTo>
                  <a:cubicBezTo>
                    <a:pt x="1599497" y="26774"/>
                    <a:pt x="1806373" y="-329"/>
                    <a:pt x="2011811" y="4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D0E3EC44-9227-4381-140C-1C5AF3D6B29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297400"/>
              <a:ext cx="5215811" cy="6107388"/>
            </a:xfrm>
            <a:custGeom>
              <a:avLst/>
              <a:gdLst>
                <a:gd name="connsiteX0" fmla="*/ 1869139 w 5215811"/>
                <a:gd name="connsiteY0" fmla="*/ 9 h 6107388"/>
                <a:gd name="connsiteX1" fmla="*/ 2791149 w 5215811"/>
                <a:gd name="connsiteY1" fmla="*/ 130229 h 6107388"/>
                <a:gd name="connsiteX2" fmla="*/ 4760307 w 5215811"/>
                <a:gd name="connsiteY2" fmla="*/ 1608408 h 6107388"/>
                <a:gd name="connsiteX3" fmla="*/ 5108574 w 5215811"/>
                <a:gd name="connsiteY3" fmla="*/ 4050383 h 6107388"/>
                <a:gd name="connsiteX4" fmla="*/ 3434916 w 5215811"/>
                <a:gd name="connsiteY4" fmla="*/ 5503134 h 6107388"/>
                <a:gd name="connsiteX5" fmla="*/ 1137841 w 5215811"/>
                <a:gd name="connsiteY5" fmla="*/ 6033968 h 6107388"/>
                <a:gd name="connsiteX6" fmla="*/ 217555 w 5215811"/>
                <a:gd name="connsiteY6" fmla="*/ 5598945 h 6107388"/>
                <a:gd name="connsiteX7" fmla="*/ 0 w 5215811"/>
                <a:gd name="connsiteY7" fmla="*/ 5419622 h 6107388"/>
                <a:gd name="connsiteX8" fmla="*/ 0 w 5215811"/>
                <a:gd name="connsiteY8" fmla="*/ 4571683 h 6107388"/>
                <a:gd name="connsiteX9" fmla="*/ 18056 w 5215811"/>
                <a:gd name="connsiteY9" fmla="*/ 4599282 h 6107388"/>
                <a:gd name="connsiteX10" fmla="*/ 358324 w 5215811"/>
                <a:gd name="connsiteY10" fmla="*/ 4988154 h 6107388"/>
                <a:gd name="connsiteX11" fmla="*/ 1282741 w 5215811"/>
                <a:gd name="connsiteY11" fmla="*/ 5493193 h 6107388"/>
                <a:gd name="connsiteX12" fmla="*/ 2172794 w 5215811"/>
                <a:gd name="connsiteY12" fmla="*/ 5470630 h 6107388"/>
                <a:gd name="connsiteX13" fmla="*/ 3146893 w 5215811"/>
                <a:gd name="connsiteY13" fmla="*/ 5016296 h 6107388"/>
                <a:gd name="connsiteX14" fmla="*/ 3574114 w 5215811"/>
                <a:gd name="connsiteY14" fmla="*/ 4791124 h 6107388"/>
                <a:gd name="connsiteX15" fmla="*/ 4244948 w 5215811"/>
                <a:gd name="connsiteY15" fmla="*/ 4392664 h 6107388"/>
                <a:gd name="connsiteX16" fmla="*/ 4556385 w 5215811"/>
                <a:gd name="connsiteY16" fmla="*/ 3902656 h 6107388"/>
                <a:gd name="connsiteX17" fmla="*/ 4616354 w 5215811"/>
                <a:gd name="connsiteY17" fmla="*/ 2851680 h 6107388"/>
                <a:gd name="connsiteX18" fmla="*/ 4269266 w 5215811"/>
                <a:gd name="connsiteY18" fmla="*/ 1889625 h 6107388"/>
                <a:gd name="connsiteX19" fmla="*/ 2645976 w 5215811"/>
                <a:gd name="connsiteY19" fmla="*/ 671162 h 6107388"/>
                <a:gd name="connsiteX20" fmla="*/ 1648930 w 5215811"/>
                <a:gd name="connsiteY20" fmla="*/ 573017 h 6107388"/>
                <a:gd name="connsiteX21" fmla="*/ 771768 w 5215811"/>
                <a:gd name="connsiteY21" fmla="*/ 865882 h 6107388"/>
                <a:gd name="connsiteX22" fmla="*/ 433617 w 5215811"/>
                <a:gd name="connsiteY22" fmla="*/ 1119441 h 6107388"/>
                <a:gd name="connsiteX23" fmla="*/ 200571 w 5215811"/>
                <a:gd name="connsiteY23" fmla="*/ 1486480 h 6107388"/>
                <a:gd name="connsiteX24" fmla="*/ 47077 w 5215811"/>
                <a:gd name="connsiteY24" fmla="*/ 1753604 h 6107388"/>
                <a:gd name="connsiteX25" fmla="*/ 0 w 5215811"/>
                <a:gd name="connsiteY25" fmla="*/ 1831655 h 6107388"/>
                <a:gd name="connsiteX26" fmla="*/ 0 w 5215811"/>
                <a:gd name="connsiteY26" fmla="*/ 751112 h 6107388"/>
                <a:gd name="connsiteX27" fmla="*/ 6994 w 5215811"/>
                <a:gd name="connsiteY27" fmla="*/ 742614 h 6107388"/>
                <a:gd name="connsiteX28" fmla="*/ 484047 w 5215811"/>
                <a:gd name="connsiteY28" fmla="*/ 378777 h 6107388"/>
                <a:gd name="connsiteX29" fmla="*/ 1869139 w 5215811"/>
                <a:gd name="connsiteY29" fmla="*/ 9 h 61073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5811" h="6107388">
                  <a:moveTo>
                    <a:pt x="1869139" y="9"/>
                  </a:moveTo>
                  <a:cubicBezTo>
                    <a:pt x="2160924" y="-706"/>
                    <a:pt x="2465752" y="43039"/>
                    <a:pt x="2791149" y="130229"/>
                  </a:cubicBezTo>
                  <a:cubicBezTo>
                    <a:pt x="3651198" y="360678"/>
                    <a:pt x="4339884" y="907924"/>
                    <a:pt x="4760307" y="1608408"/>
                  </a:cubicBezTo>
                  <a:cubicBezTo>
                    <a:pt x="5188180" y="2321320"/>
                    <a:pt x="5338357" y="3192822"/>
                    <a:pt x="5108574" y="4050383"/>
                  </a:cubicBezTo>
                  <a:cubicBezTo>
                    <a:pt x="4880820" y="4900373"/>
                    <a:pt x="4152841" y="5098512"/>
                    <a:pt x="3434916" y="5503134"/>
                  </a:cubicBezTo>
                  <a:cubicBezTo>
                    <a:pt x="2717099" y="5907783"/>
                    <a:pt x="2005568" y="6266474"/>
                    <a:pt x="1137841" y="6033968"/>
                  </a:cubicBezTo>
                  <a:cubicBezTo>
                    <a:pt x="783079" y="5938910"/>
                    <a:pt x="479573" y="5790114"/>
                    <a:pt x="217555" y="5598945"/>
                  </a:cubicBezTo>
                  <a:lnTo>
                    <a:pt x="0" y="5419622"/>
                  </a:lnTo>
                  <a:lnTo>
                    <a:pt x="0" y="4571683"/>
                  </a:lnTo>
                  <a:lnTo>
                    <a:pt x="18056" y="4599282"/>
                  </a:lnTo>
                  <a:cubicBezTo>
                    <a:pt x="124071" y="4746782"/>
                    <a:pt x="237002" y="4875718"/>
                    <a:pt x="358324" y="4988154"/>
                  </a:cubicBezTo>
                  <a:cubicBezTo>
                    <a:pt x="621323" y="5231809"/>
                    <a:pt x="923667" y="5396979"/>
                    <a:pt x="1282741" y="5493193"/>
                  </a:cubicBezTo>
                  <a:cubicBezTo>
                    <a:pt x="1573894" y="5571207"/>
                    <a:pt x="1856732" y="5563878"/>
                    <a:pt x="2172794" y="5470630"/>
                  </a:cubicBezTo>
                  <a:cubicBezTo>
                    <a:pt x="2498985" y="5374183"/>
                    <a:pt x="2832844" y="5193315"/>
                    <a:pt x="3146893" y="5016296"/>
                  </a:cubicBezTo>
                  <a:cubicBezTo>
                    <a:pt x="3293538" y="4933641"/>
                    <a:pt x="3436182" y="4861160"/>
                    <a:pt x="3574114" y="4791124"/>
                  </a:cubicBezTo>
                  <a:cubicBezTo>
                    <a:pt x="3841238" y="4655550"/>
                    <a:pt x="4071901" y="4538375"/>
                    <a:pt x="4244948" y="4392664"/>
                  </a:cubicBezTo>
                  <a:cubicBezTo>
                    <a:pt x="4405844" y="4257259"/>
                    <a:pt x="4501845" y="4106204"/>
                    <a:pt x="4556385" y="3902656"/>
                  </a:cubicBezTo>
                  <a:cubicBezTo>
                    <a:pt x="4649063" y="3556776"/>
                    <a:pt x="4669271" y="3203187"/>
                    <a:pt x="4616354" y="2851680"/>
                  </a:cubicBezTo>
                  <a:cubicBezTo>
                    <a:pt x="4565198" y="2511774"/>
                    <a:pt x="4448474" y="2188147"/>
                    <a:pt x="4269266" y="1889625"/>
                  </a:cubicBezTo>
                  <a:cubicBezTo>
                    <a:pt x="3907781" y="1287586"/>
                    <a:pt x="3331245" y="854780"/>
                    <a:pt x="2645976" y="671162"/>
                  </a:cubicBezTo>
                  <a:cubicBezTo>
                    <a:pt x="2278249" y="572630"/>
                    <a:pt x="1952074" y="540526"/>
                    <a:pt x="1648930" y="573017"/>
                  </a:cubicBezTo>
                  <a:cubicBezTo>
                    <a:pt x="1351746" y="604901"/>
                    <a:pt x="1064785" y="700731"/>
                    <a:pt x="771768" y="865882"/>
                  </a:cubicBezTo>
                  <a:cubicBezTo>
                    <a:pt x="568061" y="980657"/>
                    <a:pt x="486465" y="1058486"/>
                    <a:pt x="433617" y="1119441"/>
                  </a:cubicBezTo>
                  <a:cubicBezTo>
                    <a:pt x="358307" y="1206256"/>
                    <a:pt x="292149" y="1323808"/>
                    <a:pt x="200571" y="1486480"/>
                  </a:cubicBezTo>
                  <a:cubicBezTo>
                    <a:pt x="156644" y="1564432"/>
                    <a:pt x="106654" y="1653214"/>
                    <a:pt x="47077" y="1753604"/>
                  </a:cubicBezTo>
                  <a:lnTo>
                    <a:pt x="0" y="1831655"/>
                  </a:lnTo>
                  <a:lnTo>
                    <a:pt x="0" y="751112"/>
                  </a:lnTo>
                  <a:lnTo>
                    <a:pt x="6994" y="742614"/>
                  </a:lnTo>
                  <a:cubicBezTo>
                    <a:pt x="117721" y="617683"/>
                    <a:pt x="259696" y="505222"/>
                    <a:pt x="484047" y="378777"/>
                  </a:cubicBezTo>
                  <a:cubicBezTo>
                    <a:pt x="932751" y="125890"/>
                    <a:pt x="1382831" y="1200"/>
                    <a:pt x="1869139" y="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9D188C6C-8C23-1AA8-F45C-0584BF6FF0B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319367"/>
              <a:ext cx="5217956" cy="6100079"/>
            </a:xfrm>
            <a:custGeom>
              <a:avLst/>
              <a:gdLst>
                <a:gd name="connsiteX0" fmla="*/ 1951393 w 5217956"/>
                <a:gd name="connsiteY0" fmla="*/ 82 h 6100079"/>
                <a:gd name="connsiteX1" fmla="*/ 2855177 w 5217956"/>
                <a:gd name="connsiteY1" fmla="*/ 125419 h 6100079"/>
                <a:gd name="connsiteX2" fmla="*/ 4779341 w 5217956"/>
                <a:gd name="connsiteY2" fmla="*/ 1591542 h 6100079"/>
                <a:gd name="connsiteX3" fmla="*/ 5108573 w 5217956"/>
                <a:gd name="connsiteY3" fmla="*/ 4028416 h 6100079"/>
                <a:gd name="connsiteX4" fmla="*/ 3459358 w 5217956"/>
                <a:gd name="connsiteY4" fmla="*/ 5487716 h 6100079"/>
                <a:gd name="connsiteX5" fmla="*/ 1203274 w 5217956"/>
                <a:gd name="connsiteY5" fmla="*/ 6029534 h 6100079"/>
                <a:gd name="connsiteX6" fmla="*/ 59920 w 5217956"/>
                <a:gd name="connsiteY6" fmla="*/ 5396467 h 6100079"/>
                <a:gd name="connsiteX7" fmla="*/ 0 w 5217956"/>
                <a:gd name="connsiteY7" fmla="*/ 5333382 h 6100079"/>
                <a:gd name="connsiteX8" fmla="*/ 0 w 5217956"/>
                <a:gd name="connsiteY8" fmla="*/ 4205833 h 6100079"/>
                <a:gd name="connsiteX9" fmla="*/ 58036 w 5217956"/>
                <a:gd name="connsiteY9" fmla="*/ 4310048 h 6100079"/>
                <a:gd name="connsiteX10" fmla="*/ 520779 w 5217956"/>
                <a:gd name="connsiteY10" fmla="*/ 4907591 h 6100079"/>
                <a:gd name="connsiteX11" fmla="*/ 1377154 w 5217956"/>
                <a:gd name="connsiteY11" fmla="*/ 5380604 h 6100079"/>
                <a:gd name="connsiteX12" fmla="*/ 3123340 w 5217956"/>
                <a:gd name="connsiteY12" fmla="*/ 4905715 h 6100079"/>
                <a:gd name="connsiteX13" fmla="*/ 3547863 w 5217956"/>
                <a:gd name="connsiteY13" fmla="*/ 4676342 h 6100079"/>
                <a:gd name="connsiteX14" fmla="*/ 4186753 w 5217956"/>
                <a:gd name="connsiteY14" fmla="*/ 4289376 h 6100079"/>
                <a:gd name="connsiteX15" fmla="*/ 4459565 w 5217956"/>
                <a:gd name="connsiteY15" fmla="*/ 3854399 h 6100079"/>
                <a:gd name="connsiteX16" fmla="*/ 4521015 w 5217956"/>
                <a:gd name="connsiteY16" fmla="*/ 2849377 h 6100079"/>
                <a:gd name="connsiteX17" fmla="*/ 4199723 w 5217956"/>
                <a:gd name="connsiteY17" fmla="*/ 1931213 h 6100079"/>
                <a:gd name="connsiteX18" fmla="*/ 2681217 w 5217956"/>
                <a:gd name="connsiteY18" fmla="*/ 774211 h 6100079"/>
                <a:gd name="connsiteX19" fmla="*/ 926547 w 5217956"/>
                <a:gd name="connsiteY19" fmla="*/ 967112 h 6100079"/>
                <a:gd name="connsiteX20" fmla="*/ 622677 w 5217956"/>
                <a:gd name="connsiteY20" fmla="*/ 1197863 h 6100079"/>
                <a:gd name="connsiteX21" fmla="*/ 404892 w 5217956"/>
                <a:gd name="connsiteY21" fmla="*/ 1547314 h 6100079"/>
                <a:gd name="connsiteX22" fmla="*/ 40135 w 5217956"/>
                <a:gd name="connsiteY22" fmla="*/ 2159090 h 6100079"/>
                <a:gd name="connsiteX23" fmla="*/ 0 w 5217956"/>
                <a:gd name="connsiteY23" fmla="*/ 2219367 h 6100079"/>
                <a:gd name="connsiteX24" fmla="*/ 0 w 5217956"/>
                <a:gd name="connsiteY24" fmla="*/ 915659 h 6100079"/>
                <a:gd name="connsiteX25" fmla="*/ 58609 w 5217956"/>
                <a:gd name="connsiteY25" fmla="*/ 828051 h 6100079"/>
                <a:gd name="connsiteX26" fmla="*/ 590688 w 5217956"/>
                <a:gd name="connsiteY26" fmla="*/ 385385 h 6100079"/>
                <a:gd name="connsiteX27" fmla="*/ 1951393 w 5217956"/>
                <a:gd name="connsiteY27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5217956" h="6100079">
                  <a:moveTo>
                    <a:pt x="1951393" y="82"/>
                  </a:moveTo>
                  <a:cubicBezTo>
                    <a:pt x="2237631" y="-2119"/>
                    <a:pt x="2536431" y="40011"/>
                    <a:pt x="2855177" y="125419"/>
                  </a:cubicBezTo>
                  <a:cubicBezTo>
                    <a:pt x="3697704" y="351173"/>
                    <a:pt x="4370490" y="894159"/>
                    <a:pt x="4779341" y="1591542"/>
                  </a:cubicBezTo>
                  <a:cubicBezTo>
                    <a:pt x="5195534" y="2301324"/>
                    <a:pt x="5338356" y="3170855"/>
                    <a:pt x="5108573" y="4028416"/>
                  </a:cubicBezTo>
                  <a:cubicBezTo>
                    <a:pt x="4880819" y="4878406"/>
                    <a:pt x="4165603" y="5079965"/>
                    <a:pt x="3459358" y="5487716"/>
                  </a:cubicBezTo>
                  <a:cubicBezTo>
                    <a:pt x="2753114" y="5895466"/>
                    <a:pt x="2053264" y="6257288"/>
                    <a:pt x="1203274" y="6029534"/>
                  </a:cubicBezTo>
                  <a:cubicBezTo>
                    <a:pt x="739884" y="5905369"/>
                    <a:pt x="366399" y="5685345"/>
                    <a:pt x="59920" y="5396467"/>
                  </a:cubicBezTo>
                  <a:lnTo>
                    <a:pt x="0" y="5333382"/>
                  </a:lnTo>
                  <a:lnTo>
                    <a:pt x="0" y="4205833"/>
                  </a:lnTo>
                  <a:lnTo>
                    <a:pt x="58036" y="4310048"/>
                  </a:lnTo>
                  <a:cubicBezTo>
                    <a:pt x="197935" y="4550245"/>
                    <a:pt x="350594" y="4747142"/>
                    <a:pt x="520779" y="4907591"/>
                  </a:cubicBezTo>
                  <a:cubicBezTo>
                    <a:pt x="763600" y="5136565"/>
                    <a:pt x="1043821" y="5291288"/>
                    <a:pt x="1377154" y="5380604"/>
                  </a:cubicBezTo>
                  <a:cubicBezTo>
                    <a:pt x="1963029" y="5537589"/>
                    <a:pt x="2470519" y="5282804"/>
                    <a:pt x="3123340" y="4905715"/>
                  </a:cubicBezTo>
                  <a:cubicBezTo>
                    <a:pt x="3269800" y="4821157"/>
                    <a:pt x="3411134" y="4747512"/>
                    <a:pt x="3547863" y="4676342"/>
                  </a:cubicBezTo>
                  <a:cubicBezTo>
                    <a:pt x="3804497" y="4542710"/>
                    <a:pt x="4026085" y="4427393"/>
                    <a:pt x="4186753" y="4289376"/>
                  </a:cubicBezTo>
                  <a:cubicBezTo>
                    <a:pt x="4329009" y="4167293"/>
                    <a:pt x="4410589" y="4037181"/>
                    <a:pt x="4459565" y="3854399"/>
                  </a:cubicBezTo>
                  <a:cubicBezTo>
                    <a:pt x="4548302" y="3523229"/>
                    <a:pt x="4568981" y="3185183"/>
                    <a:pt x="4521015" y="2849377"/>
                  </a:cubicBezTo>
                  <a:cubicBezTo>
                    <a:pt x="4474709" y="2524680"/>
                    <a:pt x="4366564" y="2215756"/>
                    <a:pt x="4199723" y="1931213"/>
                  </a:cubicBezTo>
                  <a:cubicBezTo>
                    <a:pt x="3863270" y="1357325"/>
                    <a:pt x="3323982" y="946439"/>
                    <a:pt x="2681217" y="774211"/>
                  </a:cubicBezTo>
                  <a:cubicBezTo>
                    <a:pt x="2001139" y="591984"/>
                    <a:pt x="1476322" y="649699"/>
                    <a:pt x="926547" y="967112"/>
                  </a:cubicBezTo>
                  <a:cubicBezTo>
                    <a:pt x="740730" y="1074393"/>
                    <a:pt x="668642" y="1143989"/>
                    <a:pt x="622677" y="1197863"/>
                  </a:cubicBezTo>
                  <a:cubicBezTo>
                    <a:pt x="555599" y="1276450"/>
                    <a:pt x="492360" y="1390031"/>
                    <a:pt x="404892" y="1547314"/>
                  </a:cubicBezTo>
                  <a:cubicBezTo>
                    <a:pt x="317047" y="1705133"/>
                    <a:pt x="204816" y="1906756"/>
                    <a:pt x="40135" y="2159090"/>
                  </a:cubicBezTo>
                  <a:lnTo>
                    <a:pt x="0" y="2219367"/>
                  </a:lnTo>
                  <a:lnTo>
                    <a:pt x="0" y="915659"/>
                  </a:lnTo>
                  <a:lnTo>
                    <a:pt x="58609" y="828051"/>
                  </a:lnTo>
                  <a:cubicBezTo>
                    <a:pt x="177453" y="670481"/>
                    <a:pt x="325846" y="538291"/>
                    <a:pt x="590688" y="385385"/>
                  </a:cubicBezTo>
                  <a:cubicBezTo>
                    <a:pt x="1032158" y="130559"/>
                    <a:pt x="1474329" y="3750"/>
                    <a:pt x="1951393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91223249-BB02-7CBE-2706-0CFD1434CEF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319367"/>
              <a:ext cx="5217957" cy="6100079"/>
            </a:xfrm>
            <a:custGeom>
              <a:avLst/>
              <a:gdLst>
                <a:gd name="connsiteX0" fmla="*/ 1951394 w 5217957"/>
                <a:gd name="connsiteY0" fmla="*/ 82 h 6100079"/>
                <a:gd name="connsiteX1" fmla="*/ 2855178 w 5217957"/>
                <a:gd name="connsiteY1" fmla="*/ 125419 h 6100079"/>
                <a:gd name="connsiteX2" fmla="*/ 4779341 w 5217957"/>
                <a:gd name="connsiteY2" fmla="*/ 1591542 h 6100079"/>
                <a:gd name="connsiteX3" fmla="*/ 5108574 w 5217957"/>
                <a:gd name="connsiteY3" fmla="*/ 4028416 h 6100079"/>
                <a:gd name="connsiteX4" fmla="*/ 3459359 w 5217957"/>
                <a:gd name="connsiteY4" fmla="*/ 5487716 h 6100079"/>
                <a:gd name="connsiteX5" fmla="*/ 1203275 w 5217957"/>
                <a:gd name="connsiteY5" fmla="*/ 6029534 h 6100079"/>
                <a:gd name="connsiteX6" fmla="*/ 59921 w 5217957"/>
                <a:gd name="connsiteY6" fmla="*/ 5396467 h 6100079"/>
                <a:gd name="connsiteX7" fmla="*/ 0 w 5217957"/>
                <a:gd name="connsiteY7" fmla="*/ 5333381 h 6100079"/>
                <a:gd name="connsiteX8" fmla="*/ 0 w 5217957"/>
                <a:gd name="connsiteY8" fmla="*/ 4427327 h 6100079"/>
                <a:gd name="connsiteX9" fmla="*/ 112056 w 5217957"/>
                <a:gd name="connsiteY9" fmla="*/ 4602502 h 6100079"/>
                <a:gd name="connsiteX10" fmla="*/ 443875 w 5217957"/>
                <a:gd name="connsiteY10" fmla="*/ 4989110 h 6100079"/>
                <a:gd name="connsiteX11" fmla="*/ 1348175 w 5217957"/>
                <a:gd name="connsiteY11" fmla="*/ 5488759 h 6100079"/>
                <a:gd name="connsiteX12" fmla="*/ 2221463 w 5217957"/>
                <a:gd name="connsiteY12" fmla="*/ 5461704 h 6100079"/>
                <a:gd name="connsiteX13" fmla="*/ 3179339 w 5217957"/>
                <a:gd name="connsiteY13" fmla="*/ 5003023 h 6100079"/>
                <a:gd name="connsiteX14" fmla="*/ 3599638 w 5217957"/>
                <a:gd name="connsiteY14" fmla="*/ 4775996 h 6100079"/>
                <a:gd name="connsiteX15" fmla="*/ 4259765 w 5217957"/>
                <a:gd name="connsiteY15" fmla="*/ 4374667 h 6100079"/>
                <a:gd name="connsiteX16" fmla="*/ 4567742 w 5217957"/>
                <a:gd name="connsiteY16" fmla="*/ 3883732 h 6100079"/>
                <a:gd name="connsiteX17" fmla="*/ 4631929 w 5217957"/>
                <a:gd name="connsiteY17" fmla="*/ 2833886 h 6100079"/>
                <a:gd name="connsiteX18" fmla="*/ 4296412 w 5217957"/>
                <a:gd name="connsiteY18" fmla="*/ 1874932 h 6100079"/>
                <a:gd name="connsiteX19" fmla="*/ 2710219 w 5217957"/>
                <a:gd name="connsiteY19" fmla="*/ 666410 h 6100079"/>
                <a:gd name="connsiteX20" fmla="*/ 1732642 w 5217957"/>
                <a:gd name="connsiteY20" fmla="*/ 573480 h 6100079"/>
                <a:gd name="connsiteX21" fmla="*/ 870621 w 5217957"/>
                <a:gd name="connsiteY21" fmla="*/ 870402 h 6100079"/>
                <a:gd name="connsiteX22" fmla="*/ 537555 w 5217957"/>
                <a:gd name="connsiteY22" fmla="*/ 1125324 h 6100079"/>
                <a:gd name="connsiteX23" fmla="*/ 306995 w 5217957"/>
                <a:gd name="connsiteY23" fmla="*/ 1493030 h 6100079"/>
                <a:gd name="connsiteX24" fmla="*/ 23579 w 5217957"/>
                <a:gd name="connsiteY24" fmla="*/ 1977465 h 6100079"/>
                <a:gd name="connsiteX25" fmla="*/ 0 w 5217957"/>
                <a:gd name="connsiteY25" fmla="*/ 2014291 h 6100079"/>
                <a:gd name="connsiteX26" fmla="*/ 0 w 5217957"/>
                <a:gd name="connsiteY26" fmla="*/ 915660 h 6100079"/>
                <a:gd name="connsiteX27" fmla="*/ 58609 w 5217957"/>
                <a:gd name="connsiteY27" fmla="*/ 828051 h 6100079"/>
                <a:gd name="connsiteX28" fmla="*/ 590689 w 5217957"/>
                <a:gd name="connsiteY28" fmla="*/ 385385 h 6100079"/>
                <a:gd name="connsiteX29" fmla="*/ 1951394 w 5217957"/>
                <a:gd name="connsiteY29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7957" h="6100079">
                  <a:moveTo>
                    <a:pt x="1951394" y="82"/>
                  </a:moveTo>
                  <a:cubicBezTo>
                    <a:pt x="2237632" y="-2119"/>
                    <a:pt x="2536431" y="40011"/>
                    <a:pt x="2855178" y="125419"/>
                  </a:cubicBezTo>
                  <a:cubicBezTo>
                    <a:pt x="3697704" y="351173"/>
                    <a:pt x="4370491" y="894159"/>
                    <a:pt x="4779341" y="1591542"/>
                  </a:cubicBezTo>
                  <a:cubicBezTo>
                    <a:pt x="5195535" y="2301324"/>
                    <a:pt x="5338357" y="3170855"/>
                    <a:pt x="5108574" y="4028416"/>
                  </a:cubicBezTo>
                  <a:cubicBezTo>
                    <a:pt x="4880820" y="4878406"/>
                    <a:pt x="4165604" y="5079965"/>
                    <a:pt x="3459359" y="5487716"/>
                  </a:cubicBezTo>
                  <a:cubicBezTo>
                    <a:pt x="2753115" y="5895466"/>
                    <a:pt x="2053265" y="6257288"/>
                    <a:pt x="1203275" y="6029534"/>
                  </a:cubicBezTo>
                  <a:cubicBezTo>
                    <a:pt x="739885" y="5905369"/>
                    <a:pt x="366400" y="5685345"/>
                    <a:pt x="59921" y="5396467"/>
                  </a:cubicBezTo>
                  <a:lnTo>
                    <a:pt x="0" y="5333381"/>
                  </a:lnTo>
                  <a:lnTo>
                    <a:pt x="0" y="4427327"/>
                  </a:lnTo>
                  <a:lnTo>
                    <a:pt x="112056" y="4602502"/>
                  </a:lnTo>
                  <a:cubicBezTo>
                    <a:pt x="215300" y="4749260"/>
                    <a:pt x="325419" y="4877443"/>
                    <a:pt x="443875" y="4989110"/>
                  </a:cubicBezTo>
                  <a:cubicBezTo>
                    <a:pt x="700709" y="5231113"/>
                    <a:pt x="996455" y="5394516"/>
                    <a:pt x="1348175" y="5488759"/>
                  </a:cubicBezTo>
                  <a:cubicBezTo>
                    <a:pt x="1633379" y="5565179"/>
                    <a:pt x="1910917" y="5556430"/>
                    <a:pt x="2221463" y="5461704"/>
                  </a:cubicBezTo>
                  <a:cubicBezTo>
                    <a:pt x="2541923" y="5363721"/>
                    <a:pt x="2870374" y="5181404"/>
                    <a:pt x="3179339" y="5003023"/>
                  </a:cubicBezTo>
                  <a:cubicBezTo>
                    <a:pt x="3323713" y="4919760"/>
                    <a:pt x="3463978" y="4846641"/>
                    <a:pt x="3599638" y="4775996"/>
                  </a:cubicBezTo>
                  <a:cubicBezTo>
                    <a:pt x="3862436" y="4639263"/>
                    <a:pt x="4089314" y="4521074"/>
                    <a:pt x="4259765" y="4374667"/>
                  </a:cubicBezTo>
                  <a:cubicBezTo>
                    <a:pt x="4418282" y="4238625"/>
                    <a:pt x="4513201" y="4087280"/>
                    <a:pt x="4567742" y="3883732"/>
                  </a:cubicBezTo>
                  <a:cubicBezTo>
                    <a:pt x="4660420" y="3537853"/>
                    <a:pt x="4682033" y="3184640"/>
                    <a:pt x="4631929" y="2833886"/>
                  </a:cubicBezTo>
                  <a:cubicBezTo>
                    <a:pt x="4583584" y="2494734"/>
                    <a:pt x="4470646" y="2172121"/>
                    <a:pt x="4296412" y="1874932"/>
                  </a:cubicBezTo>
                  <a:cubicBezTo>
                    <a:pt x="3944879" y="1275559"/>
                    <a:pt x="3381537" y="846289"/>
                    <a:pt x="2710219" y="666410"/>
                  </a:cubicBezTo>
                  <a:cubicBezTo>
                    <a:pt x="2349955" y="569877"/>
                    <a:pt x="2030161" y="539483"/>
                    <a:pt x="1732642" y="573480"/>
                  </a:cubicBezTo>
                  <a:cubicBezTo>
                    <a:pt x="1440866" y="606814"/>
                    <a:pt x="1158880" y="703976"/>
                    <a:pt x="870621" y="870402"/>
                  </a:cubicBezTo>
                  <a:cubicBezTo>
                    <a:pt x="670160" y="986048"/>
                    <a:pt x="589753" y="1064195"/>
                    <a:pt x="537555" y="1125324"/>
                  </a:cubicBezTo>
                  <a:cubicBezTo>
                    <a:pt x="463218" y="1212400"/>
                    <a:pt x="397708" y="1330125"/>
                    <a:pt x="306995" y="1493030"/>
                  </a:cubicBezTo>
                  <a:cubicBezTo>
                    <a:pt x="234596" y="1623167"/>
                    <a:pt x="145436" y="1783409"/>
                    <a:pt x="23579" y="1977465"/>
                  </a:cubicBezTo>
                  <a:lnTo>
                    <a:pt x="0" y="2014291"/>
                  </a:lnTo>
                  <a:lnTo>
                    <a:pt x="0" y="915660"/>
                  </a:lnTo>
                  <a:lnTo>
                    <a:pt x="58609" y="828051"/>
                  </a:lnTo>
                  <a:cubicBezTo>
                    <a:pt x="177453" y="670481"/>
                    <a:pt x="325847" y="538291"/>
                    <a:pt x="590689" y="385385"/>
                  </a:cubicBezTo>
                  <a:cubicBezTo>
                    <a:pt x="1032159" y="130559"/>
                    <a:pt x="1474330" y="3750"/>
                    <a:pt x="1951394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2" name="Titel 1">
            <a:extLst>
              <a:ext uri="{FF2B5EF4-FFF2-40B4-BE49-F238E27FC236}">
                <a16:creationId xmlns:a16="http://schemas.microsoft.com/office/drawing/2014/main" id="{ABE6D98C-B8CC-A440-2545-CD034F7933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58183" y="1243013"/>
            <a:ext cx="3855720" cy="4371974"/>
          </a:xfrm>
        </p:spPr>
        <p:txBody>
          <a:bodyPr>
            <a:normAutofit/>
          </a:bodyPr>
          <a:lstStyle/>
          <a:p>
            <a:r>
              <a:rPr lang="de-DE" sz="3600" b="1" dirty="0">
                <a:solidFill>
                  <a:schemeClr val="accent2"/>
                </a:solidFill>
                <a:latin typeface="Orbitron" pitchFamily="2" charset="0"/>
              </a:rPr>
              <a:t>Vergleich</a:t>
            </a:r>
          </a:p>
        </p:txBody>
      </p:sp>
      <p:sp>
        <p:nvSpPr>
          <p:cNvPr id="23" name="Textfeld 22">
            <a:extLst>
              <a:ext uri="{FF2B5EF4-FFF2-40B4-BE49-F238E27FC236}">
                <a16:creationId xmlns:a16="http://schemas.microsoft.com/office/drawing/2014/main" id="{8A197420-B2A1-DF68-1092-91956AA62E43}"/>
              </a:ext>
            </a:extLst>
          </p:cNvPr>
          <p:cNvSpPr txBox="1"/>
          <p:nvPr/>
        </p:nvSpPr>
        <p:spPr>
          <a:xfrm>
            <a:off x="5841158" y="1318138"/>
            <a:ext cx="5724293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400" b="1" dirty="0"/>
              <a:t>Gemeinsame Vorteile:</a:t>
            </a:r>
          </a:p>
          <a:p>
            <a:r>
              <a:rPr lang="de-DE" sz="1400" dirty="0"/>
              <a:t>✅ Modernes Design (Übergänge, knallige Farben)</a:t>
            </a:r>
          </a:p>
          <a:p>
            <a:r>
              <a:rPr lang="de-DE" sz="1400" dirty="0"/>
              <a:t>✅ Gute Performance (wenig große Bilder)</a:t>
            </a:r>
          </a:p>
          <a:p>
            <a:r>
              <a:rPr lang="de-DE" sz="1400" dirty="0"/>
              <a:t>✅ Gut machbar und umsetzbar</a:t>
            </a:r>
          </a:p>
          <a:p>
            <a:r>
              <a:rPr lang="de-DE" sz="1400" dirty="0"/>
              <a:t>✅ Keine Kosten </a:t>
            </a:r>
            <a:endParaRPr lang="de-DE" dirty="0"/>
          </a:p>
        </p:txBody>
      </p:sp>
      <p:sp>
        <p:nvSpPr>
          <p:cNvPr id="31" name="Textfeld 30">
            <a:extLst>
              <a:ext uri="{FF2B5EF4-FFF2-40B4-BE49-F238E27FC236}">
                <a16:creationId xmlns:a16="http://schemas.microsoft.com/office/drawing/2014/main" id="{61FC34EF-7945-2F0B-A48C-4EB5FF661962}"/>
              </a:ext>
            </a:extLst>
          </p:cNvPr>
          <p:cNvSpPr txBox="1"/>
          <p:nvPr/>
        </p:nvSpPr>
        <p:spPr>
          <a:xfrm>
            <a:off x="5841158" y="3077649"/>
            <a:ext cx="6170340" cy="24622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de-DE" sz="1400" b="1" dirty="0">
                <a:solidFill>
                  <a:srgbClr val="C00000"/>
                </a:solidFill>
              </a:rPr>
              <a:t>Rotes Wireframe</a:t>
            </a:r>
            <a:r>
              <a:rPr lang="de-DE" sz="1400" b="1" dirty="0"/>
              <a:t>:</a:t>
            </a:r>
          </a:p>
          <a:p>
            <a:pPr>
              <a:buNone/>
            </a:pPr>
            <a:endParaRPr lang="de-DE" sz="1400" b="1" dirty="0"/>
          </a:p>
          <a:p>
            <a:r>
              <a:rPr lang="de-DE" sz="1400" dirty="0"/>
              <a:t>❌ </a:t>
            </a:r>
            <a:r>
              <a:rPr lang="de-DE" sz="1400" b="1" dirty="0" err="1"/>
              <a:t>Accessibility</a:t>
            </a:r>
            <a:r>
              <a:rPr lang="de-DE" sz="1400" b="1" dirty="0"/>
              <a:t>:</a:t>
            </a:r>
            <a:r>
              <a:rPr lang="de-DE" sz="1400" dirty="0"/>
              <a:t> Schwache Kontraste, ungeeignet für Sehbeeinträchtigte</a:t>
            </a:r>
          </a:p>
          <a:p>
            <a:r>
              <a:rPr lang="de-DE" sz="1400" dirty="0"/>
              <a:t>❌ </a:t>
            </a:r>
            <a:r>
              <a:rPr lang="de-DE" sz="1400" b="1" dirty="0"/>
              <a:t>Security:</a:t>
            </a:r>
            <a:r>
              <a:rPr lang="de-DE" sz="1400" dirty="0"/>
              <a:t> Verwendet </a:t>
            </a:r>
            <a:r>
              <a:rPr lang="de-DE" sz="1400" b="1" dirty="0"/>
              <a:t>HTTP</a:t>
            </a:r>
            <a:r>
              <a:rPr lang="de-DE" sz="1400" dirty="0"/>
              <a:t> statt HTTPS</a:t>
            </a:r>
          </a:p>
          <a:p>
            <a:r>
              <a:rPr lang="de-DE" sz="1400" dirty="0"/>
              <a:t>❌ </a:t>
            </a:r>
            <a:r>
              <a:rPr lang="de-DE" sz="1400" b="1" dirty="0"/>
              <a:t>Usability:</a:t>
            </a:r>
            <a:r>
              <a:rPr lang="de-DE" sz="1400" dirty="0"/>
              <a:t> Buttons nicht konsistent im Design</a:t>
            </a:r>
          </a:p>
          <a:p>
            <a:pPr>
              <a:buFont typeface="Arial" panose="020B0604020202020204" pitchFamily="34" charset="0"/>
              <a:buChar char="•"/>
            </a:pPr>
            <a:endParaRPr lang="de-DE" sz="1400" dirty="0"/>
          </a:p>
          <a:p>
            <a:pPr>
              <a:buNone/>
            </a:pPr>
            <a:r>
              <a:rPr lang="de-DE" sz="1400" b="1" dirty="0">
                <a:solidFill>
                  <a:schemeClr val="accent3"/>
                </a:solidFill>
              </a:rPr>
              <a:t>Grünes Wireframe</a:t>
            </a:r>
            <a:r>
              <a:rPr lang="de-DE" sz="1400" b="1" dirty="0"/>
              <a:t>:</a:t>
            </a:r>
          </a:p>
          <a:p>
            <a:pPr>
              <a:buNone/>
            </a:pPr>
            <a:endParaRPr lang="de-DE" sz="1400" b="1" dirty="0"/>
          </a:p>
          <a:p>
            <a:r>
              <a:rPr lang="de-DE" sz="1400" dirty="0"/>
              <a:t>✅ </a:t>
            </a:r>
            <a:r>
              <a:rPr lang="de-DE" sz="1400" b="1" dirty="0" err="1"/>
              <a:t>Accessibility</a:t>
            </a:r>
            <a:r>
              <a:rPr lang="de-DE" sz="1400" b="1" dirty="0"/>
              <a:t>:</a:t>
            </a:r>
            <a:r>
              <a:rPr lang="de-DE" sz="1400" dirty="0"/>
              <a:t> Grundsätzlich gut</a:t>
            </a:r>
          </a:p>
          <a:p>
            <a:r>
              <a:rPr lang="de-DE" sz="1400" dirty="0"/>
              <a:t>✅ </a:t>
            </a:r>
            <a:r>
              <a:rPr lang="de-DE" sz="1400" b="1" dirty="0"/>
              <a:t>Security:</a:t>
            </a:r>
            <a:r>
              <a:rPr lang="de-DE" sz="1400" dirty="0"/>
              <a:t> Verwendet </a:t>
            </a:r>
            <a:r>
              <a:rPr lang="de-DE" sz="1400" b="1" dirty="0"/>
              <a:t>HTTPS</a:t>
            </a:r>
            <a:endParaRPr lang="de-DE" sz="1400" dirty="0"/>
          </a:p>
          <a:p>
            <a:r>
              <a:rPr lang="de-DE" sz="1400" dirty="0"/>
              <a:t>❌ </a:t>
            </a:r>
            <a:r>
              <a:rPr lang="de-DE" sz="1400" b="1" dirty="0" err="1"/>
              <a:t>Accessibility</a:t>
            </a:r>
            <a:r>
              <a:rPr lang="de-DE" sz="1400" b="1" dirty="0"/>
              <a:t>:</a:t>
            </a:r>
            <a:r>
              <a:rPr lang="de-DE" sz="1400" dirty="0"/>
              <a:t> Weißer Text auf hellgrün (schlechter Kontrast)</a:t>
            </a: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9A49326B-AA95-C638-22CB-41C4F9197CCA}"/>
              </a:ext>
            </a:extLst>
          </p:cNvPr>
          <p:cNvSpPr/>
          <p:nvPr/>
        </p:nvSpPr>
        <p:spPr>
          <a:xfrm>
            <a:off x="10810984" y="0"/>
            <a:ext cx="1019991" cy="147437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5" name="Grafik 4" descr="Waage der Justitia Silhouette">
            <a:extLst>
              <a:ext uri="{FF2B5EF4-FFF2-40B4-BE49-F238E27FC236}">
                <a16:creationId xmlns:a16="http://schemas.microsoft.com/office/drawing/2014/main" id="{807F2585-0C5C-A28B-9B1E-4F20663CB36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863779" y="508838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7988361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8C3C9DD-F23B-FD52-7123-6266A44F5B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45F1A824-930F-AF4D-14D3-06967F288C0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1F4754A-FB19-332C-A841-2C5CA2F3019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800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07F49FF2-A131-A1E8-C665-C7DFD02D8C0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21863" y="508838"/>
            <a:ext cx="5217958" cy="6239661"/>
            <a:chOff x="-19221" y="251144"/>
            <a:chExt cx="5217958" cy="6239661"/>
          </a:xfrm>
        </p:grpSpPr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F62C07E8-F38B-F7D5-EEB3-4CF0032E6D6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251144"/>
              <a:ext cx="5187198" cy="6239661"/>
            </a:xfrm>
            <a:custGeom>
              <a:avLst/>
              <a:gdLst>
                <a:gd name="connsiteX0" fmla="*/ 2011811 w 5187198"/>
                <a:gd name="connsiteY0" fmla="*/ 4 h 6239661"/>
                <a:gd name="connsiteX1" fmla="*/ 2617011 w 5187198"/>
                <a:gd name="connsiteY1" fmla="*/ 70590 h 6239661"/>
                <a:gd name="connsiteX2" fmla="*/ 2690321 w 5187198"/>
                <a:gd name="connsiteY2" fmla="*/ 88146 h 6239661"/>
                <a:gd name="connsiteX3" fmla="*/ 2726863 w 5187198"/>
                <a:gd name="connsiteY3" fmla="*/ 97127 h 6239661"/>
                <a:gd name="connsiteX4" fmla="*/ 2762951 w 5187198"/>
                <a:gd name="connsiteY4" fmla="*/ 107375 h 6239661"/>
                <a:gd name="connsiteX5" fmla="*/ 2834843 w 5187198"/>
                <a:gd name="connsiteY5" fmla="*/ 128493 h 6239661"/>
                <a:gd name="connsiteX6" fmla="*/ 2906574 w 5187198"/>
                <a:gd name="connsiteY6" fmla="*/ 151076 h 6239661"/>
                <a:gd name="connsiteX7" fmla="*/ 3049504 w 5187198"/>
                <a:gd name="connsiteY7" fmla="*/ 202124 h 6239661"/>
                <a:gd name="connsiteX8" fmla="*/ 3189518 w 5187198"/>
                <a:gd name="connsiteY8" fmla="*/ 260159 h 6239661"/>
                <a:gd name="connsiteX9" fmla="*/ 3326048 w 5187198"/>
                <a:gd name="connsiteY9" fmla="*/ 325143 h 6239661"/>
                <a:gd name="connsiteX10" fmla="*/ 3459166 w 5187198"/>
                <a:gd name="connsiteY10" fmla="*/ 395936 h 6239661"/>
                <a:gd name="connsiteX11" fmla="*/ 3588578 w 5187198"/>
                <a:gd name="connsiteY11" fmla="*/ 472343 h 6239661"/>
                <a:gd name="connsiteX12" fmla="*/ 3651864 w 5187198"/>
                <a:gd name="connsiteY12" fmla="*/ 512600 h 6239661"/>
                <a:gd name="connsiteX13" fmla="*/ 3714514 w 5187198"/>
                <a:gd name="connsiteY13" fmla="*/ 553499 h 6239661"/>
                <a:gd name="connsiteX14" fmla="*/ 4181221 w 5187198"/>
                <a:gd name="connsiteY14" fmla="*/ 922912 h 6239661"/>
                <a:gd name="connsiteX15" fmla="*/ 4582963 w 5187198"/>
                <a:gd name="connsiteY15" fmla="*/ 1358264 h 6239661"/>
                <a:gd name="connsiteX16" fmla="*/ 4670721 w 5187198"/>
                <a:gd name="connsiteY16" fmla="*/ 1477644 h 6239661"/>
                <a:gd name="connsiteX17" fmla="*/ 4752378 w 5187198"/>
                <a:gd name="connsiteY17" fmla="*/ 1601187 h 6239661"/>
                <a:gd name="connsiteX18" fmla="*/ 4772168 w 5187198"/>
                <a:gd name="connsiteY18" fmla="*/ 1632456 h 6239661"/>
                <a:gd name="connsiteX19" fmla="*/ 4782117 w 5187198"/>
                <a:gd name="connsiteY19" fmla="*/ 1648104 h 6239661"/>
                <a:gd name="connsiteX20" fmla="*/ 4791381 w 5187198"/>
                <a:gd name="connsiteY20" fmla="*/ 1664150 h 6239661"/>
                <a:gd name="connsiteX21" fmla="*/ 4828190 w 5187198"/>
                <a:gd name="connsiteY21" fmla="*/ 1728379 h 6239661"/>
                <a:gd name="connsiteX22" fmla="*/ 4864832 w 5187198"/>
                <a:gd name="connsiteY22" fmla="*/ 1792796 h 6239661"/>
                <a:gd name="connsiteX23" fmla="*/ 4899201 w 5187198"/>
                <a:gd name="connsiteY23" fmla="*/ 1858342 h 6239661"/>
                <a:gd name="connsiteX24" fmla="*/ 4933266 w 5187198"/>
                <a:gd name="connsiteY24" fmla="*/ 1924155 h 6239661"/>
                <a:gd name="connsiteX25" fmla="*/ 4964403 w 5187198"/>
                <a:gd name="connsiteY25" fmla="*/ 1991384 h 6239661"/>
                <a:gd name="connsiteX26" fmla="*/ 4995019 w 5187198"/>
                <a:gd name="connsiteY26" fmla="*/ 2058823 h 6239661"/>
                <a:gd name="connsiteX27" fmla="*/ 5021999 w 5187198"/>
                <a:gd name="connsiteY27" fmla="*/ 2127723 h 6239661"/>
                <a:gd name="connsiteX28" fmla="*/ 5048321 w 5187198"/>
                <a:gd name="connsiteY28" fmla="*/ 2196908 h 6239661"/>
                <a:gd name="connsiteX29" fmla="*/ 5070546 w 5187198"/>
                <a:gd name="connsiteY29" fmla="*/ 2267547 h 6239661"/>
                <a:gd name="connsiteX30" fmla="*/ 5092171 w 5187198"/>
                <a:gd name="connsiteY30" fmla="*/ 2338256 h 6239661"/>
                <a:gd name="connsiteX31" fmla="*/ 5110305 w 5187198"/>
                <a:gd name="connsiteY31" fmla="*/ 2409886 h 6239661"/>
                <a:gd name="connsiteX32" fmla="*/ 5186393 w 5187198"/>
                <a:gd name="connsiteY32" fmla="*/ 2992022 h 6239661"/>
                <a:gd name="connsiteX33" fmla="*/ 5149045 w 5187198"/>
                <a:gd name="connsiteY33" fmla="*/ 3571816 h 6239661"/>
                <a:gd name="connsiteX34" fmla="*/ 5126572 w 5187198"/>
                <a:gd name="connsiteY34" fmla="*/ 3714520 h 6239661"/>
                <a:gd name="connsiteX35" fmla="*/ 5099067 w 5187198"/>
                <a:gd name="connsiteY35" fmla="*/ 3856108 h 6239661"/>
                <a:gd name="connsiteX36" fmla="*/ 5095699 w 5187198"/>
                <a:gd name="connsiteY36" fmla="*/ 3873868 h 6239661"/>
                <a:gd name="connsiteX37" fmla="*/ 5091573 w 5187198"/>
                <a:gd name="connsiteY37" fmla="*/ 3891426 h 6239661"/>
                <a:gd name="connsiteX38" fmla="*/ 5083324 w 5187198"/>
                <a:gd name="connsiteY38" fmla="*/ 3926541 h 6239661"/>
                <a:gd name="connsiteX39" fmla="*/ 5067256 w 5187198"/>
                <a:gd name="connsiteY39" fmla="*/ 3996889 h 6239661"/>
                <a:gd name="connsiteX40" fmla="*/ 5059194 w 5187198"/>
                <a:gd name="connsiteY40" fmla="*/ 4032171 h 6239661"/>
                <a:gd name="connsiteX41" fmla="*/ 5049522 w 5187198"/>
                <a:gd name="connsiteY41" fmla="*/ 4067833 h 6239661"/>
                <a:gd name="connsiteX42" fmla="*/ 5040067 w 5187198"/>
                <a:gd name="connsiteY42" fmla="*/ 4103553 h 6239661"/>
                <a:gd name="connsiteX43" fmla="*/ 5028960 w 5187198"/>
                <a:gd name="connsiteY43" fmla="*/ 4138946 h 6239661"/>
                <a:gd name="connsiteX44" fmla="*/ 4917351 w 5187198"/>
                <a:gd name="connsiteY44" fmla="*/ 4417041 h 6239661"/>
                <a:gd name="connsiteX45" fmla="*/ 4756163 w 5187198"/>
                <a:gd name="connsiteY45" fmla="*/ 4676402 h 6239661"/>
                <a:gd name="connsiteX46" fmla="*/ 4322493 w 5187198"/>
                <a:gd name="connsiteY46" fmla="*/ 5105604 h 6239661"/>
                <a:gd name="connsiteX47" fmla="*/ 3840510 w 5187198"/>
                <a:gd name="connsiteY47" fmla="*/ 5429590 h 6239661"/>
                <a:gd name="connsiteX48" fmla="*/ 3606447 w 5187198"/>
                <a:gd name="connsiteY48" fmla="*/ 5572862 h 6239661"/>
                <a:gd name="connsiteX49" fmla="*/ 3488814 w 5187198"/>
                <a:gd name="connsiteY49" fmla="*/ 5647178 h 6239661"/>
                <a:gd name="connsiteX50" fmla="*/ 3365864 w 5187198"/>
                <a:gd name="connsiteY50" fmla="*/ 5722735 h 6239661"/>
                <a:gd name="connsiteX51" fmla="*/ 2839486 w 5187198"/>
                <a:gd name="connsiteY51" fmla="*/ 5999120 h 6239661"/>
                <a:gd name="connsiteX52" fmla="*/ 2242423 w 5187198"/>
                <a:gd name="connsiteY52" fmla="*/ 6192346 h 6239661"/>
                <a:gd name="connsiteX53" fmla="*/ 1589380 w 5187198"/>
                <a:gd name="connsiteY53" fmla="*/ 6230657 h 6239661"/>
                <a:gd name="connsiteX54" fmla="*/ 1548244 w 5187198"/>
                <a:gd name="connsiteY54" fmla="*/ 6226706 h 6239661"/>
                <a:gd name="connsiteX55" fmla="*/ 1507348 w 5187198"/>
                <a:gd name="connsiteY55" fmla="*/ 6221428 h 6239661"/>
                <a:gd name="connsiteX56" fmla="*/ 1466401 w 5187198"/>
                <a:gd name="connsiteY56" fmla="*/ 6215904 h 6239661"/>
                <a:gd name="connsiteX57" fmla="*/ 1425773 w 5187198"/>
                <a:gd name="connsiteY57" fmla="*/ 6209191 h 6239661"/>
                <a:gd name="connsiteX58" fmla="*/ 1344960 w 5187198"/>
                <a:gd name="connsiteY58" fmla="*/ 6193681 h 6239661"/>
                <a:gd name="connsiteX59" fmla="*/ 1265007 w 5187198"/>
                <a:gd name="connsiteY59" fmla="*/ 6175388 h 6239661"/>
                <a:gd name="connsiteX60" fmla="*/ 1225415 w 5187198"/>
                <a:gd name="connsiteY60" fmla="*/ 6165243 h 6239661"/>
                <a:gd name="connsiteX61" fmla="*/ 1186567 w 5187198"/>
                <a:gd name="connsiteY61" fmla="*/ 6154486 h 6239661"/>
                <a:gd name="connsiteX62" fmla="*/ 1111158 w 5187198"/>
                <a:gd name="connsiteY62" fmla="*/ 6130918 h 6239661"/>
                <a:gd name="connsiteX63" fmla="*/ 1035915 w 5187198"/>
                <a:gd name="connsiteY63" fmla="*/ 6107163 h 6239661"/>
                <a:gd name="connsiteX64" fmla="*/ 961579 w 5187198"/>
                <a:gd name="connsiteY64" fmla="*/ 6079594 h 6239661"/>
                <a:gd name="connsiteX65" fmla="*/ 395297 w 5187198"/>
                <a:gd name="connsiteY65" fmla="*/ 5792812 h 6239661"/>
                <a:gd name="connsiteX66" fmla="*/ 265239 w 5187198"/>
                <a:gd name="connsiteY66" fmla="*/ 5701511 h 6239661"/>
                <a:gd name="connsiteX67" fmla="*/ 233756 w 5187198"/>
                <a:gd name="connsiteY67" fmla="*/ 5677542 h 6239661"/>
                <a:gd name="connsiteX68" fmla="*/ 202800 w 5187198"/>
                <a:gd name="connsiteY68" fmla="*/ 5652902 h 6239661"/>
                <a:gd name="connsiteX69" fmla="*/ 140918 w 5187198"/>
                <a:gd name="connsiteY69" fmla="*/ 5603515 h 6239661"/>
                <a:gd name="connsiteX70" fmla="*/ 110625 w 5187198"/>
                <a:gd name="connsiteY70" fmla="*/ 5578127 h 6239661"/>
                <a:gd name="connsiteX71" fmla="*/ 95631 w 5187198"/>
                <a:gd name="connsiteY71" fmla="*/ 5565299 h 6239661"/>
                <a:gd name="connsiteX72" fmla="*/ 81966 w 5187198"/>
                <a:gd name="connsiteY72" fmla="*/ 5550973 h 6239661"/>
                <a:gd name="connsiteX73" fmla="*/ 27991 w 5187198"/>
                <a:gd name="connsiteY73" fmla="*/ 5493272 h 6239661"/>
                <a:gd name="connsiteX74" fmla="*/ 1454 w 5187198"/>
                <a:gd name="connsiteY74" fmla="*/ 5464252 h 6239661"/>
                <a:gd name="connsiteX75" fmla="*/ 0 w 5187198"/>
                <a:gd name="connsiteY75" fmla="*/ 5462518 h 6239661"/>
                <a:gd name="connsiteX76" fmla="*/ 0 w 5187198"/>
                <a:gd name="connsiteY76" fmla="*/ 4720187 h 6239661"/>
                <a:gd name="connsiteX77" fmla="*/ 109684 w 5187198"/>
                <a:gd name="connsiteY77" fmla="*/ 4836724 h 6239661"/>
                <a:gd name="connsiteX78" fmla="*/ 306959 w 5187198"/>
                <a:gd name="connsiteY78" fmla="*/ 5007200 h 6239661"/>
                <a:gd name="connsiteX79" fmla="*/ 358101 w 5187198"/>
                <a:gd name="connsiteY79" fmla="*/ 5046057 h 6239661"/>
                <a:gd name="connsiteX80" fmla="*/ 383328 w 5187198"/>
                <a:gd name="connsiteY80" fmla="*/ 5065684 h 6239661"/>
                <a:gd name="connsiteX81" fmla="*/ 409503 w 5187198"/>
                <a:gd name="connsiteY81" fmla="*/ 5083942 h 6239661"/>
                <a:gd name="connsiteX82" fmla="*/ 461889 w 5187198"/>
                <a:gd name="connsiteY82" fmla="*/ 5119888 h 6239661"/>
                <a:gd name="connsiteX83" fmla="*/ 474883 w 5187198"/>
                <a:gd name="connsiteY83" fmla="*/ 5128933 h 6239661"/>
                <a:gd name="connsiteX84" fmla="*/ 486410 w 5187198"/>
                <a:gd name="connsiteY84" fmla="*/ 5139557 h 6239661"/>
                <a:gd name="connsiteX85" fmla="*/ 510852 w 5187198"/>
                <a:gd name="connsiteY85" fmla="*/ 5159089 h 6239661"/>
                <a:gd name="connsiteX86" fmla="*/ 560653 w 5187198"/>
                <a:gd name="connsiteY86" fmla="*/ 5196893 h 6239661"/>
                <a:gd name="connsiteX87" fmla="*/ 585485 w 5187198"/>
                <a:gd name="connsiteY87" fmla="*/ 5215834 h 6239661"/>
                <a:gd name="connsiteX88" fmla="*/ 610707 w 5187198"/>
                <a:gd name="connsiteY88" fmla="*/ 5234185 h 6239661"/>
                <a:gd name="connsiteX89" fmla="*/ 714768 w 5187198"/>
                <a:gd name="connsiteY89" fmla="*/ 5303103 h 6239661"/>
                <a:gd name="connsiteX90" fmla="*/ 1166634 w 5187198"/>
                <a:gd name="connsiteY90" fmla="*/ 5513322 h 6239661"/>
                <a:gd name="connsiteX91" fmla="*/ 1225991 w 5187198"/>
                <a:gd name="connsiteY91" fmla="*/ 5533632 h 6239661"/>
                <a:gd name="connsiteX92" fmla="*/ 1286680 w 5187198"/>
                <a:gd name="connsiteY92" fmla="*/ 5550705 h 6239661"/>
                <a:gd name="connsiteX93" fmla="*/ 1347310 w 5187198"/>
                <a:gd name="connsiteY93" fmla="*/ 5567995 h 6239661"/>
                <a:gd name="connsiteX94" fmla="*/ 1377002 w 5187198"/>
                <a:gd name="connsiteY94" fmla="*/ 5575719 h 6239661"/>
                <a:gd name="connsiteX95" fmla="*/ 1406328 w 5187198"/>
                <a:gd name="connsiteY95" fmla="*/ 5582649 h 6239661"/>
                <a:gd name="connsiteX96" fmla="*/ 1465060 w 5187198"/>
                <a:gd name="connsiteY96" fmla="*/ 5594909 h 6239661"/>
                <a:gd name="connsiteX97" fmla="*/ 1523881 w 5187198"/>
                <a:gd name="connsiteY97" fmla="*/ 5605105 h 6239661"/>
                <a:gd name="connsiteX98" fmla="*/ 1553325 w 5187198"/>
                <a:gd name="connsiteY98" fmla="*/ 5609865 h 6239661"/>
                <a:gd name="connsiteX99" fmla="*/ 1582813 w 5187198"/>
                <a:gd name="connsiteY99" fmla="*/ 5613593 h 6239661"/>
                <a:gd name="connsiteX100" fmla="*/ 1612301 w 5187198"/>
                <a:gd name="connsiteY100" fmla="*/ 5617321 h 6239661"/>
                <a:gd name="connsiteX101" fmla="*/ 1641863 w 5187198"/>
                <a:gd name="connsiteY101" fmla="*/ 5619910 h 6239661"/>
                <a:gd name="connsiteX102" fmla="*/ 2117508 w 5187198"/>
                <a:gd name="connsiteY102" fmla="*/ 5595156 h 6239661"/>
                <a:gd name="connsiteX103" fmla="*/ 2597368 w 5187198"/>
                <a:gd name="connsiteY103" fmla="*/ 5447381 h 6239661"/>
                <a:gd name="connsiteX104" fmla="*/ 3082968 w 5187198"/>
                <a:gd name="connsiteY104" fmla="*/ 5223245 h 6239661"/>
                <a:gd name="connsiteX105" fmla="*/ 3334855 w 5187198"/>
                <a:gd name="connsiteY105" fmla="*/ 5097383 h 6239661"/>
                <a:gd name="connsiteX106" fmla="*/ 3599509 w 5187198"/>
                <a:gd name="connsiteY106" fmla="*/ 4976217 h 6239661"/>
                <a:gd name="connsiteX107" fmla="*/ 4112002 w 5187198"/>
                <a:gd name="connsiteY107" fmla="*/ 4766359 h 6239661"/>
                <a:gd name="connsiteX108" fmla="*/ 4348983 w 5187198"/>
                <a:gd name="connsiteY108" fmla="*/ 4649833 h 6239661"/>
                <a:gd name="connsiteX109" fmla="*/ 4560505 w 5187198"/>
                <a:gd name="connsiteY109" fmla="*/ 4501564 h 6239661"/>
                <a:gd name="connsiteX110" fmla="*/ 4731963 w 5187198"/>
                <a:gd name="connsiteY110" fmla="*/ 4309870 h 6239661"/>
                <a:gd name="connsiteX111" fmla="*/ 4852344 w 5187198"/>
                <a:gd name="connsiteY111" fmla="*/ 4078640 h 6239661"/>
                <a:gd name="connsiteX112" fmla="*/ 4863972 w 5187198"/>
                <a:gd name="connsiteY112" fmla="*/ 4047790 h 6239661"/>
                <a:gd name="connsiteX113" fmla="*/ 4874144 w 5187198"/>
                <a:gd name="connsiteY113" fmla="*/ 4016320 h 6239661"/>
                <a:gd name="connsiteX114" fmla="*/ 4884127 w 5187198"/>
                <a:gd name="connsiteY114" fmla="*/ 3984682 h 6239661"/>
                <a:gd name="connsiteX115" fmla="*/ 4892800 w 5187198"/>
                <a:gd name="connsiteY115" fmla="*/ 3951883 h 6239661"/>
                <a:gd name="connsiteX116" fmla="*/ 4909526 w 5187198"/>
                <a:gd name="connsiteY116" fmla="*/ 3886001 h 6239661"/>
                <a:gd name="connsiteX117" fmla="*/ 4917687 w 5187198"/>
                <a:gd name="connsiteY117" fmla="*/ 3852948 h 6239661"/>
                <a:gd name="connsiteX118" fmla="*/ 4921768 w 5187198"/>
                <a:gd name="connsiteY118" fmla="*/ 3836422 h 6239661"/>
                <a:gd name="connsiteX119" fmla="*/ 4924845 w 5187198"/>
                <a:gd name="connsiteY119" fmla="*/ 3819742 h 6239661"/>
                <a:gd name="connsiteX120" fmla="*/ 4948230 w 5187198"/>
                <a:gd name="connsiteY120" fmla="*/ 3685744 h 6239661"/>
                <a:gd name="connsiteX121" fmla="*/ 4962782 w 5187198"/>
                <a:gd name="connsiteY121" fmla="*/ 3550540 h 6239661"/>
                <a:gd name="connsiteX122" fmla="*/ 4939468 w 5187198"/>
                <a:gd name="connsiteY122" fmla="*/ 3010249 h 6239661"/>
                <a:gd name="connsiteX123" fmla="*/ 4816901 w 5187198"/>
                <a:gd name="connsiteY123" fmla="*/ 2488224 h 6239661"/>
                <a:gd name="connsiteX124" fmla="*/ 4797005 w 5187198"/>
                <a:gd name="connsiteY124" fmla="*/ 2424470 h 6239661"/>
                <a:gd name="connsiteX125" fmla="*/ 4774433 w 5187198"/>
                <a:gd name="connsiteY125" fmla="*/ 2361620 h 6239661"/>
                <a:gd name="connsiteX126" fmla="*/ 4752459 w 5187198"/>
                <a:gd name="connsiteY126" fmla="*/ 2298700 h 6239661"/>
                <a:gd name="connsiteX127" fmla="*/ 4728083 w 5187198"/>
                <a:gd name="connsiteY127" fmla="*/ 2236526 h 6239661"/>
                <a:gd name="connsiteX128" fmla="*/ 4704471 w 5187198"/>
                <a:gd name="connsiteY128" fmla="*/ 2174095 h 6239661"/>
                <a:gd name="connsiteX129" fmla="*/ 4678399 w 5187198"/>
                <a:gd name="connsiteY129" fmla="*/ 2112626 h 6239661"/>
                <a:gd name="connsiteX130" fmla="*/ 4652601 w 5187198"/>
                <a:gd name="connsiteY130" fmla="*/ 2050999 h 6239661"/>
                <a:gd name="connsiteX131" fmla="*/ 4624205 w 5187198"/>
                <a:gd name="connsiteY131" fmla="*/ 1990415 h 6239661"/>
                <a:gd name="connsiteX132" fmla="*/ 4595398 w 5187198"/>
                <a:gd name="connsiteY132" fmla="*/ 1930069 h 6239661"/>
                <a:gd name="connsiteX133" fmla="*/ 4563827 w 5187198"/>
                <a:gd name="connsiteY133" fmla="*/ 1870952 h 6239661"/>
                <a:gd name="connsiteX134" fmla="*/ 4531433 w 5187198"/>
                <a:gd name="connsiteY134" fmla="*/ 1812311 h 6239661"/>
                <a:gd name="connsiteX135" fmla="*/ 4523315 w 5187198"/>
                <a:gd name="connsiteY135" fmla="*/ 1797616 h 6239661"/>
                <a:gd name="connsiteX136" fmla="*/ 4514482 w 5187198"/>
                <a:gd name="connsiteY136" fmla="*/ 1783425 h 6239661"/>
                <a:gd name="connsiteX137" fmla="*/ 4496845 w 5187198"/>
                <a:gd name="connsiteY137" fmla="*/ 1754936 h 6239661"/>
                <a:gd name="connsiteX138" fmla="*/ 4461463 w 5187198"/>
                <a:gd name="connsiteY138" fmla="*/ 1697929 h 6239661"/>
                <a:gd name="connsiteX139" fmla="*/ 4452660 w 5187198"/>
                <a:gd name="connsiteY139" fmla="*/ 1683629 h 6239661"/>
                <a:gd name="connsiteX140" fmla="*/ 4443141 w 5187198"/>
                <a:gd name="connsiteY140" fmla="*/ 1669834 h 6239661"/>
                <a:gd name="connsiteX141" fmla="*/ 4424241 w 5187198"/>
                <a:gd name="connsiteY141" fmla="*/ 1642166 h 6239661"/>
                <a:gd name="connsiteX142" fmla="*/ 4346886 w 5187198"/>
                <a:gd name="connsiteY142" fmla="*/ 1532412 h 6239661"/>
                <a:gd name="connsiteX143" fmla="*/ 3985497 w 5187198"/>
                <a:gd name="connsiteY143" fmla="*/ 1134649 h 6239661"/>
                <a:gd name="connsiteX144" fmla="*/ 3545665 w 5187198"/>
                <a:gd name="connsiteY144" fmla="*/ 825877 h 6239661"/>
                <a:gd name="connsiteX145" fmla="*/ 3486190 w 5187198"/>
                <a:gd name="connsiteY145" fmla="*/ 794756 h 6239661"/>
                <a:gd name="connsiteX146" fmla="*/ 3426182 w 5187198"/>
                <a:gd name="connsiteY146" fmla="*/ 764765 h 6239661"/>
                <a:gd name="connsiteX147" fmla="*/ 3365044 w 5187198"/>
                <a:gd name="connsiteY147" fmla="*/ 737255 h 6239661"/>
                <a:gd name="connsiteX148" fmla="*/ 3334529 w 5187198"/>
                <a:gd name="connsiteY148" fmla="*/ 723514 h 6239661"/>
                <a:gd name="connsiteX149" fmla="*/ 3303733 w 5187198"/>
                <a:gd name="connsiteY149" fmla="*/ 710395 h 6239661"/>
                <a:gd name="connsiteX150" fmla="*/ 3179033 w 5187198"/>
                <a:gd name="connsiteY150" fmla="*/ 662259 h 6239661"/>
                <a:gd name="connsiteX151" fmla="*/ 3052408 w 5187198"/>
                <a:gd name="connsiteY151" fmla="*/ 620447 h 6239661"/>
                <a:gd name="connsiteX152" fmla="*/ 2924325 w 5187198"/>
                <a:gd name="connsiteY152" fmla="*/ 584505 h 6239661"/>
                <a:gd name="connsiteX153" fmla="*/ 2859667 w 5187198"/>
                <a:gd name="connsiteY153" fmla="*/ 569266 h 6239661"/>
                <a:gd name="connsiteX154" fmla="*/ 2795226 w 5187198"/>
                <a:gd name="connsiteY154" fmla="*/ 554085 h 6239661"/>
                <a:gd name="connsiteX155" fmla="*/ 2729702 w 5187198"/>
                <a:gd name="connsiteY155" fmla="*/ 540354 h 6239661"/>
                <a:gd name="connsiteX156" fmla="*/ 2663758 w 5187198"/>
                <a:gd name="connsiteY156" fmla="*/ 527322 h 6239661"/>
                <a:gd name="connsiteX157" fmla="*/ 2630927 w 5187198"/>
                <a:gd name="connsiteY157" fmla="*/ 520495 h 6239661"/>
                <a:gd name="connsiteX158" fmla="*/ 2597965 w 5187198"/>
                <a:gd name="connsiteY158" fmla="*/ 515024 h 6239661"/>
                <a:gd name="connsiteX159" fmla="*/ 2532205 w 5187198"/>
                <a:gd name="connsiteY159" fmla="*/ 503895 h 6239661"/>
                <a:gd name="connsiteX160" fmla="*/ 2010064 w 5187198"/>
                <a:gd name="connsiteY160" fmla="*/ 452552 h 6239661"/>
                <a:gd name="connsiteX161" fmla="*/ 1494552 w 5187198"/>
                <a:gd name="connsiteY161" fmla="*/ 485055 h 6239661"/>
                <a:gd name="connsiteX162" fmla="*/ 1366896 w 5187198"/>
                <a:gd name="connsiteY162" fmla="*/ 509389 h 6239661"/>
                <a:gd name="connsiteX163" fmla="*/ 1240175 w 5187198"/>
                <a:gd name="connsiteY163" fmla="*/ 541045 h 6239661"/>
                <a:gd name="connsiteX164" fmla="*/ 1177438 w 5187198"/>
                <a:gd name="connsiteY164" fmla="*/ 560170 h 6239661"/>
                <a:gd name="connsiteX165" fmla="*/ 1145987 w 5187198"/>
                <a:gd name="connsiteY165" fmla="*/ 569826 h 6239661"/>
                <a:gd name="connsiteX166" fmla="*/ 1130315 w 5187198"/>
                <a:gd name="connsiteY166" fmla="*/ 574669 h 6239661"/>
                <a:gd name="connsiteX167" fmla="*/ 1114873 w 5187198"/>
                <a:gd name="connsiteY167" fmla="*/ 580384 h 6239661"/>
                <a:gd name="connsiteX168" fmla="*/ 1052839 w 5187198"/>
                <a:gd name="connsiteY168" fmla="*/ 602943 h 6239661"/>
                <a:gd name="connsiteX169" fmla="*/ 991135 w 5187198"/>
                <a:gd name="connsiteY169" fmla="*/ 626866 h 6239661"/>
                <a:gd name="connsiteX170" fmla="*/ 930179 w 5187198"/>
                <a:gd name="connsiteY170" fmla="*/ 653191 h 6239661"/>
                <a:gd name="connsiteX171" fmla="*/ 869768 w 5187198"/>
                <a:gd name="connsiteY171" fmla="*/ 680937 h 6239661"/>
                <a:gd name="connsiteX172" fmla="*/ 810085 w 5187198"/>
                <a:gd name="connsiteY172" fmla="*/ 710734 h 6239661"/>
                <a:gd name="connsiteX173" fmla="*/ 751220 w 5187198"/>
                <a:gd name="connsiteY173" fmla="*/ 741794 h 6239661"/>
                <a:gd name="connsiteX174" fmla="*/ 532669 w 5187198"/>
                <a:gd name="connsiteY174" fmla="*/ 881688 h 6239661"/>
                <a:gd name="connsiteX175" fmla="*/ 354185 w 5187198"/>
                <a:gd name="connsiteY175" fmla="*/ 1050286 h 6239661"/>
                <a:gd name="connsiteX176" fmla="*/ 315980 w 5187198"/>
                <a:gd name="connsiteY176" fmla="*/ 1098125 h 6239661"/>
                <a:gd name="connsiteX177" fmla="*/ 280345 w 5187198"/>
                <a:gd name="connsiteY177" fmla="*/ 1149782 h 6239661"/>
                <a:gd name="connsiteX178" fmla="*/ 245890 w 5187198"/>
                <a:gd name="connsiteY178" fmla="*/ 1203959 h 6239661"/>
                <a:gd name="connsiteX179" fmla="*/ 212162 w 5187198"/>
                <a:gd name="connsiteY179" fmla="*/ 1260184 h 6239661"/>
                <a:gd name="connsiteX180" fmla="*/ 80716 w 5187198"/>
                <a:gd name="connsiteY180" fmla="*/ 1502476 h 6239661"/>
                <a:gd name="connsiteX181" fmla="*/ 0 w 5187198"/>
                <a:gd name="connsiteY181" fmla="*/ 1648841 h 6239661"/>
                <a:gd name="connsiteX182" fmla="*/ 0 w 5187198"/>
                <a:gd name="connsiteY182" fmla="*/ 954863 h 6239661"/>
                <a:gd name="connsiteX183" fmla="*/ 43491 w 5187198"/>
                <a:gd name="connsiteY183" fmla="*/ 895513 h 6239661"/>
                <a:gd name="connsiteX184" fmla="*/ 93923 w 5187198"/>
                <a:gd name="connsiteY184" fmla="*/ 834489 h 6239661"/>
                <a:gd name="connsiteX185" fmla="*/ 323465 w 5187198"/>
                <a:gd name="connsiteY185" fmla="*/ 617671 h 6239661"/>
                <a:gd name="connsiteX186" fmla="*/ 574777 w 5187198"/>
                <a:gd name="connsiteY186" fmla="*/ 446794 h 6239661"/>
                <a:gd name="connsiteX187" fmla="*/ 638943 w 5187198"/>
                <a:gd name="connsiteY187" fmla="*/ 408925 h 6239661"/>
                <a:gd name="connsiteX188" fmla="*/ 703505 w 5187198"/>
                <a:gd name="connsiteY188" fmla="*/ 371742 h 6239661"/>
                <a:gd name="connsiteX189" fmla="*/ 769262 w 5187198"/>
                <a:gd name="connsiteY189" fmla="*/ 336154 h 6239661"/>
                <a:gd name="connsiteX190" fmla="*/ 835552 w 5187198"/>
                <a:gd name="connsiteY190" fmla="*/ 301173 h 6239661"/>
                <a:gd name="connsiteX191" fmla="*/ 902979 w 5187198"/>
                <a:gd name="connsiteY191" fmla="*/ 268004 h 6239661"/>
                <a:gd name="connsiteX192" fmla="*/ 971127 w 5187198"/>
                <a:gd name="connsiteY192" fmla="*/ 235607 h 6239661"/>
                <a:gd name="connsiteX193" fmla="*/ 988238 w 5187198"/>
                <a:gd name="connsiteY193" fmla="*/ 227556 h 6239661"/>
                <a:gd name="connsiteX194" fmla="*/ 1005744 w 5187198"/>
                <a:gd name="connsiteY194" fmla="*/ 220191 h 6239661"/>
                <a:gd name="connsiteX195" fmla="*/ 1040729 w 5187198"/>
                <a:gd name="connsiteY195" fmla="*/ 205569 h 6239661"/>
                <a:gd name="connsiteX196" fmla="*/ 1110835 w 5187198"/>
                <a:gd name="connsiteY196" fmla="*/ 176248 h 6239661"/>
                <a:gd name="connsiteX197" fmla="*/ 1254256 w 5187198"/>
                <a:gd name="connsiteY197" fmla="*/ 123796 h 6239661"/>
                <a:gd name="connsiteX198" fmla="*/ 1401310 w 5187198"/>
                <a:gd name="connsiteY198" fmla="*/ 79852 h 6239661"/>
                <a:gd name="connsiteX199" fmla="*/ 2011811 w 5187198"/>
                <a:gd name="connsiteY199" fmla="*/ 4 h 62396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</a:cxnLst>
              <a:rect l="l" t="t" r="r" b="b"/>
              <a:pathLst>
                <a:path w="5187198" h="6239661">
                  <a:moveTo>
                    <a:pt x="2011811" y="4"/>
                  </a:moveTo>
                  <a:cubicBezTo>
                    <a:pt x="2217306" y="120"/>
                    <a:pt x="2420903" y="25925"/>
                    <a:pt x="2617011" y="70590"/>
                  </a:cubicBezTo>
                  <a:lnTo>
                    <a:pt x="2690321" y="88146"/>
                  </a:lnTo>
                  <a:lnTo>
                    <a:pt x="2726863" y="97127"/>
                  </a:lnTo>
                  <a:lnTo>
                    <a:pt x="2762951" y="107375"/>
                  </a:lnTo>
                  <a:lnTo>
                    <a:pt x="2834843" y="128493"/>
                  </a:lnTo>
                  <a:cubicBezTo>
                    <a:pt x="2858788" y="135605"/>
                    <a:pt x="2882632" y="142226"/>
                    <a:pt x="2906574" y="151076"/>
                  </a:cubicBezTo>
                  <a:cubicBezTo>
                    <a:pt x="2954475" y="167852"/>
                    <a:pt x="3002363" y="183813"/>
                    <a:pt x="3049504" y="202124"/>
                  </a:cubicBezTo>
                  <a:lnTo>
                    <a:pt x="3189518" y="260159"/>
                  </a:lnTo>
                  <a:lnTo>
                    <a:pt x="3326048" y="325143"/>
                  </a:lnTo>
                  <a:cubicBezTo>
                    <a:pt x="3370687" y="348464"/>
                    <a:pt x="3414908" y="372485"/>
                    <a:pt x="3459166" y="395936"/>
                  </a:cubicBezTo>
                  <a:cubicBezTo>
                    <a:pt x="3502947" y="420302"/>
                    <a:pt x="3545491" y="447118"/>
                    <a:pt x="3588578" y="472343"/>
                  </a:cubicBezTo>
                  <a:cubicBezTo>
                    <a:pt x="3610346" y="484551"/>
                    <a:pt x="3630797" y="499072"/>
                    <a:pt x="3651864" y="512600"/>
                  </a:cubicBezTo>
                  <a:lnTo>
                    <a:pt x="3714514" y="553499"/>
                  </a:lnTo>
                  <a:cubicBezTo>
                    <a:pt x="3880005" y="664844"/>
                    <a:pt x="4036083" y="788388"/>
                    <a:pt x="4181221" y="922912"/>
                  </a:cubicBezTo>
                  <a:cubicBezTo>
                    <a:pt x="4326221" y="1057515"/>
                    <a:pt x="4461955" y="1202038"/>
                    <a:pt x="4582963" y="1358264"/>
                  </a:cubicBezTo>
                  <a:cubicBezTo>
                    <a:pt x="4614206" y="1396543"/>
                    <a:pt x="4642091" y="1437400"/>
                    <a:pt x="4670721" y="1477644"/>
                  </a:cubicBezTo>
                  <a:cubicBezTo>
                    <a:pt x="4700172" y="1517414"/>
                    <a:pt x="4725864" y="1559538"/>
                    <a:pt x="4752378" y="1601187"/>
                  </a:cubicBezTo>
                  <a:lnTo>
                    <a:pt x="4772168" y="1632456"/>
                  </a:lnTo>
                  <a:lnTo>
                    <a:pt x="4782117" y="1648104"/>
                  </a:lnTo>
                  <a:lnTo>
                    <a:pt x="4791381" y="1664150"/>
                  </a:lnTo>
                  <a:lnTo>
                    <a:pt x="4828190" y="1728379"/>
                  </a:lnTo>
                  <a:cubicBezTo>
                    <a:pt x="4840266" y="1749930"/>
                    <a:pt x="4853470" y="1770740"/>
                    <a:pt x="4864832" y="1792796"/>
                  </a:cubicBezTo>
                  <a:lnTo>
                    <a:pt x="4899201" y="1858342"/>
                  </a:lnTo>
                  <a:cubicBezTo>
                    <a:pt x="4910484" y="1880260"/>
                    <a:pt x="4922532" y="1901920"/>
                    <a:pt x="4933266" y="1924155"/>
                  </a:cubicBezTo>
                  <a:lnTo>
                    <a:pt x="4964403" y="1991384"/>
                  </a:lnTo>
                  <a:cubicBezTo>
                    <a:pt x="4974618" y="2013829"/>
                    <a:pt x="4985323" y="2036171"/>
                    <a:pt x="4995019" y="2058823"/>
                  </a:cubicBezTo>
                  <a:lnTo>
                    <a:pt x="5021999" y="2127723"/>
                  </a:lnTo>
                  <a:lnTo>
                    <a:pt x="5048321" y="2196908"/>
                  </a:lnTo>
                  <a:lnTo>
                    <a:pt x="5070546" y="2267547"/>
                  </a:lnTo>
                  <a:cubicBezTo>
                    <a:pt x="5078054" y="2291004"/>
                    <a:pt x="5085044" y="2314670"/>
                    <a:pt x="5092171" y="2338256"/>
                  </a:cubicBezTo>
                  <a:cubicBezTo>
                    <a:pt x="5098670" y="2362023"/>
                    <a:pt x="5104296" y="2386019"/>
                    <a:pt x="5110305" y="2409886"/>
                  </a:cubicBezTo>
                  <a:cubicBezTo>
                    <a:pt x="5158097" y="2600976"/>
                    <a:pt x="5182068" y="2797044"/>
                    <a:pt x="5186393" y="2992022"/>
                  </a:cubicBezTo>
                  <a:cubicBezTo>
                    <a:pt x="5191013" y="3187195"/>
                    <a:pt x="5175397" y="3380886"/>
                    <a:pt x="5149045" y="3571816"/>
                  </a:cubicBezTo>
                  <a:cubicBezTo>
                    <a:pt x="5141154" y="3619431"/>
                    <a:pt x="5133539" y="3666889"/>
                    <a:pt x="5126572" y="3714520"/>
                  </a:cubicBezTo>
                  <a:cubicBezTo>
                    <a:pt x="5117276" y="3761759"/>
                    <a:pt x="5107793" y="3808831"/>
                    <a:pt x="5099067" y="3856108"/>
                  </a:cubicBezTo>
                  <a:lnTo>
                    <a:pt x="5095699" y="3873868"/>
                  </a:lnTo>
                  <a:lnTo>
                    <a:pt x="5091573" y="3891426"/>
                  </a:lnTo>
                  <a:lnTo>
                    <a:pt x="5083324" y="3926541"/>
                  </a:lnTo>
                  <a:lnTo>
                    <a:pt x="5067256" y="3996889"/>
                  </a:lnTo>
                  <a:cubicBezTo>
                    <a:pt x="5064451" y="4008657"/>
                    <a:pt x="5062244" y="4020353"/>
                    <a:pt x="5059194" y="4032171"/>
                  </a:cubicBezTo>
                  <a:lnTo>
                    <a:pt x="5049522" y="4067833"/>
                  </a:lnTo>
                  <a:lnTo>
                    <a:pt x="5040067" y="4103553"/>
                  </a:lnTo>
                  <a:cubicBezTo>
                    <a:pt x="5036554" y="4115363"/>
                    <a:pt x="5032689" y="4127194"/>
                    <a:pt x="5028960" y="4138946"/>
                  </a:cubicBezTo>
                  <a:cubicBezTo>
                    <a:pt x="4999693" y="4233462"/>
                    <a:pt x="4962869" y="4326764"/>
                    <a:pt x="4917351" y="4417041"/>
                  </a:cubicBezTo>
                  <a:cubicBezTo>
                    <a:pt x="4871860" y="4507209"/>
                    <a:pt x="4817597" y="4594215"/>
                    <a:pt x="4756163" y="4676402"/>
                  </a:cubicBezTo>
                  <a:cubicBezTo>
                    <a:pt x="4632803" y="4840875"/>
                    <a:pt x="4480597" y="4982783"/>
                    <a:pt x="4322493" y="5105604"/>
                  </a:cubicBezTo>
                  <a:cubicBezTo>
                    <a:pt x="4163928" y="5228420"/>
                    <a:pt x="3999564" y="5332640"/>
                    <a:pt x="3840510" y="5429590"/>
                  </a:cubicBezTo>
                  <a:cubicBezTo>
                    <a:pt x="3760954" y="5478172"/>
                    <a:pt x="3682353" y="5524924"/>
                    <a:pt x="3606447" y="5572862"/>
                  </a:cubicBezTo>
                  <a:lnTo>
                    <a:pt x="3488814" y="5647178"/>
                  </a:lnTo>
                  <a:cubicBezTo>
                    <a:pt x="3448270" y="5672597"/>
                    <a:pt x="3407323" y="5697792"/>
                    <a:pt x="3365864" y="5722735"/>
                  </a:cubicBezTo>
                  <a:cubicBezTo>
                    <a:pt x="3200163" y="5822424"/>
                    <a:pt x="3026125" y="5917328"/>
                    <a:pt x="2839486" y="5999120"/>
                  </a:cubicBezTo>
                  <a:cubicBezTo>
                    <a:pt x="2653201" y="6080891"/>
                    <a:pt x="2453560" y="6149344"/>
                    <a:pt x="2242423" y="6192346"/>
                  </a:cubicBezTo>
                  <a:cubicBezTo>
                    <a:pt x="2031719" y="6235463"/>
                    <a:pt x="1808952" y="6251353"/>
                    <a:pt x="1589380" y="6230657"/>
                  </a:cubicBezTo>
                  <a:lnTo>
                    <a:pt x="1548244" y="6226706"/>
                  </a:lnTo>
                  <a:cubicBezTo>
                    <a:pt x="1534528" y="6225117"/>
                    <a:pt x="1520898" y="6223203"/>
                    <a:pt x="1507348" y="6221428"/>
                  </a:cubicBezTo>
                  <a:lnTo>
                    <a:pt x="1466401" y="6215904"/>
                  </a:lnTo>
                  <a:cubicBezTo>
                    <a:pt x="1452772" y="6213991"/>
                    <a:pt x="1439316" y="6211428"/>
                    <a:pt x="1425773" y="6209191"/>
                  </a:cubicBezTo>
                  <a:cubicBezTo>
                    <a:pt x="1398775" y="6204391"/>
                    <a:pt x="1371610" y="6199779"/>
                    <a:pt x="1344960" y="6193681"/>
                  </a:cubicBezTo>
                  <a:cubicBezTo>
                    <a:pt x="1318251" y="6187799"/>
                    <a:pt x="1291260" y="6182538"/>
                    <a:pt x="1265007" y="6175388"/>
                  </a:cubicBezTo>
                  <a:lnTo>
                    <a:pt x="1225415" y="6165243"/>
                  </a:lnTo>
                  <a:cubicBezTo>
                    <a:pt x="1212163" y="6161924"/>
                    <a:pt x="1198939" y="6158496"/>
                    <a:pt x="1186567" y="6154486"/>
                  </a:cubicBezTo>
                  <a:lnTo>
                    <a:pt x="1111158" y="6130918"/>
                  </a:lnTo>
                  <a:lnTo>
                    <a:pt x="1035915" y="6107163"/>
                  </a:lnTo>
                  <a:cubicBezTo>
                    <a:pt x="1010846" y="6099055"/>
                    <a:pt x="986357" y="6088784"/>
                    <a:pt x="961579" y="6079594"/>
                  </a:cubicBezTo>
                  <a:cubicBezTo>
                    <a:pt x="763709" y="6005594"/>
                    <a:pt x="572401" y="5909703"/>
                    <a:pt x="395297" y="5792812"/>
                  </a:cubicBezTo>
                  <a:lnTo>
                    <a:pt x="265239" y="5701511"/>
                  </a:lnTo>
                  <a:cubicBezTo>
                    <a:pt x="254227" y="5694155"/>
                    <a:pt x="244103" y="5685646"/>
                    <a:pt x="233756" y="5677542"/>
                  </a:cubicBezTo>
                  <a:lnTo>
                    <a:pt x="202800" y="5652902"/>
                  </a:lnTo>
                  <a:lnTo>
                    <a:pt x="140918" y="5603515"/>
                  </a:lnTo>
                  <a:cubicBezTo>
                    <a:pt x="130598" y="5595302"/>
                    <a:pt x="120280" y="5587089"/>
                    <a:pt x="110625" y="5578127"/>
                  </a:cubicBezTo>
                  <a:cubicBezTo>
                    <a:pt x="105647" y="5573779"/>
                    <a:pt x="100444" y="5569834"/>
                    <a:pt x="95631" y="5565299"/>
                  </a:cubicBezTo>
                  <a:cubicBezTo>
                    <a:pt x="90955" y="5560684"/>
                    <a:pt x="86505" y="5555666"/>
                    <a:pt x="81966" y="5550973"/>
                  </a:cubicBezTo>
                  <a:lnTo>
                    <a:pt x="27991" y="5493272"/>
                  </a:lnTo>
                  <a:cubicBezTo>
                    <a:pt x="19109" y="5483589"/>
                    <a:pt x="9758" y="5474359"/>
                    <a:pt x="1454" y="5464252"/>
                  </a:cubicBezTo>
                  <a:lnTo>
                    <a:pt x="0" y="5462518"/>
                  </a:lnTo>
                  <a:lnTo>
                    <a:pt x="0" y="4720187"/>
                  </a:lnTo>
                  <a:lnTo>
                    <a:pt x="109684" y="4836724"/>
                  </a:lnTo>
                  <a:cubicBezTo>
                    <a:pt x="173316" y="4897375"/>
                    <a:pt x="239447" y="4954160"/>
                    <a:pt x="306959" y="5007200"/>
                  </a:cubicBezTo>
                  <a:lnTo>
                    <a:pt x="358101" y="5046057"/>
                  </a:lnTo>
                  <a:lnTo>
                    <a:pt x="383328" y="5065684"/>
                  </a:lnTo>
                  <a:cubicBezTo>
                    <a:pt x="391637" y="5072316"/>
                    <a:pt x="400805" y="5077902"/>
                    <a:pt x="409503" y="5083942"/>
                  </a:cubicBezTo>
                  <a:lnTo>
                    <a:pt x="461889" y="5119888"/>
                  </a:lnTo>
                  <a:cubicBezTo>
                    <a:pt x="466184" y="5122893"/>
                    <a:pt x="470616" y="5125820"/>
                    <a:pt x="474883" y="5128933"/>
                  </a:cubicBezTo>
                  <a:cubicBezTo>
                    <a:pt x="478982" y="5132235"/>
                    <a:pt x="482476" y="5136069"/>
                    <a:pt x="486410" y="5139557"/>
                  </a:cubicBezTo>
                  <a:cubicBezTo>
                    <a:pt x="494140" y="5146613"/>
                    <a:pt x="502565" y="5152812"/>
                    <a:pt x="510852" y="5159089"/>
                  </a:cubicBezTo>
                  <a:lnTo>
                    <a:pt x="560653" y="5196893"/>
                  </a:lnTo>
                  <a:lnTo>
                    <a:pt x="585485" y="5215834"/>
                  </a:lnTo>
                  <a:cubicBezTo>
                    <a:pt x="593773" y="5222111"/>
                    <a:pt x="601864" y="5228685"/>
                    <a:pt x="610707" y="5234185"/>
                  </a:cubicBezTo>
                  <a:lnTo>
                    <a:pt x="714768" y="5303103"/>
                  </a:lnTo>
                  <a:cubicBezTo>
                    <a:pt x="856162" y="5390603"/>
                    <a:pt x="1008099" y="5459947"/>
                    <a:pt x="1166634" y="5513322"/>
                  </a:cubicBezTo>
                  <a:cubicBezTo>
                    <a:pt x="1186540" y="5519932"/>
                    <a:pt x="1205774" y="5527751"/>
                    <a:pt x="1225991" y="5533632"/>
                  </a:cubicBezTo>
                  <a:lnTo>
                    <a:pt x="1286680" y="5550705"/>
                  </a:lnTo>
                  <a:lnTo>
                    <a:pt x="1347310" y="5567995"/>
                  </a:lnTo>
                  <a:cubicBezTo>
                    <a:pt x="1357469" y="5571180"/>
                    <a:pt x="1367261" y="5573572"/>
                    <a:pt x="1377002" y="5575719"/>
                  </a:cubicBezTo>
                  <a:lnTo>
                    <a:pt x="1406328" y="5582649"/>
                  </a:lnTo>
                  <a:cubicBezTo>
                    <a:pt x="1425825" y="5587757"/>
                    <a:pt x="1445490" y="5590939"/>
                    <a:pt x="1465060" y="5594909"/>
                  </a:cubicBezTo>
                  <a:cubicBezTo>
                    <a:pt x="1484652" y="5599231"/>
                    <a:pt x="1504324" y="5601952"/>
                    <a:pt x="1523881" y="5605105"/>
                  </a:cubicBezTo>
                  <a:cubicBezTo>
                    <a:pt x="1533660" y="5606682"/>
                    <a:pt x="1543460" y="5608613"/>
                    <a:pt x="1553325" y="5609865"/>
                  </a:cubicBezTo>
                  <a:lnTo>
                    <a:pt x="1582813" y="5613593"/>
                  </a:lnTo>
                  <a:lnTo>
                    <a:pt x="1612301" y="5617321"/>
                  </a:lnTo>
                  <a:lnTo>
                    <a:pt x="1641863" y="5619910"/>
                  </a:lnTo>
                  <a:cubicBezTo>
                    <a:pt x="1799348" y="5633940"/>
                    <a:pt x="1957913" y="5625770"/>
                    <a:pt x="2117508" y="5595156"/>
                  </a:cubicBezTo>
                  <a:cubicBezTo>
                    <a:pt x="2277124" y="5564895"/>
                    <a:pt x="2437004" y="5512449"/>
                    <a:pt x="2597368" y="5447381"/>
                  </a:cubicBezTo>
                  <a:cubicBezTo>
                    <a:pt x="2757791" y="5382096"/>
                    <a:pt x="2918855" y="5304464"/>
                    <a:pt x="3082968" y="5223245"/>
                  </a:cubicBezTo>
                  <a:lnTo>
                    <a:pt x="3334855" y="5097383"/>
                  </a:lnTo>
                  <a:cubicBezTo>
                    <a:pt x="3423528" y="5054142"/>
                    <a:pt x="3511773" y="5013798"/>
                    <a:pt x="3599509" y="4976217"/>
                  </a:cubicBezTo>
                  <a:cubicBezTo>
                    <a:pt x="3774960" y="4900701"/>
                    <a:pt x="3948276" y="4837481"/>
                    <a:pt x="4112002" y="4766359"/>
                  </a:cubicBezTo>
                  <a:cubicBezTo>
                    <a:pt x="4193972" y="4730827"/>
                    <a:pt x="4273429" y="4692997"/>
                    <a:pt x="4348983" y="4649833"/>
                  </a:cubicBezTo>
                  <a:cubicBezTo>
                    <a:pt x="4424508" y="4606778"/>
                    <a:pt x="4496050" y="4558250"/>
                    <a:pt x="4560505" y="4501564"/>
                  </a:cubicBezTo>
                  <a:cubicBezTo>
                    <a:pt x="4625198" y="4445289"/>
                    <a:pt x="4682991" y="4381021"/>
                    <a:pt x="4731963" y="4309870"/>
                  </a:cubicBezTo>
                  <a:cubicBezTo>
                    <a:pt x="4781043" y="4238747"/>
                    <a:pt x="4821275" y="4160848"/>
                    <a:pt x="4852344" y="4078640"/>
                  </a:cubicBezTo>
                  <a:lnTo>
                    <a:pt x="4863972" y="4047790"/>
                  </a:lnTo>
                  <a:lnTo>
                    <a:pt x="4874144" y="4016320"/>
                  </a:lnTo>
                  <a:lnTo>
                    <a:pt x="4884127" y="3984682"/>
                  </a:lnTo>
                  <a:cubicBezTo>
                    <a:pt x="4887242" y="3973925"/>
                    <a:pt x="4889981" y="3962835"/>
                    <a:pt x="4892800" y="3951883"/>
                  </a:cubicBezTo>
                  <a:lnTo>
                    <a:pt x="4909526" y="3886001"/>
                  </a:lnTo>
                  <a:lnTo>
                    <a:pt x="4917687" y="3852948"/>
                  </a:lnTo>
                  <a:lnTo>
                    <a:pt x="4921768" y="3836422"/>
                  </a:lnTo>
                  <a:lnTo>
                    <a:pt x="4924845" y="3819742"/>
                  </a:lnTo>
                  <a:cubicBezTo>
                    <a:pt x="4933092" y="3775120"/>
                    <a:pt x="4941231" y="3730469"/>
                    <a:pt x="4948230" y="3685744"/>
                  </a:cubicBezTo>
                  <a:cubicBezTo>
                    <a:pt x="4953579" y="3640694"/>
                    <a:pt x="4958249" y="3595577"/>
                    <a:pt x="4962782" y="3550540"/>
                  </a:cubicBezTo>
                  <a:cubicBezTo>
                    <a:pt x="4976580" y="3369692"/>
                    <a:pt x="4965812" y="3187942"/>
                    <a:pt x="4939468" y="3010249"/>
                  </a:cubicBezTo>
                  <a:cubicBezTo>
                    <a:pt x="4912965" y="2832281"/>
                    <a:pt x="4870237" y="2658196"/>
                    <a:pt x="4816901" y="2488224"/>
                  </a:cubicBezTo>
                  <a:cubicBezTo>
                    <a:pt x="4810197" y="2466954"/>
                    <a:pt x="4803984" y="2445582"/>
                    <a:pt x="4797005" y="2424470"/>
                  </a:cubicBezTo>
                  <a:cubicBezTo>
                    <a:pt x="4789399" y="2403537"/>
                    <a:pt x="4781686" y="2382574"/>
                    <a:pt x="4774433" y="2361620"/>
                  </a:cubicBezTo>
                  <a:lnTo>
                    <a:pt x="4752459" y="2298700"/>
                  </a:lnTo>
                  <a:lnTo>
                    <a:pt x="4728083" y="2236526"/>
                  </a:lnTo>
                  <a:cubicBezTo>
                    <a:pt x="4719957" y="2215802"/>
                    <a:pt x="4712352" y="2194869"/>
                    <a:pt x="4704471" y="2174095"/>
                  </a:cubicBezTo>
                  <a:lnTo>
                    <a:pt x="4678399" y="2112626"/>
                  </a:lnTo>
                  <a:lnTo>
                    <a:pt x="4652601" y="2050999"/>
                  </a:lnTo>
                  <a:cubicBezTo>
                    <a:pt x="4643711" y="2030533"/>
                    <a:pt x="4633616" y="2010672"/>
                    <a:pt x="4624205" y="1990415"/>
                  </a:cubicBezTo>
                  <a:lnTo>
                    <a:pt x="4595398" y="1930069"/>
                  </a:lnTo>
                  <a:cubicBezTo>
                    <a:pt x="4585714" y="1909969"/>
                    <a:pt x="4574413" y="1890713"/>
                    <a:pt x="4563827" y="1870952"/>
                  </a:cubicBezTo>
                  <a:lnTo>
                    <a:pt x="4531433" y="1812311"/>
                  </a:lnTo>
                  <a:lnTo>
                    <a:pt x="4523315" y="1797616"/>
                  </a:lnTo>
                  <a:lnTo>
                    <a:pt x="4514482" y="1783425"/>
                  </a:lnTo>
                  <a:lnTo>
                    <a:pt x="4496845" y="1754936"/>
                  </a:lnTo>
                  <a:lnTo>
                    <a:pt x="4461463" y="1697929"/>
                  </a:lnTo>
                  <a:lnTo>
                    <a:pt x="4452660" y="1683629"/>
                  </a:lnTo>
                  <a:lnTo>
                    <a:pt x="4443141" y="1669834"/>
                  </a:lnTo>
                  <a:lnTo>
                    <a:pt x="4424241" y="1642166"/>
                  </a:lnTo>
                  <a:cubicBezTo>
                    <a:pt x="4399005" y="1605265"/>
                    <a:pt x="4374512" y="1567751"/>
                    <a:pt x="4346886" y="1532412"/>
                  </a:cubicBezTo>
                  <a:cubicBezTo>
                    <a:pt x="4240477" y="1388328"/>
                    <a:pt x="4120362" y="1253437"/>
                    <a:pt x="3985497" y="1134649"/>
                  </a:cubicBezTo>
                  <a:cubicBezTo>
                    <a:pt x="3850799" y="1015675"/>
                    <a:pt x="3702920" y="911715"/>
                    <a:pt x="3545665" y="825877"/>
                  </a:cubicBezTo>
                  <a:lnTo>
                    <a:pt x="3486190" y="794756"/>
                  </a:lnTo>
                  <a:cubicBezTo>
                    <a:pt x="3466181" y="784640"/>
                    <a:pt x="3446893" y="773560"/>
                    <a:pt x="3426182" y="764765"/>
                  </a:cubicBezTo>
                  <a:lnTo>
                    <a:pt x="3365044" y="737255"/>
                  </a:lnTo>
                  <a:lnTo>
                    <a:pt x="3334529" y="723514"/>
                  </a:lnTo>
                  <a:cubicBezTo>
                    <a:pt x="3324394" y="718943"/>
                    <a:pt x="3314287" y="714265"/>
                    <a:pt x="3303733" y="710395"/>
                  </a:cubicBezTo>
                  <a:cubicBezTo>
                    <a:pt x="3262013" y="694346"/>
                    <a:pt x="3220711" y="677599"/>
                    <a:pt x="3179033" y="662259"/>
                  </a:cubicBezTo>
                  <a:lnTo>
                    <a:pt x="3052408" y="620447"/>
                  </a:lnTo>
                  <a:lnTo>
                    <a:pt x="2924325" y="584505"/>
                  </a:lnTo>
                  <a:cubicBezTo>
                    <a:pt x="2903106" y="578471"/>
                    <a:pt x="2881119" y="574434"/>
                    <a:pt x="2859667" y="569266"/>
                  </a:cubicBezTo>
                  <a:lnTo>
                    <a:pt x="2795226" y="554085"/>
                  </a:lnTo>
                  <a:cubicBezTo>
                    <a:pt x="2774078" y="548652"/>
                    <a:pt x="2751709" y="544744"/>
                    <a:pt x="2729702" y="540354"/>
                  </a:cubicBezTo>
                  <a:lnTo>
                    <a:pt x="2663758" y="527322"/>
                  </a:lnTo>
                  <a:lnTo>
                    <a:pt x="2630927" y="520495"/>
                  </a:lnTo>
                  <a:lnTo>
                    <a:pt x="2597965" y="515024"/>
                  </a:lnTo>
                  <a:cubicBezTo>
                    <a:pt x="2575970" y="511449"/>
                    <a:pt x="2554112" y="507795"/>
                    <a:pt x="2532205" y="503895"/>
                  </a:cubicBezTo>
                  <a:cubicBezTo>
                    <a:pt x="2357016" y="475037"/>
                    <a:pt x="2182954" y="456682"/>
                    <a:pt x="2010064" y="452552"/>
                  </a:cubicBezTo>
                  <a:cubicBezTo>
                    <a:pt x="1837255" y="448558"/>
                    <a:pt x="1665388" y="457916"/>
                    <a:pt x="1494552" y="485055"/>
                  </a:cubicBezTo>
                  <a:cubicBezTo>
                    <a:pt x="1452133" y="492816"/>
                    <a:pt x="1409569" y="501117"/>
                    <a:pt x="1366896" y="509389"/>
                  </a:cubicBezTo>
                  <a:cubicBezTo>
                    <a:pt x="1324862" y="520035"/>
                    <a:pt x="1282333" y="529505"/>
                    <a:pt x="1240175" y="541045"/>
                  </a:cubicBezTo>
                  <a:lnTo>
                    <a:pt x="1177438" y="560170"/>
                  </a:lnTo>
                  <a:lnTo>
                    <a:pt x="1145987" y="569826"/>
                  </a:lnTo>
                  <a:lnTo>
                    <a:pt x="1130315" y="574669"/>
                  </a:lnTo>
                  <a:lnTo>
                    <a:pt x="1114873" y="580384"/>
                  </a:lnTo>
                  <a:lnTo>
                    <a:pt x="1052839" y="602943"/>
                  </a:lnTo>
                  <a:cubicBezTo>
                    <a:pt x="1032151" y="610499"/>
                    <a:pt x="1011255" y="617535"/>
                    <a:pt x="991135" y="626866"/>
                  </a:cubicBezTo>
                  <a:lnTo>
                    <a:pt x="930179" y="653191"/>
                  </a:lnTo>
                  <a:cubicBezTo>
                    <a:pt x="909850" y="662002"/>
                    <a:pt x="889443" y="670676"/>
                    <a:pt x="869768" y="680937"/>
                  </a:cubicBezTo>
                  <a:lnTo>
                    <a:pt x="810085" y="710734"/>
                  </a:lnTo>
                  <a:cubicBezTo>
                    <a:pt x="790331" y="720859"/>
                    <a:pt x="770124" y="730514"/>
                    <a:pt x="751220" y="741794"/>
                  </a:cubicBezTo>
                  <a:cubicBezTo>
                    <a:pt x="673929" y="784955"/>
                    <a:pt x="598827" y="830326"/>
                    <a:pt x="532669" y="881688"/>
                  </a:cubicBezTo>
                  <a:cubicBezTo>
                    <a:pt x="464226" y="931625"/>
                    <a:pt x="406969" y="988270"/>
                    <a:pt x="354185" y="1050286"/>
                  </a:cubicBezTo>
                  <a:lnTo>
                    <a:pt x="315980" y="1098125"/>
                  </a:lnTo>
                  <a:lnTo>
                    <a:pt x="280345" y="1149782"/>
                  </a:lnTo>
                  <a:cubicBezTo>
                    <a:pt x="268144" y="1166335"/>
                    <a:pt x="257438" y="1185955"/>
                    <a:pt x="245890" y="1203959"/>
                  </a:cubicBezTo>
                  <a:cubicBezTo>
                    <a:pt x="234552" y="1222481"/>
                    <a:pt x="223171" y="1240298"/>
                    <a:pt x="212162" y="1260184"/>
                  </a:cubicBezTo>
                  <a:cubicBezTo>
                    <a:pt x="168299" y="1337574"/>
                    <a:pt x="125055" y="1419360"/>
                    <a:pt x="80716" y="1502476"/>
                  </a:cubicBezTo>
                  <a:lnTo>
                    <a:pt x="0" y="1648841"/>
                  </a:lnTo>
                  <a:lnTo>
                    <a:pt x="0" y="954863"/>
                  </a:lnTo>
                  <a:lnTo>
                    <a:pt x="43491" y="895513"/>
                  </a:lnTo>
                  <a:cubicBezTo>
                    <a:pt x="59888" y="874984"/>
                    <a:pt x="77014" y="854766"/>
                    <a:pt x="93923" y="834489"/>
                  </a:cubicBezTo>
                  <a:cubicBezTo>
                    <a:pt x="163245" y="754880"/>
                    <a:pt x="240806" y="679565"/>
                    <a:pt x="323465" y="617671"/>
                  </a:cubicBezTo>
                  <a:cubicBezTo>
                    <a:pt x="405002" y="553042"/>
                    <a:pt x="490132" y="499230"/>
                    <a:pt x="574777" y="446794"/>
                  </a:cubicBezTo>
                  <a:cubicBezTo>
                    <a:pt x="595733" y="433050"/>
                    <a:pt x="617442" y="421248"/>
                    <a:pt x="638943" y="408925"/>
                  </a:cubicBezTo>
                  <a:lnTo>
                    <a:pt x="703505" y="371742"/>
                  </a:lnTo>
                  <a:cubicBezTo>
                    <a:pt x="724798" y="358900"/>
                    <a:pt x="747120" y="347842"/>
                    <a:pt x="769262" y="336154"/>
                  </a:cubicBezTo>
                  <a:lnTo>
                    <a:pt x="835552" y="301173"/>
                  </a:lnTo>
                  <a:cubicBezTo>
                    <a:pt x="857427" y="289183"/>
                    <a:pt x="880470" y="278896"/>
                    <a:pt x="902979" y="268004"/>
                  </a:cubicBezTo>
                  <a:lnTo>
                    <a:pt x="971127" y="235607"/>
                  </a:lnTo>
                  <a:lnTo>
                    <a:pt x="988238" y="227556"/>
                  </a:lnTo>
                  <a:lnTo>
                    <a:pt x="1005744" y="220191"/>
                  </a:lnTo>
                  <a:lnTo>
                    <a:pt x="1040729" y="205569"/>
                  </a:lnTo>
                  <a:lnTo>
                    <a:pt x="1110835" y="176248"/>
                  </a:lnTo>
                  <a:cubicBezTo>
                    <a:pt x="1157999" y="157703"/>
                    <a:pt x="1206322" y="141323"/>
                    <a:pt x="1254256" y="123796"/>
                  </a:cubicBezTo>
                  <a:cubicBezTo>
                    <a:pt x="1302938" y="108671"/>
                    <a:pt x="1352074" y="94017"/>
                    <a:pt x="1401310" y="79852"/>
                  </a:cubicBezTo>
                  <a:cubicBezTo>
                    <a:pt x="1599497" y="26774"/>
                    <a:pt x="1806373" y="-329"/>
                    <a:pt x="2011811" y="4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B2FC7055-3529-603C-E9FC-224C6F69F60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297400"/>
              <a:ext cx="5215811" cy="6107388"/>
            </a:xfrm>
            <a:custGeom>
              <a:avLst/>
              <a:gdLst>
                <a:gd name="connsiteX0" fmla="*/ 1869139 w 5215811"/>
                <a:gd name="connsiteY0" fmla="*/ 9 h 6107388"/>
                <a:gd name="connsiteX1" fmla="*/ 2791149 w 5215811"/>
                <a:gd name="connsiteY1" fmla="*/ 130229 h 6107388"/>
                <a:gd name="connsiteX2" fmla="*/ 4760307 w 5215811"/>
                <a:gd name="connsiteY2" fmla="*/ 1608408 h 6107388"/>
                <a:gd name="connsiteX3" fmla="*/ 5108574 w 5215811"/>
                <a:gd name="connsiteY3" fmla="*/ 4050383 h 6107388"/>
                <a:gd name="connsiteX4" fmla="*/ 3434916 w 5215811"/>
                <a:gd name="connsiteY4" fmla="*/ 5503134 h 6107388"/>
                <a:gd name="connsiteX5" fmla="*/ 1137841 w 5215811"/>
                <a:gd name="connsiteY5" fmla="*/ 6033968 h 6107388"/>
                <a:gd name="connsiteX6" fmla="*/ 217555 w 5215811"/>
                <a:gd name="connsiteY6" fmla="*/ 5598945 h 6107388"/>
                <a:gd name="connsiteX7" fmla="*/ 0 w 5215811"/>
                <a:gd name="connsiteY7" fmla="*/ 5419622 h 6107388"/>
                <a:gd name="connsiteX8" fmla="*/ 0 w 5215811"/>
                <a:gd name="connsiteY8" fmla="*/ 4571683 h 6107388"/>
                <a:gd name="connsiteX9" fmla="*/ 18056 w 5215811"/>
                <a:gd name="connsiteY9" fmla="*/ 4599282 h 6107388"/>
                <a:gd name="connsiteX10" fmla="*/ 358324 w 5215811"/>
                <a:gd name="connsiteY10" fmla="*/ 4988154 h 6107388"/>
                <a:gd name="connsiteX11" fmla="*/ 1282741 w 5215811"/>
                <a:gd name="connsiteY11" fmla="*/ 5493193 h 6107388"/>
                <a:gd name="connsiteX12" fmla="*/ 2172794 w 5215811"/>
                <a:gd name="connsiteY12" fmla="*/ 5470630 h 6107388"/>
                <a:gd name="connsiteX13" fmla="*/ 3146893 w 5215811"/>
                <a:gd name="connsiteY13" fmla="*/ 5016296 h 6107388"/>
                <a:gd name="connsiteX14" fmla="*/ 3574114 w 5215811"/>
                <a:gd name="connsiteY14" fmla="*/ 4791124 h 6107388"/>
                <a:gd name="connsiteX15" fmla="*/ 4244948 w 5215811"/>
                <a:gd name="connsiteY15" fmla="*/ 4392664 h 6107388"/>
                <a:gd name="connsiteX16" fmla="*/ 4556385 w 5215811"/>
                <a:gd name="connsiteY16" fmla="*/ 3902656 h 6107388"/>
                <a:gd name="connsiteX17" fmla="*/ 4616354 w 5215811"/>
                <a:gd name="connsiteY17" fmla="*/ 2851680 h 6107388"/>
                <a:gd name="connsiteX18" fmla="*/ 4269266 w 5215811"/>
                <a:gd name="connsiteY18" fmla="*/ 1889625 h 6107388"/>
                <a:gd name="connsiteX19" fmla="*/ 2645976 w 5215811"/>
                <a:gd name="connsiteY19" fmla="*/ 671162 h 6107388"/>
                <a:gd name="connsiteX20" fmla="*/ 1648930 w 5215811"/>
                <a:gd name="connsiteY20" fmla="*/ 573017 h 6107388"/>
                <a:gd name="connsiteX21" fmla="*/ 771768 w 5215811"/>
                <a:gd name="connsiteY21" fmla="*/ 865882 h 6107388"/>
                <a:gd name="connsiteX22" fmla="*/ 433617 w 5215811"/>
                <a:gd name="connsiteY22" fmla="*/ 1119441 h 6107388"/>
                <a:gd name="connsiteX23" fmla="*/ 200571 w 5215811"/>
                <a:gd name="connsiteY23" fmla="*/ 1486480 h 6107388"/>
                <a:gd name="connsiteX24" fmla="*/ 47077 w 5215811"/>
                <a:gd name="connsiteY24" fmla="*/ 1753604 h 6107388"/>
                <a:gd name="connsiteX25" fmla="*/ 0 w 5215811"/>
                <a:gd name="connsiteY25" fmla="*/ 1831655 h 6107388"/>
                <a:gd name="connsiteX26" fmla="*/ 0 w 5215811"/>
                <a:gd name="connsiteY26" fmla="*/ 751112 h 6107388"/>
                <a:gd name="connsiteX27" fmla="*/ 6994 w 5215811"/>
                <a:gd name="connsiteY27" fmla="*/ 742614 h 6107388"/>
                <a:gd name="connsiteX28" fmla="*/ 484047 w 5215811"/>
                <a:gd name="connsiteY28" fmla="*/ 378777 h 6107388"/>
                <a:gd name="connsiteX29" fmla="*/ 1869139 w 5215811"/>
                <a:gd name="connsiteY29" fmla="*/ 9 h 61073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5811" h="6107388">
                  <a:moveTo>
                    <a:pt x="1869139" y="9"/>
                  </a:moveTo>
                  <a:cubicBezTo>
                    <a:pt x="2160924" y="-706"/>
                    <a:pt x="2465752" y="43039"/>
                    <a:pt x="2791149" y="130229"/>
                  </a:cubicBezTo>
                  <a:cubicBezTo>
                    <a:pt x="3651198" y="360678"/>
                    <a:pt x="4339884" y="907924"/>
                    <a:pt x="4760307" y="1608408"/>
                  </a:cubicBezTo>
                  <a:cubicBezTo>
                    <a:pt x="5188180" y="2321320"/>
                    <a:pt x="5338357" y="3192822"/>
                    <a:pt x="5108574" y="4050383"/>
                  </a:cubicBezTo>
                  <a:cubicBezTo>
                    <a:pt x="4880820" y="4900373"/>
                    <a:pt x="4152841" y="5098512"/>
                    <a:pt x="3434916" y="5503134"/>
                  </a:cubicBezTo>
                  <a:cubicBezTo>
                    <a:pt x="2717099" y="5907783"/>
                    <a:pt x="2005568" y="6266474"/>
                    <a:pt x="1137841" y="6033968"/>
                  </a:cubicBezTo>
                  <a:cubicBezTo>
                    <a:pt x="783079" y="5938910"/>
                    <a:pt x="479573" y="5790114"/>
                    <a:pt x="217555" y="5598945"/>
                  </a:cubicBezTo>
                  <a:lnTo>
                    <a:pt x="0" y="5419622"/>
                  </a:lnTo>
                  <a:lnTo>
                    <a:pt x="0" y="4571683"/>
                  </a:lnTo>
                  <a:lnTo>
                    <a:pt x="18056" y="4599282"/>
                  </a:lnTo>
                  <a:cubicBezTo>
                    <a:pt x="124071" y="4746782"/>
                    <a:pt x="237002" y="4875718"/>
                    <a:pt x="358324" y="4988154"/>
                  </a:cubicBezTo>
                  <a:cubicBezTo>
                    <a:pt x="621323" y="5231809"/>
                    <a:pt x="923667" y="5396979"/>
                    <a:pt x="1282741" y="5493193"/>
                  </a:cubicBezTo>
                  <a:cubicBezTo>
                    <a:pt x="1573894" y="5571207"/>
                    <a:pt x="1856732" y="5563878"/>
                    <a:pt x="2172794" y="5470630"/>
                  </a:cubicBezTo>
                  <a:cubicBezTo>
                    <a:pt x="2498985" y="5374183"/>
                    <a:pt x="2832844" y="5193315"/>
                    <a:pt x="3146893" y="5016296"/>
                  </a:cubicBezTo>
                  <a:cubicBezTo>
                    <a:pt x="3293538" y="4933641"/>
                    <a:pt x="3436182" y="4861160"/>
                    <a:pt x="3574114" y="4791124"/>
                  </a:cubicBezTo>
                  <a:cubicBezTo>
                    <a:pt x="3841238" y="4655550"/>
                    <a:pt x="4071901" y="4538375"/>
                    <a:pt x="4244948" y="4392664"/>
                  </a:cubicBezTo>
                  <a:cubicBezTo>
                    <a:pt x="4405844" y="4257259"/>
                    <a:pt x="4501845" y="4106204"/>
                    <a:pt x="4556385" y="3902656"/>
                  </a:cubicBezTo>
                  <a:cubicBezTo>
                    <a:pt x="4649063" y="3556776"/>
                    <a:pt x="4669271" y="3203187"/>
                    <a:pt x="4616354" y="2851680"/>
                  </a:cubicBezTo>
                  <a:cubicBezTo>
                    <a:pt x="4565198" y="2511774"/>
                    <a:pt x="4448474" y="2188147"/>
                    <a:pt x="4269266" y="1889625"/>
                  </a:cubicBezTo>
                  <a:cubicBezTo>
                    <a:pt x="3907781" y="1287586"/>
                    <a:pt x="3331245" y="854780"/>
                    <a:pt x="2645976" y="671162"/>
                  </a:cubicBezTo>
                  <a:cubicBezTo>
                    <a:pt x="2278249" y="572630"/>
                    <a:pt x="1952074" y="540526"/>
                    <a:pt x="1648930" y="573017"/>
                  </a:cubicBezTo>
                  <a:cubicBezTo>
                    <a:pt x="1351746" y="604901"/>
                    <a:pt x="1064785" y="700731"/>
                    <a:pt x="771768" y="865882"/>
                  </a:cubicBezTo>
                  <a:cubicBezTo>
                    <a:pt x="568061" y="980657"/>
                    <a:pt x="486465" y="1058486"/>
                    <a:pt x="433617" y="1119441"/>
                  </a:cubicBezTo>
                  <a:cubicBezTo>
                    <a:pt x="358307" y="1206256"/>
                    <a:pt x="292149" y="1323808"/>
                    <a:pt x="200571" y="1486480"/>
                  </a:cubicBezTo>
                  <a:cubicBezTo>
                    <a:pt x="156644" y="1564432"/>
                    <a:pt x="106654" y="1653214"/>
                    <a:pt x="47077" y="1753604"/>
                  </a:cubicBezTo>
                  <a:lnTo>
                    <a:pt x="0" y="1831655"/>
                  </a:lnTo>
                  <a:lnTo>
                    <a:pt x="0" y="751112"/>
                  </a:lnTo>
                  <a:lnTo>
                    <a:pt x="6994" y="742614"/>
                  </a:lnTo>
                  <a:cubicBezTo>
                    <a:pt x="117721" y="617683"/>
                    <a:pt x="259696" y="505222"/>
                    <a:pt x="484047" y="378777"/>
                  </a:cubicBezTo>
                  <a:cubicBezTo>
                    <a:pt x="932751" y="125890"/>
                    <a:pt x="1382831" y="1200"/>
                    <a:pt x="1869139" y="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EA5B34E5-79A2-2A50-10B2-D5FC718F617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319367"/>
              <a:ext cx="5217956" cy="6100079"/>
            </a:xfrm>
            <a:custGeom>
              <a:avLst/>
              <a:gdLst>
                <a:gd name="connsiteX0" fmla="*/ 1951393 w 5217956"/>
                <a:gd name="connsiteY0" fmla="*/ 82 h 6100079"/>
                <a:gd name="connsiteX1" fmla="*/ 2855177 w 5217956"/>
                <a:gd name="connsiteY1" fmla="*/ 125419 h 6100079"/>
                <a:gd name="connsiteX2" fmla="*/ 4779341 w 5217956"/>
                <a:gd name="connsiteY2" fmla="*/ 1591542 h 6100079"/>
                <a:gd name="connsiteX3" fmla="*/ 5108573 w 5217956"/>
                <a:gd name="connsiteY3" fmla="*/ 4028416 h 6100079"/>
                <a:gd name="connsiteX4" fmla="*/ 3459358 w 5217956"/>
                <a:gd name="connsiteY4" fmla="*/ 5487716 h 6100079"/>
                <a:gd name="connsiteX5" fmla="*/ 1203274 w 5217956"/>
                <a:gd name="connsiteY5" fmla="*/ 6029534 h 6100079"/>
                <a:gd name="connsiteX6" fmla="*/ 59920 w 5217956"/>
                <a:gd name="connsiteY6" fmla="*/ 5396467 h 6100079"/>
                <a:gd name="connsiteX7" fmla="*/ 0 w 5217956"/>
                <a:gd name="connsiteY7" fmla="*/ 5333382 h 6100079"/>
                <a:gd name="connsiteX8" fmla="*/ 0 w 5217956"/>
                <a:gd name="connsiteY8" fmla="*/ 4205833 h 6100079"/>
                <a:gd name="connsiteX9" fmla="*/ 58036 w 5217956"/>
                <a:gd name="connsiteY9" fmla="*/ 4310048 h 6100079"/>
                <a:gd name="connsiteX10" fmla="*/ 520779 w 5217956"/>
                <a:gd name="connsiteY10" fmla="*/ 4907591 h 6100079"/>
                <a:gd name="connsiteX11" fmla="*/ 1377154 w 5217956"/>
                <a:gd name="connsiteY11" fmla="*/ 5380604 h 6100079"/>
                <a:gd name="connsiteX12" fmla="*/ 3123340 w 5217956"/>
                <a:gd name="connsiteY12" fmla="*/ 4905715 h 6100079"/>
                <a:gd name="connsiteX13" fmla="*/ 3547863 w 5217956"/>
                <a:gd name="connsiteY13" fmla="*/ 4676342 h 6100079"/>
                <a:gd name="connsiteX14" fmla="*/ 4186753 w 5217956"/>
                <a:gd name="connsiteY14" fmla="*/ 4289376 h 6100079"/>
                <a:gd name="connsiteX15" fmla="*/ 4459565 w 5217956"/>
                <a:gd name="connsiteY15" fmla="*/ 3854399 h 6100079"/>
                <a:gd name="connsiteX16" fmla="*/ 4521015 w 5217956"/>
                <a:gd name="connsiteY16" fmla="*/ 2849377 h 6100079"/>
                <a:gd name="connsiteX17" fmla="*/ 4199723 w 5217956"/>
                <a:gd name="connsiteY17" fmla="*/ 1931213 h 6100079"/>
                <a:gd name="connsiteX18" fmla="*/ 2681217 w 5217956"/>
                <a:gd name="connsiteY18" fmla="*/ 774211 h 6100079"/>
                <a:gd name="connsiteX19" fmla="*/ 926547 w 5217956"/>
                <a:gd name="connsiteY19" fmla="*/ 967112 h 6100079"/>
                <a:gd name="connsiteX20" fmla="*/ 622677 w 5217956"/>
                <a:gd name="connsiteY20" fmla="*/ 1197863 h 6100079"/>
                <a:gd name="connsiteX21" fmla="*/ 404892 w 5217956"/>
                <a:gd name="connsiteY21" fmla="*/ 1547314 h 6100079"/>
                <a:gd name="connsiteX22" fmla="*/ 40135 w 5217956"/>
                <a:gd name="connsiteY22" fmla="*/ 2159090 h 6100079"/>
                <a:gd name="connsiteX23" fmla="*/ 0 w 5217956"/>
                <a:gd name="connsiteY23" fmla="*/ 2219367 h 6100079"/>
                <a:gd name="connsiteX24" fmla="*/ 0 w 5217956"/>
                <a:gd name="connsiteY24" fmla="*/ 915659 h 6100079"/>
                <a:gd name="connsiteX25" fmla="*/ 58609 w 5217956"/>
                <a:gd name="connsiteY25" fmla="*/ 828051 h 6100079"/>
                <a:gd name="connsiteX26" fmla="*/ 590688 w 5217956"/>
                <a:gd name="connsiteY26" fmla="*/ 385385 h 6100079"/>
                <a:gd name="connsiteX27" fmla="*/ 1951393 w 5217956"/>
                <a:gd name="connsiteY27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5217956" h="6100079">
                  <a:moveTo>
                    <a:pt x="1951393" y="82"/>
                  </a:moveTo>
                  <a:cubicBezTo>
                    <a:pt x="2237631" y="-2119"/>
                    <a:pt x="2536431" y="40011"/>
                    <a:pt x="2855177" y="125419"/>
                  </a:cubicBezTo>
                  <a:cubicBezTo>
                    <a:pt x="3697704" y="351173"/>
                    <a:pt x="4370490" y="894159"/>
                    <a:pt x="4779341" y="1591542"/>
                  </a:cubicBezTo>
                  <a:cubicBezTo>
                    <a:pt x="5195534" y="2301324"/>
                    <a:pt x="5338356" y="3170855"/>
                    <a:pt x="5108573" y="4028416"/>
                  </a:cubicBezTo>
                  <a:cubicBezTo>
                    <a:pt x="4880819" y="4878406"/>
                    <a:pt x="4165603" y="5079965"/>
                    <a:pt x="3459358" y="5487716"/>
                  </a:cubicBezTo>
                  <a:cubicBezTo>
                    <a:pt x="2753114" y="5895466"/>
                    <a:pt x="2053264" y="6257288"/>
                    <a:pt x="1203274" y="6029534"/>
                  </a:cubicBezTo>
                  <a:cubicBezTo>
                    <a:pt x="739884" y="5905369"/>
                    <a:pt x="366399" y="5685345"/>
                    <a:pt x="59920" y="5396467"/>
                  </a:cubicBezTo>
                  <a:lnTo>
                    <a:pt x="0" y="5333382"/>
                  </a:lnTo>
                  <a:lnTo>
                    <a:pt x="0" y="4205833"/>
                  </a:lnTo>
                  <a:lnTo>
                    <a:pt x="58036" y="4310048"/>
                  </a:lnTo>
                  <a:cubicBezTo>
                    <a:pt x="197935" y="4550245"/>
                    <a:pt x="350594" y="4747142"/>
                    <a:pt x="520779" y="4907591"/>
                  </a:cubicBezTo>
                  <a:cubicBezTo>
                    <a:pt x="763600" y="5136565"/>
                    <a:pt x="1043821" y="5291288"/>
                    <a:pt x="1377154" y="5380604"/>
                  </a:cubicBezTo>
                  <a:cubicBezTo>
                    <a:pt x="1963029" y="5537589"/>
                    <a:pt x="2470519" y="5282804"/>
                    <a:pt x="3123340" y="4905715"/>
                  </a:cubicBezTo>
                  <a:cubicBezTo>
                    <a:pt x="3269800" y="4821157"/>
                    <a:pt x="3411134" y="4747512"/>
                    <a:pt x="3547863" y="4676342"/>
                  </a:cubicBezTo>
                  <a:cubicBezTo>
                    <a:pt x="3804497" y="4542710"/>
                    <a:pt x="4026085" y="4427393"/>
                    <a:pt x="4186753" y="4289376"/>
                  </a:cubicBezTo>
                  <a:cubicBezTo>
                    <a:pt x="4329009" y="4167293"/>
                    <a:pt x="4410589" y="4037181"/>
                    <a:pt x="4459565" y="3854399"/>
                  </a:cubicBezTo>
                  <a:cubicBezTo>
                    <a:pt x="4548302" y="3523229"/>
                    <a:pt x="4568981" y="3185183"/>
                    <a:pt x="4521015" y="2849377"/>
                  </a:cubicBezTo>
                  <a:cubicBezTo>
                    <a:pt x="4474709" y="2524680"/>
                    <a:pt x="4366564" y="2215756"/>
                    <a:pt x="4199723" y="1931213"/>
                  </a:cubicBezTo>
                  <a:cubicBezTo>
                    <a:pt x="3863270" y="1357325"/>
                    <a:pt x="3323982" y="946439"/>
                    <a:pt x="2681217" y="774211"/>
                  </a:cubicBezTo>
                  <a:cubicBezTo>
                    <a:pt x="2001139" y="591984"/>
                    <a:pt x="1476322" y="649699"/>
                    <a:pt x="926547" y="967112"/>
                  </a:cubicBezTo>
                  <a:cubicBezTo>
                    <a:pt x="740730" y="1074393"/>
                    <a:pt x="668642" y="1143989"/>
                    <a:pt x="622677" y="1197863"/>
                  </a:cubicBezTo>
                  <a:cubicBezTo>
                    <a:pt x="555599" y="1276450"/>
                    <a:pt x="492360" y="1390031"/>
                    <a:pt x="404892" y="1547314"/>
                  </a:cubicBezTo>
                  <a:cubicBezTo>
                    <a:pt x="317047" y="1705133"/>
                    <a:pt x="204816" y="1906756"/>
                    <a:pt x="40135" y="2159090"/>
                  </a:cubicBezTo>
                  <a:lnTo>
                    <a:pt x="0" y="2219367"/>
                  </a:lnTo>
                  <a:lnTo>
                    <a:pt x="0" y="915659"/>
                  </a:lnTo>
                  <a:lnTo>
                    <a:pt x="58609" y="828051"/>
                  </a:lnTo>
                  <a:cubicBezTo>
                    <a:pt x="177453" y="670481"/>
                    <a:pt x="325846" y="538291"/>
                    <a:pt x="590688" y="385385"/>
                  </a:cubicBezTo>
                  <a:cubicBezTo>
                    <a:pt x="1032158" y="130559"/>
                    <a:pt x="1474329" y="3750"/>
                    <a:pt x="1951393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D2F3D759-CC30-089F-3A9D-3C263E0A57E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319367"/>
              <a:ext cx="5217957" cy="6100079"/>
            </a:xfrm>
            <a:custGeom>
              <a:avLst/>
              <a:gdLst>
                <a:gd name="connsiteX0" fmla="*/ 1951394 w 5217957"/>
                <a:gd name="connsiteY0" fmla="*/ 82 h 6100079"/>
                <a:gd name="connsiteX1" fmla="*/ 2855178 w 5217957"/>
                <a:gd name="connsiteY1" fmla="*/ 125419 h 6100079"/>
                <a:gd name="connsiteX2" fmla="*/ 4779341 w 5217957"/>
                <a:gd name="connsiteY2" fmla="*/ 1591542 h 6100079"/>
                <a:gd name="connsiteX3" fmla="*/ 5108574 w 5217957"/>
                <a:gd name="connsiteY3" fmla="*/ 4028416 h 6100079"/>
                <a:gd name="connsiteX4" fmla="*/ 3459359 w 5217957"/>
                <a:gd name="connsiteY4" fmla="*/ 5487716 h 6100079"/>
                <a:gd name="connsiteX5" fmla="*/ 1203275 w 5217957"/>
                <a:gd name="connsiteY5" fmla="*/ 6029534 h 6100079"/>
                <a:gd name="connsiteX6" fmla="*/ 59921 w 5217957"/>
                <a:gd name="connsiteY6" fmla="*/ 5396467 h 6100079"/>
                <a:gd name="connsiteX7" fmla="*/ 0 w 5217957"/>
                <a:gd name="connsiteY7" fmla="*/ 5333381 h 6100079"/>
                <a:gd name="connsiteX8" fmla="*/ 0 w 5217957"/>
                <a:gd name="connsiteY8" fmla="*/ 4427327 h 6100079"/>
                <a:gd name="connsiteX9" fmla="*/ 112056 w 5217957"/>
                <a:gd name="connsiteY9" fmla="*/ 4602502 h 6100079"/>
                <a:gd name="connsiteX10" fmla="*/ 443875 w 5217957"/>
                <a:gd name="connsiteY10" fmla="*/ 4989110 h 6100079"/>
                <a:gd name="connsiteX11" fmla="*/ 1348175 w 5217957"/>
                <a:gd name="connsiteY11" fmla="*/ 5488759 h 6100079"/>
                <a:gd name="connsiteX12" fmla="*/ 2221463 w 5217957"/>
                <a:gd name="connsiteY12" fmla="*/ 5461704 h 6100079"/>
                <a:gd name="connsiteX13" fmla="*/ 3179339 w 5217957"/>
                <a:gd name="connsiteY13" fmla="*/ 5003023 h 6100079"/>
                <a:gd name="connsiteX14" fmla="*/ 3599638 w 5217957"/>
                <a:gd name="connsiteY14" fmla="*/ 4775996 h 6100079"/>
                <a:gd name="connsiteX15" fmla="*/ 4259765 w 5217957"/>
                <a:gd name="connsiteY15" fmla="*/ 4374667 h 6100079"/>
                <a:gd name="connsiteX16" fmla="*/ 4567742 w 5217957"/>
                <a:gd name="connsiteY16" fmla="*/ 3883732 h 6100079"/>
                <a:gd name="connsiteX17" fmla="*/ 4631929 w 5217957"/>
                <a:gd name="connsiteY17" fmla="*/ 2833886 h 6100079"/>
                <a:gd name="connsiteX18" fmla="*/ 4296412 w 5217957"/>
                <a:gd name="connsiteY18" fmla="*/ 1874932 h 6100079"/>
                <a:gd name="connsiteX19" fmla="*/ 2710219 w 5217957"/>
                <a:gd name="connsiteY19" fmla="*/ 666410 h 6100079"/>
                <a:gd name="connsiteX20" fmla="*/ 1732642 w 5217957"/>
                <a:gd name="connsiteY20" fmla="*/ 573480 h 6100079"/>
                <a:gd name="connsiteX21" fmla="*/ 870621 w 5217957"/>
                <a:gd name="connsiteY21" fmla="*/ 870402 h 6100079"/>
                <a:gd name="connsiteX22" fmla="*/ 537555 w 5217957"/>
                <a:gd name="connsiteY22" fmla="*/ 1125324 h 6100079"/>
                <a:gd name="connsiteX23" fmla="*/ 306995 w 5217957"/>
                <a:gd name="connsiteY23" fmla="*/ 1493030 h 6100079"/>
                <a:gd name="connsiteX24" fmla="*/ 23579 w 5217957"/>
                <a:gd name="connsiteY24" fmla="*/ 1977465 h 6100079"/>
                <a:gd name="connsiteX25" fmla="*/ 0 w 5217957"/>
                <a:gd name="connsiteY25" fmla="*/ 2014291 h 6100079"/>
                <a:gd name="connsiteX26" fmla="*/ 0 w 5217957"/>
                <a:gd name="connsiteY26" fmla="*/ 915660 h 6100079"/>
                <a:gd name="connsiteX27" fmla="*/ 58609 w 5217957"/>
                <a:gd name="connsiteY27" fmla="*/ 828051 h 6100079"/>
                <a:gd name="connsiteX28" fmla="*/ 590689 w 5217957"/>
                <a:gd name="connsiteY28" fmla="*/ 385385 h 6100079"/>
                <a:gd name="connsiteX29" fmla="*/ 1951394 w 5217957"/>
                <a:gd name="connsiteY29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7957" h="6100079">
                  <a:moveTo>
                    <a:pt x="1951394" y="82"/>
                  </a:moveTo>
                  <a:cubicBezTo>
                    <a:pt x="2237632" y="-2119"/>
                    <a:pt x="2536431" y="40011"/>
                    <a:pt x="2855178" y="125419"/>
                  </a:cubicBezTo>
                  <a:cubicBezTo>
                    <a:pt x="3697704" y="351173"/>
                    <a:pt x="4370491" y="894159"/>
                    <a:pt x="4779341" y="1591542"/>
                  </a:cubicBezTo>
                  <a:cubicBezTo>
                    <a:pt x="5195535" y="2301324"/>
                    <a:pt x="5338357" y="3170855"/>
                    <a:pt x="5108574" y="4028416"/>
                  </a:cubicBezTo>
                  <a:cubicBezTo>
                    <a:pt x="4880820" y="4878406"/>
                    <a:pt x="4165604" y="5079965"/>
                    <a:pt x="3459359" y="5487716"/>
                  </a:cubicBezTo>
                  <a:cubicBezTo>
                    <a:pt x="2753115" y="5895466"/>
                    <a:pt x="2053265" y="6257288"/>
                    <a:pt x="1203275" y="6029534"/>
                  </a:cubicBezTo>
                  <a:cubicBezTo>
                    <a:pt x="739885" y="5905369"/>
                    <a:pt x="366400" y="5685345"/>
                    <a:pt x="59921" y="5396467"/>
                  </a:cubicBezTo>
                  <a:lnTo>
                    <a:pt x="0" y="5333381"/>
                  </a:lnTo>
                  <a:lnTo>
                    <a:pt x="0" y="4427327"/>
                  </a:lnTo>
                  <a:lnTo>
                    <a:pt x="112056" y="4602502"/>
                  </a:lnTo>
                  <a:cubicBezTo>
                    <a:pt x="215300" y="4749260"/>
                    <a:pt x="325419" y="4877443"/>
                    <a:pt x="443875" y="4989110"/>
                  </a:cubicBezTo>
                  <a:cubicBezTo>
                    <a:pt x="700709" y="5231113"/>
                    <a:pt x="996455" y="5394516"/>
                    <a:pt x="1348175" y="5488759"/>
                  </a:cubicBezTo>
                  <a:cubicBezTo>
                    <a:pt x="1633379" y="5565179"/>
                    <a:pt x="1910917" y="5556430"/>
                    <a:pt x="2221463" y="5461704"/>
                  </a:cubicBezTo>
                  <a:cubicBezTo>
                    <a:pt x="2541923" y="5363721"/>
                    <a:pt x="2870374" y="5181404"/>
                    <a:pt x="3179339" y="5003023"/>
                  </a:cubicBezTo>
                  <a:cubicBezTo>
                    <a:pt x="3323713" y="4919760"/>
                    <a:pt x="3463978" y="4846641"/>
                    <a:pt x="3599638" y="4775996"/>
                  </a:cubicBezTo>
                  <a:cubicBezTo>
                    <a:pt x="3862436" y="4639263"/>
                    <a:pt x="4089314" y="4521074"/>
                    <a:pt x="4259765" y="4374667"/>
                  </a:cubicBezTo>
                  <a:cubicBezTo>
                    <a:pt x="4418282" y="4238625"/>
                    <a:pt x="4513201" y="4087280"/>
                    <a:pt x="4567742" y="3883732"/>
                  </a:cubicBezTo>
                  <a:cubicBezTo>
                    <a:pt x="4660420" y="3537853"/>
                    <a:pt x="4682033" y="3184640"/>
                    <a:pt x="4631929" y="2833886"/>
                  </a:cubicBezTo>
                  <a:cubicBezTo>
                    <a:pt x="4583584" y="2494734"/>
                    <a:pt x="4470646" y="2172121"/>
                    <a:pt x="4296412" y="1874932"/>
                  </a:cubicBezTo>
                  <a:cubicBezTo>
                    <a:pt x="3944879" y="1275559"/>
                    <a:pt x="3381537" y="846289"/>
                    <a:pt x="2710219" y="666410"/>
                  </a:cubicBezTo>
                  <a:cubicBezTo>
                    <a:pt x="2349955" y="569877"/>
                    <a:pt x="2030161" y="539483"/>
                    <a:pt x="1732642" y="573480"/>
                  </a:cubicBezTo>
                  <a:cubicBezTo>
                    <a:pt x="1440866" y="606814"/>
                    <a:pt x="1158880" y="703976"/>
                    <a:pt x="870621" y="870402"/>
                  </a:cubicBezTo>
                  <a:cubicBezTo>
                    <a:pt x="670160" y="986048"/>
                    <a:pt x="589753" y="1064195"/>
                    <a:pt x="537555" y="1125324"/>
                  </a:cubicBezTo>
                  <a:cubicBezTo>
                    <a:pt x="463218" y="1212400"/>
                    <a:pt x="397708" y="1330125"/>
                    <a:pt x="306995" y="1493030"/>
                  </a:cubicBezTo>
                  <a:cubicBezTo>
                    <a:pt x="234596" y="1623167"/>
                    <a:pt x="145436" y="1783409"/>
                    <a:pt x="23579" y="1977465"/>
                  </a:cubicBezTo>
                  <a:lnTo>
                    <a:pt x="0" y="2014291"/>
                  </a:lnTo>
                  <a:lnTo>
                    <a:pt x="0" y="915660"/>
                  </a:lnTo>
                  <a:lnTo>
                    <a:pt x="58609" y="828051"/>
                  </a:lnTo>
                  <a:cubicBezTo>
                    <a:pt x="177453" y="670481"/>
                    <a:pt x="325847" y="538291"/>
                    <a:pt x="590689" y="385385"/>
                  </a:cubicBezTo>
                  <a:cubicBezTo>
                    <a:pt x="1032159" y="130559"/>
                    <a:pt x="1474330" y="3750"/>
                    <a:pt x="1951394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2" name="Titel 1">
            <a:extLst>
              <a:ext uri="{FF2B5EF4-FFF2-40B4-BE49-F238E27FC236}">
                <a16:creationId xmlns:a16="http://schemas.microsoft.com/office/drawing/2014/main" id="{D50F0001-FDB0-45C9-BEBD-6700A1D43E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03383" y="1243013"/>
            <a:ext cx="3855720" cy="4371974"/>
          </a:xfrm>
        </p:spPr>
        <p:txBody>
          <a:bodyPr>
            <a:normAutofit/>
          </a:bodyPr>
          <a:lstStyle/>
          <a:p>
            <a:r>
              <a:rPr lang="de-DE" sz="3600" b="1" dirty="0">
                <a:solidFill>
                  <a:schemeClr val="accent2"/>
                </a:solidFill>
                <a:latin typeface="Orbitron" pitchFamily="2" charset="0"/>
              </a:rPr>
              <a:t>Zeitplan</a:t>
            </a:r>
          </a:p>
        </p:txBody>
      </p:sp>
      <p:pic>
        <p:nvPicPr>
          <p:cNvPr id="3" name="Grafik 2" descr="Ein Bild, das Text, Screenshot, Schrift, Zahl enthält.&#10;&#10;KI-generierte Inhalte können fehlerhaft sein.">
            <a:extLst>
              <a:ext uri="{FF2B5EF4-FFF2-40B4-BE49-F238E27FC236}">
                <a16:creationId xmlns:a16="http://schemas.microsoft.com/office/drawing/2014/main" id="{082F3F7E-5A40-C610-B9F5-CD497115BEA1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5847" y="1672832"/>
            <a:ext cx="5479241" cy="1735017"/>
          </a:xfrm>
          <a:prstGeom prst="rect">
            <a:avLst/>
          </a:prstGeom>
        </p:spPr>
      </p:pic>
      <p:pic>
        <p:nvPicPr>
          <p:cNvPr id="6" name="Grafik 5">
            <a:extLst>
              <a:ext uri="{FF2B5EF4-FFF2-40B4-BE49-F238E27FC236}">
                <a16:creationId xmlns:a16="http://schemas.microsoft.com/office/drawing/2014/main" id="{BFC967C2-6AAE-FEBD-8152-95D1C14B46F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5768" y="4097978"/>
            <a:ext cx="4802002" cy="2082919"/>
          </a:xfrm>
          <a:prstGeom prst="rect">
            <a:avLst/>
          </a:prstGeom>
        </p:spPr>
      </p:pic>
      <p:sp>
        <p:nvSpPr>
          <p:cNvPr id="7" name="Textfeld 6">
            <a:extLst>
              <a:ext uri="{FF2B5EF4-FFF2-40B4-BE49-F238E27FC236}">
                <a16:creationId xmlns:a16="http://schemas.microsoft.com/office/drawing/2014/main" id="{741013DF-F457-28AC-9F36-7854BBBD880C}"/>
              </a:ext>
            </a:extLst>
          </p:cNvPr>
          <p:cNvSpPr txBox="1"/>
          <p:nvPr/>
        </p:nvSpPr>
        <p:spPr>
          <a:xfrm>
            <a:off x="6215768" y="3530184"/>
            <a:ext cx="209627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Neue Roadmap</a:t>
            </a:r>
          </a:p>
        </p:txBody>
      </p:sp>
      <p:sp>
        <p:nvSpPr>
          <p:cNvPr id="17" name="Textfeld 16">
            <a:extLst>
              <a:ext uri="{FF2B5EF4-FFF2-40B4-BE49-F238E27FC236}">
                <a16:creationId xmlns:a16="http://schemas.microsoft.com/office/drawing/2014/main" id="{43142B33-5304-BB55-B995-6F2D5C41A6CE}"/>
              </a:ext>
            </a:extLst>
          </p:cNvPr>
          <p:cNvSpPr txBox="1"/>
          <p:nvPr/>
        </p:nvSpPr>
        <p:spPr>
          <a:xfrm>
            <a:off x="6146647" y="1118834"/>
            <a:ext cx="209627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Alte Roadmap</a:t>
            </a:r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5A3EB73A-7D37-FEA6-8C6F-E92B00A91710}"/>
              </a:ext>
            </a:extLst>
          </p:cNvPr>
          <p:cNvSpPr/>
          <p:nvPr/>
        </p:nvSpPr>
        <p:spPr>
          <a:xfrm>
            <a:off x="10810984" y="0"/>
            <a:ext cx="1019991" cy="147437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pic>
        <p:nvPicPr>
          <p:cNvPr id="9" name="Grafik 8" descr="Uhr Silhouette">
            <a:extLst>
              <a:ext uri="{FF2B5EF4-FFF2-40B4-BE49-F238E27FC236}">
                <a16:creationId xmlns:a16="http://schemas.microsoft.com/office/drawing/2014/main" id="{C5191572-BBBB-BA3C-509D-CD5F82AA9C2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863779" y="508838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6922133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830D6C0-A688-39FD-460F-AFD8EC02E5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0E0F6A0E-3323-78CA-796E-045A913879B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DC1A0AC-6F18-A60B-B728-A429BF4837D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800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58BF8CF9-7B94-2C93-CE77-CDDFDC9CF0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21863" y="508838"/>
            <a:ext cx="5217958" cy="6239661"/>
            <a:chOff x="-19221" y="251144"/>
            <a:chExt cx="5217958" cy="6239661"/>
          </a:xfrm>
        </p:grpSpPr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F2B7DE01-8BDB-4198-B397-029CDD0F729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251144"/>
              <a:ext cx="5187198" cy="6239661"/>
            </a:xfrm>
            <a:custGeom>
              <a:avLst/>
              <a:gdLst>
                <a:gd name="connsiteX0" fmla="*/ 2011811 w 5187198"/>
                <a:gd name="connsiteY0" fmla="*/ 4 h 6239661"/>
                <a:gd name="connsiteX1" fmla="*/ 2617011 w 5187198"/>
                <a:gd name="connsiteY1" fmla="*/ 70590 h 6239661"/>
                <a:gd name="connsiteX2" fmla="*/ 2690321 w 5187198"/>
                <a:gd name="connsiteY2" fmla="*/ 88146 h 6239661"/>
                <a:gd name="connsiteX3" fmla="*/ 2726863 w 5187198"/>
                <a:gd name="connsiteY3" fmla="*/ 97127 h 6239661"/>
                <a:gd name="connsiteX4" fmla="*/ 2762951 w 5187198"/>
                <a:gd name="connsiteY4" fmla="*/ 107375 h 6239661"/>
                <a:gd name="connsiteX5" fmla="*/ 2834843 w 5187198"/>
                <a:gd name="connsiteY5" fmla="*/ 128493 h 6239661"/>
                <a:gd name="connsiteX6" fmla="*/ 2906574 w 5187198"/>
                <a:gd name="connsiteY6" fmla="*/ 151076 h 6239661"/>
                <a:gd name="connsiteX7" fmla="*/ 3049504 w 5187198"/>
                <a:gd name="connsiteY7" fmla="*/ 202124 h 6239661"/>
                <a:gd name="connsiteX8" fmla="*/ 3189518 w 5187198"/>
                <a:gd name="connsiteY8" fmla="*/ 260159 h 6239661"/>
                <a:gd name="connsiteX9" fmla="*/ 3326048 w 5187198"/>
                <a:gd name="connsiteY9" fmla="*/ 325143 h 6239661"/>
                <a:gd name="connsiteX10" fmla="*/ 3459166 w 5187198"/>
                <a:gd name="connsiteY10" fmla="*/ 395936 h 6239661"/>
                <a:gd name="connsiteX11" fmla="*/ 3588578 w 5187198"/>
                <a:gd name="connsiteY11" fmla="*/ 472343 h 6239661"/>
                <a:gd name="connsiteX12" fmla="*/ 3651864 w 5187198"/>
                <a:gd name="connsiteY12" fmla="*/ 512600 h 6239661"/>
                <a:gd name="connsiteX13" fmla="*/ 3714514 w 5187198"/>
                <a:gd name="connsiteY13" fmla="*/ 553499 h 6239661"/>
                <a:gd name="connsiteX14" fmla="*/ 4181221 w 5187198"/>
                <a:gd name="connsiteY14" fmla="*/ 922912 h 6239661"/>
                <a:gd name="connsiteX15" fmla="*/ 4582963 w 5187198"/>
                <a:gd name="connsiteY15" fmla="*/ 1358264 h 6239661"/>
                <a:gd name="connsiteX16" fmla="*/ 4670721 w 5187198"/>
                <a:gd name="connsiteY16" fmla="*/ 1477644 h 6239661"/>
                <a:gd name="connsiteX17" fmla="*/ 4752378 w 5187198"/>
                <a:gd name="connsiteY17" fmla="*/ 1601187 h 6239661"/>
                <a:gd name="connsiteX18" fmla="*/ 4772168 w 5187198"/>
                <a:gd name="connsiteY18" fmla="*/ 1632456 h 6239661"/>
                <a:gd name="connsiteX19" fmla="*/ 4782117 w 5187198"/>
                <a:gd name="connsiteY19" fmla="*/ 1648104 h 6239661"/>
                <a:gd name="connsiteX20" fmla="*/ 4791381 w 5187198"/>
                <a:gd name="connsiteY20" fmla="*/ 1664150 h 6239661"/>
                <a:gd name="connsiteX21" fmla="*/ 4828190 w 5187198"/>
                <a:gd name="connsiteY21" fmla="*/ 1728379 h 6239661"/>
                <a:gd name="connsiteX22" fmla="*/ 4864832 w 5187198"/>
                <a:gd name="connsiteY22" fmla="*/ 1792796 h 6239661"/>
                <a:gd name="connsiteX23" fmla="*/ 4899201 w 5187198"/>
                <a:gd name="connsiteY23" fmla="*/ 1858342 h 6239661"/>
                <a:gd name="connsiteX24" fmla="*/ 4933266 w 5187198"/>
                <a:gd name="connsiteY24" fmla="*/ 1924155 h 6239661"/>
                <a:gd name="connsiteX25" fmla="*/ 4964403 w 5187198"/>
                <a:gd name="connsiteY25" fmla="*/ 1991384 h 6239661"/>
                <a:gd name="connsiteX26" fmla="*/ 4995019 w 5187198"/>
                <a:gd name="connsiteY26" fmla="*/ 2058823 h 6239661"/>
                <a:gd name="connsiteX27" fmla="*/ 5021999 w 5187198"/>
                <a:gd name="connsiteY27" fmla="*/ 2127723 h 6239661"/>
                <a:gd name="connsiteX28" fmla="*/ 5048321 w 5187198"/>
                <a:gd name="connsiteY28" fmla="*/ 2196908 h 6239661"/>
                <a:gd name="connsiteX29" fmla="*/ 5070546 w 5187198"/>
                <a:gd name="connsiteY29" fmla="*/ 2267547 h 6239661"/>
                <a:gd name="connsiteX30" fmla="*/ 5092171 w 5187198"/>
                <a:gd name="connsiteY30" fmla="*/ 2338256 h 6239661"/>
                <a:gd name="connsiteX31" fmla="*/ 5110305 w 5187198"/>
                <a:gd name="connsiteY31" fmla="*/ 2409886 h 6239661"/>
                <a:gd name="connsiteX32" fmla="*/ 5186393 w 5187198"/>
                <a:gd name="connsiteY32" fmla="*/ 2992022 h 6239661"/>
                <a:gd name="connsiteX33" fmla="*/ 5149045 w 5187198"/>
                <a:gd name="connsiteY33" fmla="*/ 3571816 h 6239661"/>
                <a:gd name="connsiteX34" fmla="*/ 5126572 w 5187198"/>
                <a:gd name="connsiteY34" fmla="*/ 3714520 h 6239661"/>
                <a:gd name="connsiteX35" fmla="*/ 5099067 w 5187198"/>
                <a:gd name="connsiteY35" fmla="*/ 3856108 h 6239661"/>
                <a:gd name="connsiteX36" fmla="*/ 5095699 w 5187198"/>
                <a:gd name="connsiteY36" fmla="*/ 3873868 h 6239661"/>
                <a:gd name="connsiteX37" fmla="*/ 5091573 w 5187198"/>
                <a:gd name="connsiteY37" fmla="*/ 3891426 h 6239661"/>
                <a:gd name="connsiteX38" fmla="*/ 5083324 w 5187198"/>
                <a:gd name="connsiteY38" fmla="*/ 3926541 h 6239661"/>
                <a:gd name="connsiteX39" fmla="*/ 5067256 w 5187198"/>
                <a:gd name="connsiteY39" fmla="*/ 3996889 h 6239661"/>
                <a:gd name="connsiteX40" fmla="*/ 5059194 w 5187198"/>
                <a:gd name="connsiteY40" fmla="*/ 4032171 h 6239661"/>
                <a:gd name="connsiteX41" fmla="*/ 5049522 w 5187198"/>
                <a:gd name="connsiteY41" fmla="*/ 4067833 h 6239661"/>
                <a:gd name="connsiteX42" fmla="*/ 5040067 w 5187198"/>
                <a:gd name="connsiteY42" fmla="*/ 4103553 h 6239661"/>
                <a:gd name="connsiteX43" fmla="*/ 5028960 w 5187198"/>
                <a:gd name="connsiteY43" fmla="*/ 4138946 h 6239661"/>
                <a:gd name="connsiteX44" fmla="*/ 4917351 w 5187198"/>
                <a:gd name="connsiteY44" fmla="*/ 4417041 h 6239661"/>
                <a:gd name="connsiteX45" fmla="*/ 4756163 w 5187198"/>
                <a:gd name="connsiteY45" fmla="*/ 4676402 h 6239661"/>
                <a:gd name="connsiteX46" fmla="*/ 4322493 w 5187198"/>
                <a:gd name="connsiteY46" fmla="*/ 5105604 h 6239661"/>
                <a:gd name="connsiteX47" fmla="*/ 3840510 w 5187198"/>
                <a:gd name="connsiteY47" fmla="*/ 5429590 h 6239661"/>
                <a:gd name="connsiteX48" fmla="*/ 3606447 w 5187198"/>
                <a:gd name="connsiteY48" fmla="*/ 5572862 h 6239661"/>
                <a:gd name="connsiteX49" fmla="*/ 3488814 w 5187198"/>
                <a:gd name="connsiteY49" fmla="*/ 5647178 h 6239661"/>
                <a:gd name="connsiteX50" fmla="*/ 3365864 w 5187198"/>
                <a:gd name="connsiteY50" fmla="*/ 5722735 h 6239661"/>
                <a:gd name="connsiteX51" fmla="*/ 2839486 w 5187198"/>
                <a:gd name="connsiteY51" fmla="*/ 5999120 h 6239661"/>
                <a:gd name="connsiteX52" fmla="*/ 2242423 w 5187198"/>
                <a:gd name="connsiteY52" fmla="*/ 6192346 h 6239661"/>
                <a:gd name="connsiteX53" fmla="*/ 1589380 w 5187198"/>
                <a:gd name="connsiteY53" fmla="*/ 6230657 h 6239661"/>
                <a:gd name="connsiteX54" fmla="*/ 1548244 w 5187198"/>
                <a:gd name="connsiteY54" fmla="*/ 6226706 h 6239661"/>
                <a:gd name="connsiteX55" fmla="*/ 1507348 w 5187198"/>
                <a:gd name="connsiteY55" fmla="*/ 6221428 h 6239661"/>
                <a:gd name="connsiteX56" fmla="*/ 1466401 w 5187198"/>
                <a:gd name="connsiteY56" fmla="*/ 6215904 h 6239661"/>
                <a:gd name="connsiteX57" fmla="*/ 1425773 w 5187198"/>
                <a:gd name="connsiteY57" fmla="*/ 6209191 h 6239661"/>
                <a:gd name="connsiteX58" fmla="*/ 1344960 w 5187198"/>
                <a:gd name="connsiteY58" fmla="*/ 6193681 h 6239661"/>
                <a:gd name="connsiteX59" fmla="*/ 1265007 w 5187198"/>
                <a:gd name="connsiteY59" fmla="*/ 6175388 h 6239661"/>
                <a:gd name="connsiteX60" fmla="*/ 1225415 w 5187198"/>
                <a:gd name="connsiteY60" fmla="*/ 6165243 h 6239661"/>
                <a:gd name="connsiteX61" fmla="*/ 1186567 w 5187198"/>
                <a:gd name="connsiteY61" fmla="*/ 6154486 h 6239661"/>
                <a:gd name="connsiteX62" fmla="*/ 1111158 w 5187198"/>
                <a:gd name="connsiteY62" fmla="*/ 6130918 h 6239661"/>
                <a:gd name="connsiteX63" fmla="*/ 1035915 w 5187198"/>
                <a:gd name="connsiteY63" fmla="*/ 6107163 h 6239661"/>
                <a:gd name="connsiteX64" fmla="*/ 961579 w 5187198"/>
                <a:gd name="connsiteY64" fmla="*/ 6079594 h 6239661"/>
                <a:gd name="connsiteX65" fmla="*/ 395297 w 5187198"/>
                <a:gd name="connsiteY65" fmla="*/ 5792812 h 6239661"/>
                <a:gd name="connsiteX66" fmla="*/ 265239 w 5187198"/>
                <a:gd name="connsiteY66" fmla="*/ 5701511 h 6239661"/>
                <a:gd name="connsiteX67" fmla="*/ 233756 w 5187198"/>
                <a:gd name="connsiteY67" fmla="*/ 5677542 h 6239661"/>
                <a:gd name="connsiteX68" fmla="*/ 202800 w 5187198"/>
                <a:gd name="connsiteY68" fmla="*/ 5652902 h 6239661"/>
                <a:gd name="connsiteX69" fmla="*/ 140918 w 5187198"/>
                <a:gd name="connsiteY69" fmla="*/ 5603515 h 6239661"/>
                <a:gd name="connsiteX70" fmla="*/ 110625 w 5187198"/>
                <a:gd name="connsiteY70" fmla="*/ 5578127 h 6239661"/>
                <a:gd name="connsiteX71" fmla="*/ 95631 w 5187198"/>
                <a:gd name="connsiteY71" fmla="*/ 5565299 h 6239661"/>
                <a:gd name="connsiteX72" fmla="*/ 81966 w 5187198"/>
                <a:gd name="connsiteY72" fmla="*/ 5550973 h 6239661"/>
                <a:gd name="connsiteX73" fmla="*/ 27991 w 5187198"/>
                <a:gd name="connsiteY73" fmla="*/ 5493272 h 6239661"/>
                <a:gd name="connsiteX74" fmla="*/ 1454 w 5187198"/>
                <a:gd name="connsiteY74" fmla="*/ 5464252 h 6239661"/>
                <a:gd name="connsiteX75" fmla="*/ 0 w 5187198"/>
                <a:gd name="connsiteY75" fmla="*/ 5462518 h 6239661"/>
                <a:gd name="connsiteX76" fmla="*/ 0 w 5187198"/>
                <a:gd name="connsiteY76" fmla="*/ 4720187 h 6239661"/>
                <a:gd name="connsiteX77" fmla="*/ 109684 w 5187198"/>
                <a:gd name="connsiteY77" fmla="*/ 4836724 h 6239661"/>
                <a:gd name="connsiteX78" fmla="*/ 306959 w 5187198"/>
                <a:gd name="connsiteY78" fmla="*/ 5007200 h 6239661"/>
                <a:gd name="connsiteX79" fmla="*/ 358101 w 5187198"/>
                <a:gd name="connsiteY79" fmla="*/ 5046057 h 6239661"/>
                <a:gd name="connsiteX80" fmla="*/ 383328 w 5187198"/>
                <a:gd name="connsiteY80" fmla="*/ 5065684 h 6239661"/>
                <a:gd name="connsiteX81" fmla="*/ 409503 w 5187198"/>
                <a:gd name="connsiteY81" fmla="*/ 5083942 h 6239661"/>
                <a:gd name="connsiteX82" fmla="*/ 461889 w 5187198"/>
                <a:gd name="connsiteY82" fmla="*/ 5119888 h 6239661"/>
                <a:gd name="connsiteX83" fmla="*/ 474883 w 5187198"/>
                <a:gd name="connsiteY83" fmla="*/ 5128933 h 6239661"/>
                <a:gd name="connsiteX84" fmla="*/ 486410 w 5187198"/>
                <a:gd name="connsiteY84" fmla="*/ 5139557 h 6239661"/>
                <a:gd name="connsiteX85" fmla="*/ 510852 w 5187198"/>
                <a:gd name="connsiteY85" fmla="*/ 5159089 h 6239661"/>
                <a:gd name="connsiteX86" fmla="*/ 560653 w 5187198"/>
                <a:gd name="connsiteY86" fmla="*/ 5196893 h 6239661"/>
                <a:gd name="connsiteX87" fmla="*/ 585485 w 5187198"/>
                <a:gd name="connsiteY87" fmla="*/ 5215834 h 6239661"/>
                <a:gd name="connsiteX88" fmla="*/ 610707 w 5187198"/>
                <a:gd name="connsiteY88" fmla="*/ 5234185 h 6239661"/>
                <a:gd name="connsiteX89" fmla="*/ 714768 w 5187198"/>
                <a:gd name="connsiteY89" fmla="*/ 5303103 h 6239661"/>
                <a:gd name="connsiteX90" fmla="*/ 1166634 w 5187198"/>
                <a:gd name="connsiteY90" fmla="*/ 5513322 h 6239661"/>
                <a:gd name="connsiteX91" fmla="*/ 1225991 w 5187198"/>
                <a:gd name="connsiteY91" fmla="*/ 5533632 h 6239661"/>
                <a:gd name="connsiteX92" fmla="*/ 1286680 w 5187198"/>
                <a:gd name="connsiteY92" fmla="*/ 5550705 h 6239661"/>
                <a:gd name="connsiteX93" fmla="*/ 1347310 w 5187198"/>
                <a:gd name="connsiteY93" fmla="*/ 5567995 h 6239661"/>
                <a:gd name="connsiteX94" fmla="*/ 1377002 w 5187198"/>
                <a:gd name="connsiteY94" fmla="*/ 5575719 h 6239661"/>
                <a:gd name="connsiteX95" fmla="*/ 1406328 w 5187198"/>
                <a:gd name="connsiteY95" fmla="*/ 5582649 h 6239661"/>
                <a:gd name="connsiteX96" fmla="*/ 1465060 w 5187198"/>
                <a:gd name="connsiteY96" fmla="*/ 5594909 h 6239661"/>
                <a:gd name="connsiteX97" fmla="*/ 1523881 w 5187198"/>
                <a:gd name="connsiteY97" fmla="*/ 5605105 h 6239661"/>
                <a:gd name="connsiteX98" fmla="*/ 1553325 w 5187198"/>
                <a:gd name="connsiteY98" fmla="*/ 5609865 h 6239661"/>
                <a:gd name="connsiteX99" fmla="*/ 1582813 w 5187198"/>
                <a:gd name="connsiteY99" fmla="*/ 5613593 h 6239661"/>
                <a:gd name="connsiteX100" fmla="*/ 1612301 w 5187198"/>
                <a:gd name="connsiteY100" fmla="*/ 5617321 h 6239661"/>
                <a:gd name="connsiteX101" fmla="*/ 1641863 w 5187198"/>
                <a:gd name="connsiteY101" fmla="*/ 5619910 h 6239661"/>
                <a:gd name="connsiteX102" fmla="*/ 2117508 w 5187198"/>
                <a:gd name="connsiteY102" fmla="*/ 5595156 h 6239661"/>
                <a:gd name="connsiteX103" fmla="*/ 2597368 w 5187198"/>
                <a:gd name="connsiteY103" fmla="*/ 5447381 h 6239661"/>
                <a:gd name="connsiteX104" fmla="*/ 3082968 w 5187198"/>
                <a:gd name="connsiteY104" fmla="*/ 5223245 h 6239661"/>
                <a:gd name="connsiteX105" fmla="*/ 3334855 w 5187198"/>
                <a:gd name="connsiteY105" fmla="*/ 5097383 h 6239661"/>
                <a:gd name="connsiteX106" fmla="*/ 3599509 w 5187198"/>
                <a:gd name="connsiteY106" fmla="*/ 4976217 h 6239661"/>
                <a:gd name="connsiteX107" fmla="*/ 4112002 w 5187198"/>
                <a:gd name="connsiteY107" fmla="*/ 4766359 h 6239661"/>
                <a:gd name="connsiteX108" fmla="*/ 4348983 w 5187198"/>
                <a:gd name="connsiteY108" fmla="*/ 4649833 h 6239661"/>
                <a:gd name="connsiteX109" fmla="*/ 4560505 w 5187198"/>
                <a:gd name="connsiteY109" fmla="*/ 4501564 h 6239661"/>
                <a:gd name="connsiteX110" fmla="*/ 4731963 w 5187198"/>
                <a:gd name="connsiteY110" fmla="*/ 4309870 h 6239661"/>
                <a:gd name="connsiteX111" fmla="*/ 4852344 w 5187198"/>
                <a:gd name="connsiteY111" fmla="*/ 4078640 h 6239661"/>
                <a:gd name="connsiteX112" fmla="*/ 4863972 w 5187198"/>
                <a:gd name="connsiteY112" fmla="*/ 4047790 h 6239661"/>
                <a:gd name="connsiteX113" fmla="*/ 4874144 w 5187198"/>
                <a:gd name="connsiteY113" fmla="*/ 4016320 h 6239661"/>
                <a:gd name="connsiteX114" fmla="*/ 4884127 w 5187198"/>
                <a:gd name="connsiteY114" fmla="*/ 3984682 h 6239661"/>
                <a:gd name="connsiteX115" fmla="*/ 4892800 w 5187198"/>
                <a:gd name="connsiteY115" fmla="*/ 3951883 h 6239661"/>
                <a:gd name="connsiteX116" fmla="*/ 4909526 w 5187198"/>
                <a:gd name="connsiteY116" fmla="*/ 3886001 h 6239661"/>
                <a:gd name="connsiteX117" fmla="*/ 4917687 w 5187198"/>
                <a:gd name="connsiteY117" fmla="*/ 3852948 h 6239661"/>
                <a:gd name="connsiteX118" fmla="*/ 4921768 w 5187198"/>
                <a:gd name="connsiteY118" fmla="*/ 3836422 h 6239661"/>
                <a:gd name="connsiteX119" fmla="*/ 4924845 w 5187198"/>
                <a:gd name="connsiteY119" fmla="*/ 3819742 h 6239661"/>
                <a:gd name="connsiteX120" fmla="*/ 4948230 w 5187198"/>
                <a:gd name="connsiteY120" fmla="*/ 3685744 h 6239661"/>
                <a:gd name="connsiteX121" fmla="*/ 4962782 w 5187198"/>
                <a:gd name="connsiteY121" fmla="*/ 3550540 h 6239661"/>
                <a:gd name="connsiteX122" fmla="*/ 4939468 w 5187198"/>
                <a:gd name="connsiteY122" fmla="*/ 3010249 h 6239661"/>
                <a:gd name="connsiteX123" fmla="*/ 4816901 w 5187198"/>
                <a:gd name="connsiteY123" fmla="*/ 2488224 h 6239661"/>
                <a:gd name="connsiteX124" fmla="*/ 4797005 w 5187198"/>
                <a:gd name="connsiteY124" fmla="*/ 2424470 h 6239661"/>
                <a:gd name="connsiteX125" fmla="*/ 4774433 w 5187198"/>
                <a:gd name="connsiteY125" fmla="*/ 2361620 h 6239661"/>
                <a:gd name="connsiteX126" fmla="*/ 4752459 w 5187198"/>
                <a:gd name="connsiteY126" fmla="*/ 2298700 h 6239661"/>
                <a:gd name="connsiteX127" fmla="*/ 4728083 w 5187198"/>
                <a:gd name="connsiteY127" fmla="*/ 2236526 h 6239661"/>
                <a:gd name="connsiteX128" fmla="*/ 4704471 w 5187198"/>
                <a:gd name="connsiteY128" fmla="*/ 2174095 h 6239661"/>
                <a:gd name="connsiteX129" fmla="*/ 4678399 w 5187198"/>
                <a:gd name="connsiteY129" fmla="*/ 2112626 h 6239661"/>
                <a:gd name="connsiteX130" fmla="*/ 4652601 w 5187198"/>
                <a:gd name="connsiteY130" fmla="*/ 2050999 h 6239661"/>
                <a:gd name="connsiteX131" fmla="*/ 4624205 w 5187198"/>
                <a:gd name="connsiteY131" fmla="*/ 1990415 h 6239661"/>
                <a:gd name="connsiteX132" fmla="*/ 4595398 w 5187198"/>
                <a:gd name="connsiteY132" fmla="*/ 1930069 h 6239661"/>
                <a:gd name="connsiteX133" fmla="*/ 4563827 w 5187198"/>
                <a:gd name="connsiteY133" fmla="*/ 1870952 h 6239661"/>
                <a:gd name="connsiteX134" fmla="*/ 4531433 w 5187198"/>
                <a:gd name="connsiteY134" fmla="*/ 1812311 h 6239661"/>
                <a:gd name="connsiteX135" fmla="*/ 4523315 w 5187198"/>
                <a:gd name="connsiteY135" fmla="*/ 1797616 h 6239661"/>
                <a:gd name="connsiteX136" fmla="*/ 4514482 w 5187198"/>
                <a:gd name="connsiteY136" fmla="*/ 1783425 h 6239661"/>
                <a:gd name="connsiteX137" fmla="*/ 4496845 w 5187198"/>
                <a:gd name="connsiteY137" fmla="*/ 1754936 h 6239661"/>
                <a:gd name="connsiteX138" fmla="*/ 4461463 w 5187198"/>
                <a:gd name="connsiteY138" fmla="*/ 1697929 h 6239661"/>
                <a:gd name="connsiteX139" fmla="*/ 4452660 w 5187198"/>
                <a:gd name="connsiteY139" fmla="*/ 1683629 h 6239661"/>
                <a:gd name="connsiteX140" fmla="*/ 4443141 w 5187198"/>
                <a:gd name="connsiteY140" fmla="*/ 1669834 h 6239661"/>
                <a:gd name="connsiteX141" fmla="*/ 4424241 w 5187198"/>
                <a:gd name="connsiteY141" fmla="*/ 1642166 h 6239661"/>
                <a:gd name="connsiteX142" fmla="*/ 4346886 w 5187198"/>
                <a:gd name="connsiteY142" fmla="*/ 1532412 h 6239661"/>
                <a:gd name="connsiteX143" fmla="*/ 3985497 w 5187198"/>
                <a:gd name="connsiteY143" fmla="*/ 1134649 h 6239661"/>
                <a:gd name="connsiteX144" fmla="*/ 3545665 w 5187198"/>
                <a:gd name="connsiteY144" fmla="*/ 825877 h 6239661"/>
                <a:gd name="connsiteX145" fmla="*/ 3486190 w 5187198"/>
                <a:gd name="connsiteY145" fmla="*/ 794756 h 6239661"/>
                <a:gd name="connsiteX146" fmla="*/ 3426182 w 5187198"/>
                <a:gd name="connsiteY146" fmla="*/ 764765 h 6239661"/>
                <a:gd name="connsiteX147" fmla="*/ 3365044 w 5187198"/>
                <a:gd name="connsiteY147" fmla="*/ 737255 h 6239661"/>
                <a:gd name="connsiteX148" fmla="*/ 3334529 w 5187198"/>
                <a:gd name="connsiteY148" fmla="*/ 723514 h 6239661"/>
                <a:gd name="connsiteX149" fmla="*/ 3303733 w 5187198"/>
                <a:gd name="connsiteY149" fmla="*/ 710395 h 6239661"/>
                <a:gd name="connsiteX150" fmla="*/ 3179033 w 5187198"/>
                <a:gd name="connsiteY150" fmla="*/ 662259 h 6239661"/>
                <a:gd name="connsiteX151" fmla="*/ 3052408 w 5187198"/>
                <a:gd name="connsiteY151" fmla="*/ 620447 h 6239661"/>
                <a:gd name="connsiteX152" fmla="*/ 2924325 w 5187198"/>
                <a:gd name="connsiteY152" fmla="*/ 584505 h 6239661"/>
                <a:gd name="connsiteX153" fmla="*/ 2859667 w 5187198"/>
                <a:gd name="connsiteY153" fmla="*/ 569266 h 6239661"/>
                <a:gd name="connsiteX154" fmla="*/ 2795226 w 5187198"/>
                <a:gd name="connsiteY154" fmla="*/ 554085 h 6239661"/>
                <a:gd name="connsiteX155" fmla="*/ 2729702 w 5187198"/>
                <a:gd name="connsiteY155" fmla="*/ 540354 h 6239661"/>
                <a:gd name="connsiteX156" fmla="*/ 2663758 w 5187198"/>
                <a:gd name="connsiteY156" fmla="*/ 527322 h 6239661"/>
                <a:gd name="connsiteX157" fmla="*/ 2630927 w 5187198"/>
                <a:gd name="connsiteY157" fmla="*/ 520495 h 6239661"/>
                <a:gd name="connsiteX158" fmla="*/ 2597965 w 5187198"/>
                <a:gd name="connsiteY158" fmla="*/ 515024 h 6239661"/>
                <a:gd name="connsiteX159" fmla="*/ 2532205 w 5187198"/>
                <a:gd name="connsiteY159" fmla="*/ 503895 h 6239661"/>
                <a:gd name="connsiteX160" fmla="*/ 2010064 w 5187198"/>
                <a:gd name="connsiteY160" fmla="*/ 452552 h 6239661"/>
                <a:gd name="connsiteX161" fmla="*/ 1494552 w 5187198"/>
                <a:gd name="connsiteY161" fmla="*/ 485055 h 6239661"/>
                <a:gd name="connsiteX162" fmla="*/ 1366896 w 5187198"/>
                <a:gd name="connsiteY162" fmla="*/ 509389 h 6239661"/>
                <a:gd name="connsiteX163" fmla="*/ 1240175 w 5187198"/>
                <a:gd name="connsiteY163" fmla="*/ 541045 h 6239661"/>
                <a:gd name="connsiteX164" fmla="*/ 1177438 w 5187198"/>
                <a:gd name="connsiteY164" fmla="*/ 560170 h 6239661"/>
                <a:gd name="connsiteX165" fmla="*/ 1145987 w 5187198"/>
                <a:gd name="connsiteY165" fmla="*/ 569826 h 6239661"/>
                <a:gd name="connsiteX166" fmla="*/ 1130315 w 5187198"/>
                <a:gd name="connsiteY166" fmla="*/ 574669 h 6239661"/>
                <a:gd name="connsiteX167" fmla="*/ 1114873 w 5187198"/>
                <a:gd name="connsiteY167" fmla="*/ 580384 h 6239661"/>
                <a:gd name="connsiteX168" fmla="*/ 1052839 w 5187198"/>
                <a:gd name="connsiteY168" fmla="*/ 602943 h 6239661"/>
                <a:gd name="connsiteX169" fmla="*/ 991135 w 5187198"/>
                <a:gd name="connsiteY169" fmla="*/ 626866 h 6239661"/>
                <a:gd name="connsiteX170" fmla="*/ 930179 w 5187198"/>
                <a:gd name="connsiteY170" fmla="*/ 653191 h 6239661"/>
                <a:gd name="connsiteX171" fmla="*/ 869768 w 5187198"/>
                <a:gd name="connsiteY171" fmla="*/ 680937 h 6239661"/>
                <a:gd name="connsiteX172" fmla="*/ 810085 w 5187198"/>
                <a:gd name="connsiteY172" fmla="*/ 710734 h 6239661"/>
                <a:gd name="connsiteX173" fmla="*/ 751220 w 5187198"/>
                <a:gd name="connsiteY173" fmla="*/ 741794 h 6239661"/>
                <a:gd name="connsiteX174" fmla="*/ 532669 w 5187198"/>
                <a:gd name="connsiteY174" fmla="*/ 881688 h 6239661"/>
                <a:gd name="connsiteX175" fmla="*/ 354185 w 5187198"/>
                <a:gd name="connsiteY175" fmla="*/ 1050286 h 6239661"/>
                <a:gd name="connsiteX176" fmla="*/ 315980 w 5187198"/>
                <a:gd name="connsiteY176" fmla="*/ 1098125 h 6239661"/>
                <a:gd name="connsiteX177" fmla="*/ 280345 w 5187198"/>
                <a:gd name="connsiteY177" fmla="*/ 1149782 h 6239661"/>
                <a:gd name="connsiteX178" fmla="*/ 245890 w 5187198"/>
                <a:gd name="connsiteY178" fmla="*/ 1203959 h 6239661"/>
                <a:gd name="connsiteX179" fmla="*/ 212162 w 5187198"/>
                <a:gd name="connsiteY179" fmla="*/ 1260184 h 6239661"/>
                <a:gd name="connsiteX180" fmla="*/ 80716 w 5187198"/>
                <a:gd name="connsiteY180" fmla="*/ 1502476 h 6239661"/>
                <a:gd name="connsiteX181" fmla="*/ 0 w 5187198"/>
                <a:gd name="connsiteY181" fmla="*/ 1648841 h 6239661"/>
                <a:gd name="connsiteX182" fmla="*/ 0 w 5187198"/>
                <a:gd name="connsiteY182" fmla="*/ 954863 h 6239661"/>
                <a:gd name="connsiteX183" fmla="*/ 43491 w 5187198"/>
                <a:gd name="connsiteY183" fmla="*/ 895513 h 6239661"/>
                <a:gd name="connsiteX184" fmla="*/ 93923 w 5187198"/>
                <a:gd name="connsiteY184" fmla="*/ 834489 h 6239661"/>
                <a:gd name="connsiteX185" fmla="*/ 323465 w 5187198"/>
                <a:gd name="connsiteY185" fmla="*/ 617671 h 6239661"/>
                <a:gd name="connsiteX186" fmla="*/ 574777 w 5187198"/>
                <a:gd name="connsiteY186" fmla="*/ 446794 h 6239661"/>
                <a:gd name="connsiteX187" fmla="*/ 638943 w 5187198"/>
                <a:gd name="connsiteY187" fmla="*/ 408925 h 6239661"/>
                <a:gd name="connsiteX188" fmla="*/ 703505 w 5187198"/>
                <a:gd name="connsiteY188" fmla="*/ 371742 h 6239661"/>
                <a:gd name="connsiteX189" fmla="*/ 769262 w 5187198"/>
                <a:gd name="connsiteY189" fmla="*/ 336154 h 6239661"/>
                <a:gd name="connsiteX190" fmla="*/ 835552 w 5187198"/>
                <a:gd name="connsiteY190" fmla="*/ 301173 h 6239661"/>
                <a:gd name="connsiteX191" fmla="*/ 902979 w 5187198"/>
                <a:gd name="connsiteY191" fmla="*/ 268004 h 6239661"/>
                <a:gd name="connsiteX192" fmla="*/ 971127 w 5187198"/>
                <a:gd name="connsiteY192" fmla="*/ 235607 h 6239661"/>
                <a:gd name="connsiteX193" fmla="*/ 988238 w 5187198"/>
                <a:gd name="connsiteY193" fmla="*/ 227556 h 6239661"/>
                <a:gd name="connsiteX194" fmla="*/ 1005744 w 5187198"/>
                <a:gd name="connsiteY194" fmla="*/ 220191 h 6239661"/>
                <a:gd name="connsiteX195" fmla="*/ 1040729 w 5187198"/>
                <a:gd name="connsiteY195" fmla="*/ 205569 h 6239661"/>
                <a:gd name="connsiteX196" fmla="*/ 1110835 w 5187198"/>
                <a:gd name="connsiteY196" fmla="*/ 176248 h 6239661"/>
                <a:gd name="connsiteX197" fmla="*/ 1254256 w 5187198"/>
                <a:gd name="connsiteY197" fmla="*/ 123796 h 6239661"/>
                <a:gd name="connsiteX198" fmla="*/ 1401310 w 5187198"/>
                <a:gd name="connsiteY198" fmla="*/ 79852 h 6239661"/>
                <a:gd name="connsiteX199" fmla="*/ 2011811 w 5187198"/>
                <a:gd name="connsiteY199" fmla="*/ 4 h 62396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</a:cxnLst>
              <a:rect l="l" t="t" r="r" b="b"/>
              <a:pathLst>
                <a:path w="5187198" h="6239661">
                  <a:moveTo>
                    <a:pt x="2011811" y="4"/>
                  </a:moveTo>
                  <a:cubicBezTo>
                    <a:pt x="2217306" y="120"/>
                    <a:pt x="2420903" y="25925"/>
                    <a:pt x="2617011" y="70590"/>
                  </a:cubicBezTo>
                  <a:lnTo>
                    <a:pt x="2690321" y="88146"/>
                  </a:lnTo>
                  <a:lnTo>
                    <a:pt x="2726863" y="97127"/>
                  </a:lnTo>
                  <a:lnTo>
                    <a:pt x="2762951" y="107375"/>
                  </a:lnTo>
                  <a:lnTo>
                    <a:pt x="2834843" y="128493"/>
                  </a:lnTo>
                  <a:cubicBezTo>
                    <a:pt x="2858788" y="135605"/>
                    <a:pt x="2882632" y="142226"/>
                    <a:pt x="2906574" y="151076"/>
                  </a:cubicBezTo>
                  <a:cubicBezTo>
                    <a:pt x="2954475" y="167852"/>
                    <a:pt x="3002363" y="183813"/>
                    <a:pt x="3049504" y="202124"/>
                  </a:cubicBezTo>
                  <a:lnTo>
                    <a:pt x="3189518" y="260159"/>
                  </a:lnTo>
                  <a:lnTo>
                    <a:pt x="3326048" y="325143"/>
                  </a:lnTo>
                  <a:cubicBezTo>
                    <a:pt x="3370687" y="348464"/>
                    <a:pt x="3414908" y="372485"/>
                    <a:pt x="3459166" y="395936"/>
                  </a:cubicBezTo>
                  <a:cubicBezTo>
                    <a:pt x="3502947" y="420302"/>
                    <a:pt x="3545491" y="447118"/>
                    <a:pt x="3588578" y="472343"/>
                  </a:cubicBezTo>
                  <a:cubicBezTo>
                    <a:pt x="3610346" y="484551"/>
                    <a:pt x="3630797" y="499072"/>
                    <a:pt x="3651864" y="512600"/>
                  </a:cubicBezTo>
                  <a:lnTo>
                    <a:pt x="3714514" y="553499"/>
                  </a:lnTo>
                  <a:cubicBezTo>
                    <a:pt x="3880005" y="664844"/>
                    <a:pt x="4036083" y="788388"/>
                    <a:pt x="4181221" y="922912"/>
                  </a:cubicBezTo>
                  <a:cubicBezTo>
                    <a:pt x="4326221" y="1057515"/>
                    <a:pt x="4461955" y="1202038"/>
                    <a:pt x="4582963" y="1358264"/>
                  </a:cubicBezTo>
                  <a:cubicBezTo>
                    <a:pt x="4614206" y="1396543"/>
                    <a:pt x="4642091" y="1437400"/>
                    <a:pt x="4670721" y="1477644"/>
                  </a:cubicBezTo>
                  <a:cubicBezTo>
                    <a:pt x="4700172" y="1517414"/>
                    <a:pt x="4725864" y="1559538"/>
                    <a:pt x="4752378" y="1601187"/>
                  </a:cubicBezTo>
                  <a:lnTo>
                    <a:pt x="4772168" y="1632456"/>
                  </a:lnTo>
                  <a:lnTo>
                    <a:pt x="4782117" y="1648104"/>
                  </a:lnTo>
                  <a:lnTo>
                    <a:pt x="4791381" y="1664150"/>
                  </a:lnTo>
                  <a:lnTo>
                    <a:pt x="4828190" y="1728379"/>
                  </a:lnTo>
                  <a:cubicBezTo>
                    <a:pt x="4840266" y="1749930"/>
                    <a:pt x="4853470" y="1770740"/>
                    <a:pt x="4864832" y="1792796"/>
                  </a:cubicBezTo>
                  <a:lnTo>
                    <a:pt x="4899201" y="1858342"/>
                  </a:lnTo>
                  <a:cubicBezTo>
                    <a:pt x="4910484" y="1880260"/>
                    <a:pt x="4922532" y="1901920"/>
                    <a:pt x="4933266" y="1924155"/>
                  </a:cubicBezTo>
                  <a:lnTo>
                    <a:pt x="4964403" y="1991384"/>
                  </a:lnTo>
                  <a:cubicBezTo>
                    <a:pt x="4974618" y="2013829"/>
                    <a:pt x="4985323" y="2036171"/>
                    <a:pt x="4995019" y="2058823"/>
                  </a:cubicBezTo>
                  <a:lnTo>
                    <a:pt x="5021999" y="2127723"/>
                  </a:lnTo>
                  <a:lnTo>
                    <a:pt x="5048321" y="2196908"/>
                  </a:lnTo>
                  <a:lnTo>
                    <a:pt x="5070546" y="2267547"/>
                  </a:lnTo>
                  <a:cubicBezTo>
                    <a:pt x="5078054" y="2291004"/>
                    <a:pt x="5085044" y="2314670"/>
                    <a:pt x="5092171" y="2338256"/>
                  </a:cubicBezTo>
                  <a:cubicBezTo>
                    <a:pt x="5098670" y="2362023"/>
                    <a:pt x="5104296" y="2386019"/>
                    <a:pt x="5110305" y="2409886"/>
                  </a:cubicBezTo>
                  <a:cubicBezTo>
                    <a:pt x="5158097" y="2600976"/>
                    <a:pt x="5182068" y="2797044"/>
                    <a:pt x="5186393" y="2992022"/>
                  </a:cubicBezTo>
                  <a:cubicBezTo>
                    <a:pt x="5191013" y="3187195"/>
                    <a:pt x="5175397" y="3380886"/>
                    <a:pt x="5149045" y="3571816"/>
                  </a:cubicBezTo>
                  <a:cubicBezTo>
                    <a:pt x="5141154" y="3619431"/>
                    <a:pt x="5133539" y="3666889"/>
                    <a:pt x="5126572" y="3714520"/>
                  </a:cubicBezTo>
                  <a:cubicBezTo>
                    <a:pt x="5117276" y="3761759"/>
                    <a:pt x="5107793" y="3808831"/>
                    <a:pt x="5099067" y="3856108"/>
                  </a:cubicBezTo>
                  <a:lnTo>
                    <a:pt x="5095699" y="3873868"/>
                  </a:lnTo>
                  <a:lnTo>
                    <a:pt x="5091573" y="3891426"/>
                  </a:lnTo>
                  <a:lnTo>
                    <a:pt x="5083324" y="3926541"/>
                  </a:lnTo>
                  <a:lnTo>
                    <a:pt x="5067256" y="3996889"/>
                  </a:lnTo>
                  <a:cubicBezTo>
                    <a:pt x="5064451" y="4008657"/>
                    <a:pt x="5062244" y="4020353"/>
                    <a:pt x="5059194" y="4032171"/>
                  </a:cubicBezTo>
                  <a:lnTo>
                    <a:pt x="5049522" y="4067833"/>
                  </a:lnTo>
                  <a:lnTo>
                    <a:pt x="5040067" y="4103553"/>
                  </a:lnTo>
                  <a:cubicBezTo>
                    <a:pt x="5036554" y="4115363"/>
                    <a:pt x="5032689" y="4127194"/>
                    <a:pt x="5028960" y="4138946"/>
                  </a:cubicBezTo>
                  <a:cubicBezTo>
                    <a:pt x="4999693" y="4233462"/>
                    <a:pt x="4962869" y="4326764"/>
                    <a:pt x="4917351" y="4417041"/>
                  </a:cubicBezTo>
                  <a:cubicBezTo>
                    <a:pt x="4871860" y="4507209"/>
                    <a:pt x="4817597" y="4594215"/>
                    <a:pt x="4756163" y="4676402"/>
                  </a:cubicBezTo>
                  <a:cubicBezTo>
                    <a:pt x="4632803" y="4840875"/>
                    <a:pt x="4480597" y="4982783"/>
                    <a:pt x="4322493" y="5105604"/>
                  </a:cubicBezTo>
                  <a:cubicBezTo>
                    <a:pt x="4163928" y="5228420"/>
                    <a:pt x="3999564" y="5332640"/>
                    <a:pt x="3840510" y="5429590"/>
                  </a:cubicBezTo>
                  <a:cubicBezTo>
                    <a:pt x="3760954" y="5478172"/>
                    <a:pt x="3682353" y="5524924"/>
                    <a:pt x="3606447" y="5572862"/>
                  </a:cubicBezTo>
                  <a:lnTo>
                    <a:pt x="3488814" y="5647178"/>
                  </a:lnTo>
                  <a:cubicBezTo>
                    <a:pt x="3448270" y="5672597"/>
                    <a:pt x="3407323" y="5697792"/>
                    <a:pt x="3365864" y="5722735"/>
                  </a:cubicBezTo>
                  <a:cubicBezTo>
                    <a:pt x="3200163" y="5822424"/>
                    <a:pt x="3026125" y="5917328"/>
                    <a:pt x="2839486" y="5999120"/>
                  </a:cubicBezTo>
                  <a:cubicBezTo>
                    <a:pt x="2653201" y="6080891"/>
                    <a:pt x="2453560" y="6149344"/>
                    <a:pt x="2242423" y="6192346"/>
                  </a:cubicBezTo>
                  <a:cubicBezTo>
                    <a:pt x="2031719" y="6235463"/>
                    <a:pt x="1808952" y="6251353"/>
                    <a:pt x="1589380" y="6230657"/>
                  </a:cubicBezTo>
                  <a:lnTo>
                    <a:pt x="1548244" y="6226706"/>
                  </a:lnTo>
                  <a:cubicBezTo>
                    <a:pt x="1534528" y="6225117"/>
                    <a:pt x="1520898" y="6223203"/>
                    <a:pt x="1507348" y="6221428"/>
                  </a:cubicBezTo>
                  <a:lnTo>
                    <a:pt x="1466401" y="6215904"/>
                  </a:lnTo>
                  <a:cubicBezTo>
                    <a:pt x="1452772" y="6213991"/>
                    <a:pt x="1439316" y="6211428"/>
                    <a:pt x="1425773" y="6209191"/>
                  </a:cubicBezTo>
                  <a:cubicBezTo>
                    <a:pt x="1398775" y="6204391"/>
                    <a:pt x="1371610" y="6199779"/>
                    <a:pt x="1344960" y="6193681"/>
                  </a:cubicBezTo>
                  <a:cubicBezTo>
                    <a:pt x="1318251" y="6187799"/>
                    <a:pt x="1291260" y="6182538"/>
                    <a:pt x="1265007" y="6175388"/>
                  </a:cubicBezTo>
                  <a:lnTo>
                    <a:pt x="1225415" y="6165243"/>
                  </a:lnTo>
                  <a:cubicBezTo>
                    <a:pt x="1212163" y="6161924"/>
                    <a:pt x="1198939" y="6158496"/>
                    <a:pt x="1186567" y="6154486"/>
                  </a:cubicBezTo>
                  <a:lnTo>
                    <a:pt x="1111158" y="6130918"/>
                  </a:lnTo>
                  <a:lnTo>
                    <a:pt x="1035915" y="6107163"/>
                  </a:lnTo>
                  <a:cubicBezTo>
                    <a:pt x="1010846" y="6099055"/>
                    <a:pt x="986357" y="6088784"/>
                    <a:pt x="961579" y="6079594"/>
                  </a:cubicBezTo>
                  <a:cubicBezTo>
                    <a:pt x="763709" y="6005594"/>
                    <a:pt x="572401" y="5909703"/>
                    <a:pt x="395297" y="5792812"/>
                  </a:cubicBezTo>
                  <a:lnTo>
                    <a:pt x="265239" y="5701511"/>
                  </a:lnTo>
                  <a:cubicBezTo>
                    <a:pt x="254227" y="5694155"/>
                    <a:pt x="244103" y="5685646"/>
                    <a:pt x="233756" y="5677542"/>
                  </a:cubicBezTo>
                  <a:lnTo>
                    <a:pt x="202800" y="5652902"/>
                  </a:lnTo>
                  <a:lnTo>
                    <a:pt x="140918" y="5603515"/>
                  </a:lnTo>
                  <a:cubicBezTo>
                    <a:pt x="130598" y="5595302"/>
                    <a:pt x="120280" y="5587089"/>
                    <a:pt x="110625" y="5578127"/>
                  </a:cubicBezTo>
                  <a:cubicBezTo>
                    <a:pt x="105647" y="5573779"/>
                    <a:pt x="100444" y="5569834"/>
                    <a:pt x="95631" y="5565299"/>
                  </a:cubicBezTo>
                  <a:cubicBezTo>
                    <a:pt x="90955" y="5560684"/>
                    <a:pt x="86505" y="5555666"/>
                    <a:pt x="81966" y="5550973"/>
                  </a:cubicBezTo>
                  <a:lnTo>
                    <a:pt x="27991" y="5493272"/>
                  </a:lnTo>
                  <a:cubicBezTo>
                    <a:pt x="19109" y="5483589"/>
                    <a:pt x="9758" y="5474359"/>
                    <a:pt x="1454" y="5464252"/>
                  </a:cubicBezTo>
                  <a:lnTo>
                    <a:pt x="0" y="5462518"/>
                  </a:lnTo>
                  <a:lnTo>
                    <a:pt x="0" y="4720187"/>
                  </a:lnTo>
                  <a:lnTo>
                    <a:pt x="109684" y="4836724"/>
                  </a:lnTo>
                  <a:cubicBezTo>
                    <a:pt x="173316" y="4897375"/>
                    <a:pt x="239447" y="4954160"/>
                    <a:pt x="306959" y="5007200"/>
                  </a:cubicBezTo>
                  <a:lnTo>
                    <a:pt x="358101" y="5046057"/>
                  </a:lnTo>
                  <a:lnTo>
                    <a:pt x="383328" y="5065684"/>
                  </a:lnTo>
                  <a:cubicBezTo>
                    <a:pt x="391637" y="5072316"/>
                    <a:pt x="400805" y="5077902"/>
                    <a:pt x="409503" y="5083942"/>
                  </a:cubicBezTo>
                  <a:lnTo>
                    <a:pt x="461889" y="5119888"/>
                  </a:lnTo>
                  <a:cubicBezTo>
                    <a:pt x="466184" y="5122893"/>
                    <a:pt x="470616" y="5125820"/>
                    <a:pt x="474883" y="5128933"/>
                  </a:cubicBezTo>
                  <a:cubicBezTo>
                    <a:pt x="478982" y="5132235"/>
                    <a:pt x="482476" y="5136069"/>
                    <a:pt x="486410" y="5139557"/>
                  </a:cubicBezTo>
                  <a:cubicBezTo>
                    <a:pt x="494140" y="5146613"/>
                    <a:pt x="502565" y="5152812"/>
                    <a:pt x="510852" y="5159089"/>
                  </a:cubicBezTo>
                  <a:lnTo>
                    <a:pt x="560653" y="5196893"/>
                  </a:lnTo>
                  <a:lnTo>
                    <a:pt x="585485" y="5215834"/>
                  </a:lnTo>
                  <a:cubicBezTo>
                    <a:pt x="593773" y="5222111"/>
                    <a:pt x="601864" y="5228685"/>
                    <a:pt x="610707" y="5234185"/>
                  </a:cubicBezTo>
                  <a:lnTo>
                    <a:pt x="714768" y="5303103"/>
                  </a:lnTo>
                  <a:cubicBezTo>
                    <a:pt x="856162" y="5390603"/>
                    <a:pt x="1008099" y="5459947"/>
                    <a:pt x="1166634" y="5513322"/>
                  </a:cubicBezTo>
                  <a:cubicBezTo>
                    <a:pt x="1186540" y="5519932"/>
                    <a:pt x="1205774" y="5527751"/>
                    <a:pt x="1225991" y="5533632"/>
                  </a:cubicBezTo>
                  <a:lnTo>
                    <a:pt x="1286680" y="5550705"/>
                  </a:lnTo>
                  <a:lnTo>
                    <a:pt x="1347310" y="5567995"/>
                  </a:lnTo>
                  <a:cubicBezTo>
                    <a:pt x="1357469" y="5571180"/>
                    <a:pt x="1367261" y="5573572"/>
                    <a:pt x="1377002" y="5575719"/>
                  </a:cubicBezTo>
                  <a:lnTo>
                    <a:pt x="1406328" y="5582649"/>
                  </a:lnTo>
                  <a:cubicBezTo>
                    <a:pt x="1425825" y="5587757"/>
                    <a:pt x="1445490" y="5590939"/>
                    <a:pt x="1465060" y="5594909"/>
                  </a:cubicBezTo>
                  <a:cubicBezTo>
                    <a:pt x="1484652" y="5599231"/>
                    <a:pt x="1504324" y="5601952"/>
                    <a:pt x="1523881" y="5605105"/>
                  </a:cubicBezTo>
                  <a:cubicBezTo>
                    <a:pt x="1533660" y="5606682"/>
                    <a:pt x="1543460" y="5608613"/>
                    <a:pt x="1553325" y="5609865"/>
                  </a:cubicBezTo>
                  <a:lnTo>
                    <a:pt x="1582813" y="5613593"/>
                  </a:lnTo>
                  <a:lnTo>
                    <a:pt x="1612301" y="5617321"/>
                  </a:lnTo>
                  <a:lnTo>
                    <a:pt x="1641863" y="5619910"/>
                  </a:lnTo>
                  <a:cubicBezTo>
                    <a:pt x="1799348" y="5633940"/>
                    <a:pt x="1957913" y="5625770"/>
                    <a:pt x="2117508" y="5595156"/>
                  </a:cubicBezTo>
                  <a:cubicBezTo>
                    <a:pt x="2277124" y="5564895"/>
                    <a:pt x="2437004" y="5512449"/>
                    <a:pt x="2597368" y="5447381"/>
                  </a:cubicBezTo>
                  <a:cubicBezTo>
                    <a:pt x="2757791" y="5382096"/>
                    <a:pt x="2918855" y="5304464"/>
                    <a:pt x="3082968" y="5223245"/>
                  </a:cubicBezTo>
                  <a:lnTo>
                    <a:pt x="3334855" y="5097383"/>
                  </a:lnTo>
                  <a:cubicBezTo>
                    <a:pt x="3423528" y="5054142"/>
                    <a:pt x="3511773" y="5013798"/>
                    <a:pt x="3599509" y="4976217"/>
                  </a:cubicBezTo>
                  <a:cubicBezTo>
                    <a:pt x="3774960" y="4900701"/>
                    <a:pt x="3948276" y="4837481"/>
                    <a:pt x="4112002" y="4766359"/>
                  </a:cubicBezTo>
                  <a:cubicBezTo>
                    <a:pt x="4193972" y="4730827"/>
                    <a:pt x="4273429" y="4692997"/>
                    <a:pt x="4348983" y="4649833"/>
                  </a:cubicBezTo>
                  <a:cubicBezTo>
                    <a:pt x="4424508" y="4606778"/>
                    <a:pt x="4496050" y="4558250"/>
                    <a:pt x="4560505" y="4501564"/>
                  </a:cubicBezTo>
                  <a:cubicBezTo>
                    <a:pt x="4625198" y="4445289"/>
                    <a:pt x="4682991" y="4381021"/>
                    <a:pt x="4731963" y="4309870"/>
                  </a:cubicBezTo>
                  <a:cubicBezTo>
                    <a:pt x="4781043" y="4238747"/>
                    <a:pt x="4821275" y="4160848"/>
                    <a:pt x="4852344" y="4078640"/>
                  </a:cubicBezTo>
                  <a:lnTo>
                    <a:pt x="4863972" y="4047790"/>
                  </a:lnTo>
                  <a:lnTo>
                    <a:pt x="4874144" y="4016320"/>
                  </a:lnTo>
                  <a:lnTo>
                    <a:pt x="4884127" y="3984682"/>
                  </a:lnTo>
                  <a:cubicBezTo>
                    <a:pt x="4887242" y="3973925"/>
                    <a:pt x="4889981" y="3962835"/>
                    <a:pt x="4892800" y="3951883"/>
                  </a:cubicBezTo>
                  <a:lnTo>
                    <a:pt x="4909526" y="3886001"/>
                  </a:lnTo>
                  <a:lnTo>
                    <a:pt x="4917687" y="3852948"/>
                  </a:lnTo>
                  <a:lnTo>
                    <a:pt x="4921768" y="3836422"/>
                  </a:lnTo>
                  <a:lnTo>
                    <a:pt x="4924845" y="3819742"/>
                  </a:lnTo>
                  <a:cubicBezTo>
                    <a:pt x="4933092" y="3775120"/>
                    <a:pt x="4941231" y="3730469"/>
                    <a:pt x="4948230" y="3685744"/>
                  </a:cubicBezTo>
                  <a:cubicBezTo>
                    <a:pt x="4953579" y="3640694"/>
                    <a:pt x="4958249" y="3595577"/>
                    <a:pt x="4962782" y="3550540"/>
                  </a:cubicBezTo>
                  <a:cubicBezTo>
                    <a:pt x="4976580" y="3369692"/>
                    <a:pt x="4965812" y="3187942"/>
                    <a:pt x="4939468" y="3010249"/>
                  </a:cubicBezTo>
                  <a:cubicBezTo>
                    <a:pt x="4912965" y="2832281"/>
                    <a:pt x="4870237" y="2658196"/>
                    <a:pt x="4816901" y="2488224"/>
                  </a:cubicBezTo>
                  <a:cubicBezTo>
                    <a:pt x="4810197" y="2466954"/>
                    <a:pt x="4803984" y="2445582"/>
                    <a:pt x="4797005" y="2424470"/>
                  </a:cubicBezTo>
                  <a:cubicBezTo>
                    <a:pt x="4789399" y="2403537"/>
                    <a:pt x="4781686" y="2382574"/>
                    <a:pt x="4774433" y="2361620"/>
                  </a:cubicBezTo>
                  <a:lnTo>
                    <a:pt x="4752459" y="2298700"/>
                  </a:lnTo>
                  <a:lnTo>
                    <a:pt x="4728083" y="2236526"/>
                  </a:lnTo>
                  <a:cubicBezTo>
                    <a:pt x="4719957" y="2215802"/>
                    <a:pt x="4712352" y="2194869"/>
                    <a:pt x="4704471" y="2174095"/>
                  </a:cubicBezTo>
                  <a:lnTo>
                    <a:pt x="4678399" y="2112626"/>
                  </a:lnTo>
                  <a:lnTo>
                    <a:pt x="4652601" y="2050999"/>
                  </a:lnTo>
                  <a:cubicBezTo>
                    <a:pt x="4643711" y="2030533"/>
                    <a:pt x="4633616" y="2010672"/>
                    <a:pt x="4624205" y="1990415"/>
                  </a:cubicBezTo>
                  <a:lnTo>
                    <a:pt x="4595398" y="1930069"/>
                  </a:lnTo>
                  <a:cubicBezTo>
                    <a:pt x="4585714" y="1909969"/>
                    <a:pt x="4574413" y="1890713"/>
                    <a:pt x="4563827" y="1870952"/>
                  </a:cubicBezTo>
                  <a:lnTo>
                    <a:pt x="4531433" y="1812311"/>
                  </a:lnTo>
                  <a:lnTo>
                    <a:pt x="4523315" y="1797616"/>
                  </a:lnTo>
                  <a:lnTo>
                    <a:pt x="4514482" y="1783425"/>
                  </a:lnTo>
                  <a:lnTo>
                    <a:pt x="4496845" y="1754936"/>
                  </a:lnTo>
                  <a:lnTo>
                    <a:pt x="4461463" y="1697929"/>
                  </a:lnTo>
                  <a:lnTo>
                    <a:pt x="4452660" y="1683629"/>
                  </a:lnTo>
                  <a:lnTo>
                    <a:pt x="4443141" y="1669834"/>
                  </a:lnTo>
                  <a:lnTo>
                    <a:pt x="4424241" y="1642166"/>
                  </a:lnTo>
                  <a:cubicBezTo>
                    <a:pt x="4399005" y="1605265"/>
                    <a:pt x="4374512" y="1567751"/>
                    <a:pt x="4346886" y="1532412"/>
                  </a:cubicBezTo>
                  <a:cubicBezTo>
                    <a:pt x="4240477" y="1388328"/>
                    <a:pt x="4120362" y="1253437"/>
                    <a:pt x="3985497" y="1134649"/>
                  </a:cubicBezTo>
                  <a:cubicBezTo>
                    <a:pt x="3850799" y="1015675"/>
                    <a:pt x="3702920" y="911715"/>
                    <a:pt x="3545665" y="825877"/>
                  </a:cubicBezTo>
                  <a:lnTo>
                    <a:pt x="3486190" y="794756"/>
                  </a:lnTo>
                  <a:cubicBezTo>
                    <a:pt x="3466181" y="784640"/>
                    <a:pt x="3446893" y="773560"/>
                    <a:pt x="3426182" y="764765"/>
                  </a:cubicBezTo>
                  <a:lnTo>
                    <a:pt x="3365044" y="737255"/>
                  </a:lnTo>
                  <a:lnTo>
                    <a:pt x="3334529" y="723514"/>
                  </a:lnTo>
                  <a:cubicBezTo>
                    <a:pt x="3324394" y="718943"/>
                    <a:pt x="3314287" y="714265"/>
                    <a:pt x="3303733" y="710395"/>
                  </a:cubicBezTo>
                  <a:cubicBezTo>
                    <a:pt x="3262013" y="694346"/>
                    <a:pt x="3220711" y="677599"/>
                    <a:pt x="3179033" y="662259"/>
                  </a:cubicBezTo>
                  <a:lnTo>
                    <a:pt x="3052408" y="620447"/>
                  </a:lnTo>
                  <a:lnTo>
                    <a:pt x="2924325" y="584505"/>
                  </a:lnTo>
                  <a:cubicBezTo>
                    <a:pt x="2903106" y="578471"/>
                    <a:pt x="2881119" y="574434"/>
                    <a:pt x="2859667" y="569266"/>
                  </a:cubicBezTo>
                  <a:lnTo>
                    <a:pt x="2795226" y="554085"/>
                  </a:lnTo>
                  <a:cubicBezTo>
                    <a:pt x="2774078" y="548652"/>
                    <a:pt x="2751709" y="544744"/>
                    <a:pt x="2729702" y="540354"/>
                  </a:cubicBezTo>
                  <a:lnTo>
                    <a:pt x="2663758" y="527322"/>
                  </a:lnTo>
                  <a:lnTo>
                    <a:pt x="2630927" y="520495"/>
                  </a:lnTo>
                  <a:lnTo>
                    <a:pt x="2597965" y="515024"/>
                  </a:lnTo>
                  <a:cubicBezTo>
                    <a:pt x="2575970" y="511449"/>
                    <a:pt x="2554112" y="507795"/>
                    <a:pt x="2532205" y="503895"/>
                  </a:cubicBezTo>
                  <a:cubicBezTo>
                    <a:pt x="2357016" y="475037"/>
                    <a:pt x="2182954" y="456682"/>
                    <a:pt x="2010064" y="452552"/>
                  </a:cubicBezTo>
                  <a:cubicBezTo>
                    <a:pt x="1837255" y="448558"/>
                    <a:pt x="1665388" y="457916"/>
                    <a:pt x="1494552" y="485055"/>
                  </a:cubicBezTo>
                  <a:cubicBezTo>
                    <a:pt x="1452133" y="492816"/>
                    <a:pt x="1409569" y="501117"/>
                    <a:pt x="1366896" y="509389"/>
                  </a:cubicBezTo>
                  <a:cubicBezTo>
                    <a:pt x="1324862" y="520035"/>
                    <a:pt x="1282333" y="529505"/>
                    <a:pt x="1240175" y="541045"/>
                  </a:cubicBezTo>
                  <a:lnTo>
                    <a:pt x="1177438" y="560170"/>
                  </a:lnTo>
                  <a:lnTo>
                    <a:pt x="1145987" y="569826"/>
                  </a:lnTo>
                  <a:lnTo>
                    <a:pt x="1130315" y="574669"/>
                  </a:lnTo>
                  <a:lnTo>
                    <a:pt x="1114873" y="580384"/>
                  </a:lnTo>
                  <a:lnTo>
                    <a:pt x="1052839" y="602943"/>
                  </a:lnTo>
                  <a:cubicBezTo>
                    <a:pt x="1032151" y="610499"/>
                    <a:pt x="1011255" y="617535"/>
                    <a:pt x="991135" y="626866"/>
                  </a:cubicBezTo>
                  <a:lnTo>
                    <a:pt x="930179" y="653191"/>
                  </a:lnTo>
                  <a:cubicBezTo>
                    <a:pt x="909850" y="662002"/>
                    <a:pt x="889443" y="670676"/>
                    <a:pt x="869768" y="680937"/>
                  </a:cubicBezTo>
                  <a:lnTo>
                    <a:pt x="810085" y="710734"/>
                  </a:lnTo>
                  <a:cubicBezTo>
                    <a:pt x="790331" y="720859"/>
                    <a:pt x="770124" y="730514"/>
                    <a:pt x="751220" y="741794"/>
                  </a:cubicBezTo>
                  <a:cubicBezTo>
                    <a:pt x="673929" y="784955"/>
                    <a:pt x="598827" y="830326"/>
                    <a:pt x="532669" y="881688"/>
                  </a:cubicBezTo>
                  <a:cubicBezTo>
                    <a:pt x="464226" y="931625"/>
                    <a:pt x="406969" y="988270"/>
                    <a:pt x="354185" y="1050286"/>
                  </a:cubicBezTo>
                  <a:lnTo>
                    <a:pt x="315980" y="1098125"/>
                  </a:lnTo>
                  <a:lnTo>
                    <a:pt x="280345" y="1149782"/>
                  </a:lnTo>
                  <a:cubicBezTo>
                    <a:pt x="268144" y="1166335"/>
                    <a:pt x="257438" y="1185955"/>
                    <a:pt x="245890" y="1203959"/>
                  </a:cubicBezTo>
                  <a:cubicBezTo>
                    <a:pt x="234552" y="1222481"/>
                    <a:pt x="223171" y="1240298"/>
                    <a:pt x="212162" y="1260184"/>
                  </a:cubicBezTo>
                  <a:cubicBezTo>
                    <a:pt x="168299" y="1337574"/>
                    <a:pt x="125055" y="1419360"/>
                    <a:pt x="80716" y="1502476"/>
                  </a:cubicBezTo>
                  <a:lnTo>
                    <a:pt x="0" y="1648841"/>
                  </a:lnTo>
                  <a:lnTo>
                    <a:pt x="0" y="954863"/>
                  </a:lnTo>
                  <a:lnTo>
                    <a:pt x="43491" y="895513"/>
                  </a:lnTo>
                  <a:cubicBezTo>
                    <a:pt x="59888" y="874984"/>
                    <a:pt x="77014" y="854766"/>
                    <a:pt x="93923" y="834489"/>
                  </a:cubicBezTo>
                  <a:cubicBezTo>
                    <a:pt x="163245" y="754880"/>
                    <a:pt x="240806" y="679565"/>
                    <a:pt x="323465" y="617671"/>
                  </a:cubicBezTo>
                  <a:cubicBezTo>
                    <a:pt x="405002" y="553042"/>
                    <a:pt x="490132" y="499230"/>
                    <a:pt x="574777" y="446794"/>
                  </a:cubicBezTo>
                  <a:cubicBezTo>
                    <a:pt x="595733" y="433050"/>
                    <a:pt x="617442" y="421248"/>
                    <a:pt x="638943" y="408925"/>
                  </a:cubicBezTo>
                  <a:lnTo>
                    <a:pt x="703505" y="371742"/>
                  </a:lnTo>
                  <a:cubicBezTo>
                    <a:pt x="724798" y="358900"/>
                    <a:pt x="747120" y="347842"/>
                    <a:pt x="769262" y="336154"/>
                  </a:cubicBezTo>
                  <a:lnTo>
                    <a:pt x="835552" y="301173"/>
                  </a:lnTo>
                  <a:cubicBezTo>
                    <a:pt x="857427" y="289183"/>
                    <a:pt x="880470" y="278896"/>
                    <a:pt x="902979" y="268004"/>
                  </a:cubicBezTo>
                  <a:lnTo>
                    <a:pt x="971127" y="235607"/>
                  </a:lnTo>
                  <a:lnTo>
                    <a:pt x="988238" y="227556"/>
                  </a:lnTo>
                  <a:lnTo>
                    <a:pt x="1005744" y="220191"/>
                  </a:lnTo>
                  <a:lnTo>
                    <a:pt x="1040729" y="205569"/>
                  </a:lnTo>
                  <a:lnTo>
                    <a:pt x="1110835" y="176248"/>
                  </a:lnTo>
                  <a:cubicBezTo>
                    <a:pt x="1157999" y="157703"/>
                    <a:pt x="1206322" y="141323"/>
                    <a:pt x="1254256" y="123796"/>
                  </a:cubicBezTo>
                  <a:cubicBezTo>
                    <a:pt x="1302938" y="108671"/>
                    <a:pt x="1352074" y="94017"/>
                    <a:pt x="1401310" y="79852"/>
                  </a:cubicBezTo>
                  <a:cubicBezTo>
                    <a:pt x="1599497" y="26774"/>
                    <a:pt x="1806373" y="-329"/>
                    <a:pt x="2011811" y="4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F47147BC-8321-E42B-0633-99EDE168729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297400"/>
              <a:ext cx="5215811" cy="6107388"/>
            </a:xfrm>
            <a:custGeom>
              <a:avLst/>
              <a:gdLst>
                <a:gd name="connsiteX0" fmla="*/ 1869139 w 5215811"/>
                <a:gd name="connsiteY0" fmla="*/ 9 h 6107388"/>
                <a:gd name="connsiteX1" fmla="*/ 2791149 w 5215811"/>
                <a:gd name="connsiteY1" fmla="*/ 130229 h 6107388"/>
                <a:gd name="connsiteX2" fmla="*/ 4760307 w 5215811"/>
                <a:gd name="connsiteY2" fmla="*/ 1608408 h 6107388"/>
                <a:gd name="connsiteX3" fmla="*/ 5108574 w 5215811"/>
                <a:gd name="connsiteY3" fmla="*/ 4050383 h 6107388"/>
                <a:gd name="connsiteX4" fmla="*/ 3434916 w 5215811"/>
                <a:gd name="connsiteY4" fmla="*/ 5503134 h 6107388"/>
                <a:gd name="connsiteX5" fmla="*/ 1137841 w 5215811"/>
                <a:gd name="connsiteY5" fmla="*/ 6033968 h 6107388"/>
                <a:gd name="connsiteX6" fmla="*/ 217555 w 5215811"/>
                <a:gd name="connsiteY6" fmla="*/ 5598945 h 6107388"/>
                <a:gd name="connsiteX7" fmla="*/ 0 w 5215811"/>
                <a:gd name="connsiteY7" fmla="*/ 5419622 h 6107388"/>
                <a:gd name="connsiteX8" fmla="*/ 0 w 5215811"/>
                <a:gd name="connsiteY8" fmla="*/ 4571683 h 6107388"/>
                <a:gd name="connsiteX9" fmla="*/ 18056 w 5215811"/>
                <a:gd name="connsiteY9" fmla="*/ 4599282 h 6107388"/>
                <a:gd name="connsiteX10" fmla="*/ 358324 w 5215811"/>
                <a:gd name="connsiteY10" fmla="*/ 4988154 h 6107388"/>
                <a:gd name="connsiteX11" fmla="*/ 1282741 w 5215811"/>
                <a:gd name="connsiteY11" fmla="*/ 5493193 h 6107388"/>
                <a:gd name="connsiteX12" fmla="*/ 2172794 w 5215811"/>
                <a:gd name="connsiteY12" fmla="*/ 5470630 h 6107388"/>
                <a:gd name="connsiteX13" fmla="*/ 3146893 w 5215811"/>
                <a:gd name="connsiteY13" fmla="*/ 5016296 h 6107388"/>
                <a:gd name="connsiteX14" fmla="*/ 3574114 w 5215811"/>
                <a:gd name="connsiteY14" fmla="*/ 4791124 h 6107388"/>
                <a:gd name="connsiteX15" fmla="*/ 4244948 w 5215811"/>
                <a:gd name="connsiteY15" fmla="*/ 4392664 h 6107388"/>
                <a:gd name="connsiteX16" fmla="*/ 4556385 w 5215811"/>
                <a:gd name="connsiteY16" fmla="*/ 3902656 h 6107388"/>
                <a:gd name="connsiteX17" fmla="*/ 4616354 w 5215811"/>
                <a:gd name="connsiteY17" fmla="*/ 2851680 h 6107388"/>
                <a:gd name="connsiteX18" fmla="*/ 4269266 w 5215811"/>
                <a:gd name="connsiteY18" fmla="*/ 1889625 h 6107388"/>
                <a:gd name="connsiteX19" fmla="*/ 2645976 w 5215811"/>
                <a:gd name="connsiteY19" fmla="*/ 671162 h 6107388"/>
                <a:gd name="connsiteX20" fmla="*/ 1648930 w 5215811"/>
                <a:gd name="connsiteY20" fmla="*/ 573017 h 6107388"/>
                <a:gd name="connsiteX21" fmla="*/ 771768 w 5215811"/>
                <a:gd name="connsiteY21" fmla="*/ 865882 h 6107388"/>
                <a:gd name="connsiteX22" fmla="*/ 433617 w 5215811"/>
                <a:gd name="connsiteY22" fmla="*/ 1119441 h 6107388"/>
                <a:gd name="connsiteX23" fmla="*/ 200571 w 5215811"/>
                <a:gd name="connsiteY23" fmla="*/ 1486480 h 6107388"/>
                <a:gd name="connsiteX24" fmla="*/ 47077 w 5215811"/>
                <a:gd name="connsiteY24" fmla="*/ 1753604 h 6107388"/>
                <a:gd name="connsiteX25" fmla="*/ 0 w 5215811"/>
                <a:gd name="connsiteY25" fmla="*/ 1831655 h 6107388"/>
                <a:gd name="connsiteX26" fmla="*/ 0 w 5215811"/>
                <a:gd name="connsiteY26" fmla="*/ 751112 h 6107388"/>
                <a:gd name="connsiteX27" fmla="*/ 6994 w 5215811"/>
                <a:gd name="connsiteY27" fmla="*/ 742614 h 6107388"/>
                <a:gd name="connsiteX28" fmla="*/ 484047 w 5215811"/>
                <a:gd name="connsiteY28" fmla="*/ 378777 h 6107388"/>
                <a:gd name="connsiteX29" fmla="*/ 1869139 w 5215811"/>
                <a:gd name="connsiteY29" fmla="*/ 9 h 61073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5811" h="6107388">
                  <a:moveTo>
                    <a:pt x="1869139" y="9"/>
                  </a:moveTo>
                  <a:cubicBezTo>
                    <a:pt x="2160924" y="-706"/>
                    <a:pt x="2465752" y="43039"/>
                    <a:pt x="2791149" y="130229"/>
                  </a:cubicBezTo>
                  <a:cubicBezTo>
                    <a:pt x="3651198" y="360678"/>
                    <a:pt x="4339884" y="907924"/>
                    <a:pt x="4760307" y="1608408"/>
                  </a:cubicBezTo>
                  <a:cubicBezTo>
                    <a:pt x="5188180" y="2321320"/>
                    <a:pt x="5338357" y="3192822"/>
                    <a:pt x="5108574" y="4050383"/>
                  </a:cubicBezTo>
                  <a:cubicBezTo>
                    <a:pt x="4880820" y="4900373"/>
                    <a:pt x="4152841" y="5098512"/>
                    <a:pt x="3434916" y="5503134"/>
                  </a:cubicBezTo>
                  <a:cubicBezTo>
                    <a:pt x="2717099" y="5907783"/>
                    <a:pt x="2005568" y="6266474"/>
                    <a:pt x="1137841" y="6033968"/>
                  </a:cubicBezTo>
                  <a:cubicBezTo>
                    <a:pt x="783079" y="5938910"/>
                    <a:pt x="479573" y="5790114"/>
                    <a:pt x="217555" y="5598945"/>
                  </a:cubicBezTo>
                  <a:lnTo>
                    <a:pt x="0" y="5419622"/>
                  </a:lnTo>
                  <a:lnTo>
                    <a:pt x="0" y="4571683"/>
                  </a:lnTo>
                  <a:lnTo>
                    <a:pt x="18056" y="4599282"/>
                  </a:lnTo>
                  <a:cubicBezTo>
                    <a:pt x="124071" y="4746782"/>
                    <a:pt x="237002" y="4875718"/>
                    <a:pt x="358324" y="4988154"/>
                  </a:cubicBezTo>
                  <a:cubicBezTo>
                    <a:pt x="621323" y="5231809"/>
                    <a:pt x="923667" y="5396979"/>
                    <a:pt x="1282741" y="5493193"/>
                  </a:cubicBezTo>
                  <a:cubicBezTo>
                    <a:pt x="1573894" y="5571207"/>
                    <a:pt x="1856732" y="5563878"/>
                    <a:pt x="2172794" y="5470630"/>
                  </a:cubicBezTo>
                  <a:cubicBezTo>
                    <a:pt x="2498985" y="5374183"/>
                    <a:pt x="2832844" y="5193315"/>
                    <a:pt x="3146893" y="5016296"/>
                  </a:cubicBezTo>
                  <a:cubicBezTo>
                    <a:pt x="3293538" y="4933641"/>
                    <a:pt x="3436182" y="4861160"/>
                    <a:pt x="3574114" y="4791124"/>
                  </a:cubicBezTo>
                  <a:cubicBezTo>
                    <a:pt x="3841238" y="4655550"/>
                    <a:pt x="4071901" y="4538375"/>
                    <a:pt x="4244948" y="4392664"/>
                  </a:cubicBezTo>
                  <a:cubicBezTo>
                    <a:pt x="4405844" y="4257259"/>
                    <a:pt x="4501845" y="4106204"/>
                    <a:pt x="4556385" y="3902656"/>
                  </a:cubicBezTo>
                  <a:cubicBezTo>
                    <a:pt x="4649063" y="3556776"/>
                    <a:pt x="4669271" y="3203187"/>
                    <a:pt x="4616354" y="2851680"/>
                  </a:cubicBezTo>
                  <a:cubicBezTo>
                    <a:pt x="4565198" y="2511774"/>
                    <a:pt x="4448474" y="2188147"/>
                    <a:pt x="4269266" y="1889625"/>
                  </a:cubicBezTo>
                  <a:cubicBezTo>
                    <a:pt x="3907781" y="1287586"/>
                    <a:pt x="3331245" y="854780"/>
                    <a:pt x="2645976" y="671162"/>
                  </a:cubicBezTo>
                  <a:cubicBezTo>
                    <a:pt x="2278249" y="572630"/>
                    <a:pt x="1952074" y="540526"/>
                    <a:pt x="1648930" y="573017"/>
                  </a:cubicBezTo>
                  <a:cubicBezTo>
                    <a:pt x="1351746" y="604901"/>
                    <a:pt x="1064785" y="700731"/>
                    <a:pt x="771768" y="865882"/>
                  </a:cubicBezTo>
                  <a:cubicBezTo>
                    <a:pt x="568061" y="980657"/>
                    <a:pt x="486465" y="1058486"/>
                    <a:pt x="433617" y="1119441"/>
                  </a:cubicBezTo>
                  <a:cubicBezTo>
                    <a:pt x="358307" y="1206256"/>
                    <a:pt x="292149" y="1323808"/>
                    <a:pt x="200571" y="1486480"/>
                  </a:cubicBezTo>
                  <a:cubicBezTo>
                    <a:pt x="156644" y="1564432"/>
                    <a:pt x="106654" y="1653214"/>
                    <a:pt x="47077" y="1753604"/>
                  </a:cubicBezTo>
                  <a:lnTo>
                    <a:pt x="0" y="1831655"/>
                  </a:lnTo>
                  <a:lnTo>
                    <a:pt x="0" y="751112"/>
                  </a:lnTo>
                  <a:lnTo>
                    <a:pt x="6994" y="742614"/>
                  </a:lnTo>
                  <a:cubicBezTo>
                    <a:pt x="117721" y="617683"/>
                    <a:pt x="259696" y="505222"/>
                    <a:pt x="484047" y="378777"/>
                  </a:cubicBezTo>
                  <a:cubicBezTo>
                    <a:pt x="932751" y="125890"/>
                    <a:pt x="1382831" y="1200"/>
                    <a:pt x="1869139" y="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AD1583A8-9F09-7196-9642-0CCF0873329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319367"/>
              <a:ext cx="5217956" cy="6100079"/>
            </a:xfrm>
            <a:custGeom>
              <a:avLst/>
              <a:gdLst>
                <a:gd name="connsiteX0" fmla="*/ 1951393 w 5217956"/>
                <a:gd name="connsiteY0" fmla="*/ 82 h 6100079"/>
                <a:gd name="connsiteX1" fmla="*/ 2855177 w 5217956"/>
                <a:gd name="connsiteY1" fmla="*/ 125419 h 6100079"/>
                <a:gd name="connsiteX2" fmla="*/ 4779341 w 5217956"/>
                <a:gd name="connsiteY2" fmla="*/ 1591542 h 6100079"/>
                <a:gd name="connsiteX3" fmla="*/ 5108573 w 5217956"/>
                <a:gd name="connsiteY3" fmla="*/ 4028416 h 6100079"/>
                <a:gd name="connsiteX4" fmla="*/ 3459358 w 5217956"/>
                <a:gd name="connsiteY4" fmla="*/ 5487716 h 6100079"/>
                <a:gd name="connsiteX5" fmla="*/ 1203274 w 5217956"/>
                <a:gd name="connsiteY5" fmla="*/ 6029534 h 6100079"/>
                <a:gd name="connsiteX6" fmla="*/ 59920 w 5217956"/>
                <a:gd name="connsiteY6" fmla="*/ 5396467 h 6100079"/>
                <a:gd name="connsiteX7" fmla="*/ 0 w 5217956"/>
                <a:gd name="connsiteY7" fmla="*/ 5333382 h 6100079"/>
                <a:gd name="connsiteX8" fmla="*/ 0 w 5217956"/>
                <a:gd name="connsiteY8" fmla="*/ 4205833 h 6100079"/>
                <a:gd name="connsiteX9" fmla="*/ 58036 w 5217956"/>
                <a:gd name="connsiteY9" fmla="*/ 4310048 h 6100079"/>
                <a:gd name="connsiteX10" fmla="*/ 520779 w 5217956"/>
                <a:gd name="connsiteY10" fmla="*/ 4907591 h 6100079"/>
                <a:gd name="connsiteX11" fmla="*/ 1377154 w 5217956"/>
                <a:gd name="connsiteY11" fmla="*/ 5380604 h 6100079"/>
                <a:gd name="connsiteX12" fmla="*/ 3123340 w 5217956"/>
                <a:gd name="connsiteY12" fmla="*/ 4905715 h 6100079"/>
                <a:gd name="connsiteX13" fmla="*/ 3547863 w 5217956"/>
                <a:gd name="connsiteY13" fmla="*/ 4676342 h 6100079"/>
                <a:gd name="connsiteX14" fmla="*/ 4186753 w 5217956"/>
                <a:gd name="connsiteY14" fmla="*/ 4289376 h 6100079"/>
                <a:gd name="connsiteX15" fmla="*/ 4459565 w 5217956"/>
                <a:gd name="connsiteY15" fmla="*/ 3854399 h 6100079"/>
                <a:gd name="connsiteX16" fmla="*/ 4521015 w 5217956"/>
                <a:gd name="connsiteY16" fmla="*/ 2849377 h 6100079"/>
                <a:gd name="connsiteX17" fmla="*/ 4199723 w 5217956"/>
                <a:gd name="connsiteY17" fmla="*/ 1931213 h 6100079"/>
                <a:gd name="connsiteX18" fmla="*/ 2681217 w 5217956"/>
                <a:gd name="connsiteY18" fmla="*/ 774211 h 6100079"/>
                <a:gd name="connsiteX19" fmla="*/ 926547 w 5217956"/>
                <a:gd name="connsiteY19" fmla="*/ 967112 h 6100079"/>
                <a:gd name="connsiteX20" fmla="*/ 622677 w 5217956"/>
                <a:gd name="connsiteY20" fmla="*/ 1197863 h 6100079"/>
                <a:gd name="connsiteX21" fmla="*/ 404892 w 5217956"/>
                <a:gd name="connsiteY21" fmla="*/ 1547314 h 6100079"/>
                <a:gd name="connsiteX22" fmla="*/ 40135 w 5217956"/>
                <a:gd name="connsiteY22" fmla="*/ 2159090 h 6100079"/>
                <a:gd name="connsiteX23" fmla="*/ 0 w 5217956"/>
                <a:gd name="connsiteY23" fmla="*/ 2219367 h 6100079"/>
                <a:gd name="connsiteX24" fmla="*/ 0 w 5217956"/>
                <a:gd name="connsiteY24" fmla="*/ 915659 h 6100079"/>
                <a:gd name="connsiteX25" fmla="*/ 58609 w 5217956"/>
                <a:gd name="connsiteY25" fmla="*/ 828051 h 6100079"/>
                <a:gd name="connsiteX26" fmla="*/ 590688 w 5217956"/>
                <a:gd name="connsiteY26" fmla="*/ 385385 h 6100079"/>
                <a:gd name="connsiteX27" fmla="*/ 1951393 w 5217956"/>
                <a:gd name="connsiteY27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5217956" h="6100079">
                  <a:moveTo>
                    <a:pt x="1951393" y="82"/>
                  </a:moveTo>
                  <a:cubicBezTo>
                    <a:pt x="2237631" y="-2119"/>
                    <a:pt x="2536431" y="40011"/>
                    <a:pt x="2855177" y="125419"/>
                  </a:cubicBezTo>
                  <a:cubicBezTo>
                    <a:pt x="3697704" y="351173"/>
                    <a:pt x="4370490" y="894159"/>
                    <a:pt x="4779341" y="1591542"/>
                  </a:cubicBezTo>
                  <a:cubicBezTo>
                    <a:pt x="5195534" y="2301324"/>
                    <a:pt x="5338356" y="3170855"/>
                    <a:pt x="5108573" y="4028416"/>
                  </a:cubicBezTo>
                  <a:cubicBezTo>
                    <a:pt x="4880819" y="4878406"/>
                    <a:pt x="4165603" y="5079965"/>
                    <a:pt x="3459358" y="5487716"/>
                  </a:cubicBezTo>
                  <a:cubicBezTo>
                    <a:pt x="2753114" y="5895466"/>
                    <a:pt x="2053264" y="6257288"/>
                    <a:pt x="1203274" y="6029534"/>
                  </a:cubicBezTo>
                  <a:cubicBezTo>
                    <a:pt x="739884" y="5905369"/>
                    <a:pt x="366399" y="5685345"/>
                    <a:pt x="59920" y="5396467"/>
                  </a:cubicBezTo>
                  <a:lnTo>
                    <a:pt x="0" y="5333382"/>
                  </a:lnTo>
                  <a:lnTo>
                    <a:pt x="0" y="4205833"/>
                  </a:lnTo>
                  <a:lnTo>
                    <a:pt x="58036" y="4310048"/>
                  </a:lnTo>
                  <a:cubicBezTo>
                    <a:pt x="197935" y="4550245"/>
                    <a:pt x="350594" y="4747142"/>
                    <a:pt x="520779" y="4907591"/>
                  </a:cubicBezTo>
                  <a:cubicBezTo>
                    <a:pt x="763600" y="5136565"/>
                    <a:pt x="1043821" y="5291288"/>
                    <a:pt x="1377154" y="5380604"/>
                  </a:cubicBezTo>
                  <a:cubicBezTo>
                    <a:pt x="1963029" y="5537589"/>
                    <a:pt x="2470519" y="5282804"/>
                    <a:pt x="3123340" y="4905715"/>
                  </a:cubicBezTo>
                  <a:cubicBezTo>
                    <a:pt x="3269800" y="4821157"/>
                    <a:pt x="3411134" y="4747512"/>
                    <a:pt x="3547863" y="4676342"/>
                  </a:cubicBezTo>
                  <a:cubicBezTo>
                    <a:pt x="3804497" y="4542710"/>
                    <a:pt x="4026085" y="4427393"/>
                    <a:pt x="4186753" y="4289376"/>
                  </a:cubicBezTo>
                  <a:cubicBezTo>
                    <a:pt x="4329009" y="4167293"/>
                    <a:pt x="4410589" y="4037181"/>
                    <a:pt x="4459565" y="3854399"/>
                  </a:cubicBezTo>
                  <a:cubicBezTo>
                    <a:pt x="4548302" y="3523229"/>
                    <a:pt x="4568981" y="3185183"/>
                    <a:pt x="4521015" y="2849377"/>
                  </a:cubicBezTo>
                  <a:cubicBezTo>
                    <a:pt x="4474709" y="2524680"/>
                    <a:pt x="4366564" y="2215756"/>
                    <a:pt x="4199723" y="1931213"/>
                  </a:cubicBezTo>
                  <a:cubicBezTo>
                    <a:pt x="3863270" y="1357325"/>
                    <a:pt x="3323982" y="946439"/>
                    <a:pt x="2681217" y="774211"/>
                  </a:cubicBezTo>
                  <a:cubicBezTo>
                    <a:pt x="2001139" y="591984"/>
                    <a:pt x="1476322" y="649699"/>
                    <a:pt x="926547" y="967112"/>
                  </a:cubicBezTo>
                  <a:cubicBezTo>
                    <a:pt x="740730" y="1074393"/>
                    <a:pt x="668642" y="1143989"/>
                    <a:pt x="622677" y="1197863"/>
                  </a:cubicBezTo>
                  <a:cubicBezTo>
                    <a:pt x="555599" y="1276450"/>
                    <a:pt x="492360" y="1390031"/>
                    <a:pt x="404892" y="1547314"/>
                  </a:cubicBezTo>
                  <a:cubicBezTo>
                    <a:pt x="317047" y="1705133"/>
                    <a:pt x="204816" y="1906756"/>
                    <a:pt x="40135" y="2159090"/>
                  </a:cubicBezTo>
                  <a:lnTo>
                    <a:pt x="0" y="2219367"/>
                  </a:lnTo>
                  <a:lnTo>
                    <a:pt x="0" y="915659"/>
                  </a:lnTo>
                  <a:lnTo>
                    <a:pt x="58609" y="828051"/>
                  </a:lnTo>
                  <a:cubicBezTo>
                    <a:pt x="177453" y="670481"/>
                    <a:pt x="325846" y="538291"/>
                    <a:pt x="590688" y="385385"/>
                  </a:cubicBezTo>
                  <a:cubicBezTo>
                    <a:pt x="1032158" y="130559"/>
                    <a:pt x="1474329" y="3750"/>
                    <a:pt x="1951393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F41FB40E-7B76-999D-0AA9-60310908674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319367"/>
              <a:ext cx="5217957" cy="6100079"/>
            </a:xfrm>
            <a:custGeom>
              <a:avLst/>
              <a:gdLst>
                <a:gd name="connsiteX0" fmla="*/ 1951394 w 5217957"/>
                <a:gd name="connsiteY0" fmla="*/ 82 h 6100079"/>
                <a:gd name="connsiteX1" fmla="*/ 2855178 w 5217957"/>
                <a:gd name="connsiteY1" fmla="*/ 125419 h 6100079"/>
                <a:gd name="connsiteX2" fmla="*/ 4779341 w 5217957"/>
                <a:gd name="connsiteY2" fmla="*/ 1591542 h 6100079"/>
                <a:gd name="connsiteX3" fmla="*/ 5108574 w 5217957"/>
                <a:gd name="connsiteY3" fmla="*/ 4028416 h 6100079"/>
                <a:gd name="connsiteX4" fmla="*/ 3459359 w 5217957"/>
                <a:gd name="connsiteY4" fmla="*/ 5487716 h 6100079"/>
                <a:gd name="connsiteX5" fmla="*/ 1203275 w 5217957"/>
                <a:gd name="connsiteY5" fmla="*/ 6029534 h 6100079"/>
                <a:gd name="connsiteX6" fmla="*/ 59921 w 5217957"/>
                <a:gd name="connsiteY6" fmla="*/ 5396467 h 6100079"/>
                <a:gd name="connsiteX7" fmla="*/ 0 w 5217957"/>
                <a:gd name="connsiteY7" fmla="*/ 5333381 h 6100079"/>
                <a:gd name="connsiteX8" fmla="*/ 0 w 5217957"/>
                <a:gd name="connsiteY8" fmla="*/ 4427327 h 6100079"/>
                <a:gd name="connsiteX9" fmla="*/ 112056 w 5217957"/>
                <a:gd name="connsiteY9" fmla="*/ 4602502 h 6100079"/>
                <a:gd name="connsiteX10" fmla="*/ 443875 w 5217957"/>
                <a:gd name="connsiteY10" fmla="*/ 4989110 h 6100079"/>
                <a:gd name="connsiteX11" fmla="*/ 1348175 w 5217957"/>
                <a:gd name="connsiteY11" fmla="*/ 5488759 h 6100079"/>
                <a:gd name="connsiteX12" fmla="*/ 2221463 w 5217957"/>
                <a:gd name="connsiteY12" fmla="*/ 5461704 h 6100079"/>
                <a:gd name="connsiteX13" fmla="*/ 3179339 w 5217957"/>
                <a:gd name="connsiteY13" fmla="*/ 5003023 h 6100079"/>
                <a:gd name="connsiteX14" fmla="*/ 3599638 w 5217957"/>
                <a:gd name="connsiteY14" fmla="*/ 4775996 h 6100079"/>
                <a:gd name="connsiteX15" fmla="*/ 4259765 w 5217957"/>
                <a:gd name="connsiteY15" fmla="*/ 4374667 h 6100079"/>
                <a:gd name="connsiteX16" fmla="*/ 4567742 w 5217957"/>
                <a:gd name="connsiteY16" fmla="*/ 3883732 h 6100079"/>
                <a:gd name="connsiteX17" fmla="*/ 4631929 w 5217957"/>
                <a:gd name="connsiteY17" fmla="*/ 2833886 h 6100079"/>
                <a:gd name="connsiteX18" fmla="*/ 4296412 w 5217957"/>
                <a:gd name="connsiteY18" fmla="*/ 1874932 h 6100079"/>
                <a:gd name="connsiteX19" fmla="*/ 2710219 w 5217957"/>
                <a:gd name="connsiteY19" fmla="*/ 666410 h 6100079"/>
                <a:gd name="connsiteX20" fmla="*/ 1732642 w 5217957"/>
                <a:gd name="connsiteY20" fmla="*/ 573480 h 6100079"/>
                <a:gd name="connsiteX21" fmla="*/ 870621 w 5217957"/>
                <a:gd name="connsiteY21" fmla="*/ 870402 h 6100079"/>
                <a:gd name="connsiteX22" fmla="*/ 537555 w 5217957"/>
                <a:gd name="connsiteY22" fmla="*/ 1125324 h 6100079"/>
                <a:gd name="connsiteX23" fmla="*/ 306995 w 5217957"/>
                <a:gd name="connsiteY23" fmla="*/ 1493030 h 6100079"/>
                <a:gd name="connsiteX24" fmla="*/ 23579 w 5217957"/>
                <a:gd name="connsiteY24" fmla="*/ 1977465 h 6100079"/>
                <a:gd name="connsiteX25" fmla="*/ 0 w 5217957"/>
                <a:gd name="connsiteY25" fmla="*/ 2014291 h 6100079"/>
                <a:gd name="connsiteX26" fmla="*/ 0 w 5217957"/>
                <a:gd name="connsiteY26" fmla="*/ 915660 h 6100079"/>
                <a:gd name="connsiteX27" fmla="*/ 58609 w 5217957"/>
                <a:gd name="connsiteY27" fmla="*/ 828051 h 6100079"/>
                <a:gd name="connsiteX28" fmla="*/ 590689 w 5217957"/>
                <a:gd name="connsiteY28" fmla="*/ 385385 h 6100079"/>
                <a:gd name="connsiteX29" fmla="*/ 1951394 w 5217957"/>
                <a:gd name="connsiteY29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7957" h="6100079">
                  <a:moveTo>
                    <a:pt x="1951394" y="82"/>
                  </a:moveTo>
                  <a:cubicBezTo>
                    <a:pt x="2237632" y="-2119"/>
                    <a:pt x="2536431" y="40011"/>
                    <a:pt x="2855178" y="125419"/>
                  </a:cubicBezTo>
                  <a:cubicBezTo>
                    <a:pt x="3697704" y="351173"/>
                    <a:pt x="4370491" y="894159"/>
                    <a:pt x="4779341" y="1591542"/>
                  </a:cubicBezTo>
                  <a:cubicBezTo>
                    <a:pt x="5195535" y="2301324"/>
                    <a:pt x="5338357" y="3170855"/>
                    <a:pt x="5108574" y="4028416"/>
                  </a:cubicBezTo>
                  <a:cubicBezTo>
                    <a:pt x="4880820" y="4878406"/>
                    <a:pt x="4165604" y="5079965"/>
                    <a:pt x="3459359" y="5487716"/>
                  </a:cubicBezTo>
                  <a:cubicBezTo>
                    <a:pt x="2753115" y="5895466"/>
                    <a:pt x="2053265" y="6257288"/>
                    <a:pt x="1203275" y="6029534"/>
                  </a:cubicBezTo>
                  <a:cubicBezTo>
                    <a:pt x="739885" y="5905369"/>
                    <a:pt x="366400" y="5685345"/>
                    <a:pt x="59921" y="5396467"/>
                  </a:cubicBezTo>
                  <a:lnTo>
                    <a:pt x="0" y="5333381"/>
                  </a:lnTo>
                  <a:lnTo>
                    <a:pt x="0" y="4427327"/>
                  </a:lnTo>
                  <a:lnTo>
                    <a:pt x="112056" y="4602502"/>
                  </a:lnTo>
                  <a:cubicBezTo>
                    <a:pt x="215300" y="4749260"/>
                    <a:pt x="325419" y="4877443"/>
                    <a:pt x="443875" y="4989110"/>
                  </a:cubicBezTo>
                  <a:cubicBezTo>
                    <a:pt x="700709" y="5231113"/>
                    <a:pt x="996455" y="5394516"/>
                    <a:pt x="1348175" y="5488759"/>
                  </a:cubicBezTo>
                  <a:cubicBezTo>
                    <a:pt x="1633379" y="5565179"/>
                    <a:pt x="1910917" y="5556430"/>
                    <a:pt x="2221463" y="5461704"/>
                  </a:cubicBezTo>
                  <a:cubicBezTo>
                    <a:pt x="2541923" y="5363721"/>
                    <a:pt x="2870374" y="5181404"/>
                    <a:pt x="3179339" y="5003023"/>
                  </a:cubicBezTo>
                  <a:cubicBezTo>
                    <a:pt x="3323713" y="4919760"/>
                    <a:pt x="3463978" y="4846641"/>
                    <a:pt x="3599638" y="4775996"/>
                  </a:cubicBezTo>
                  <a:cubicBezTo>
                    <a:pt x="3862436" y="4639263"/>
                    <a:pt x="4089314" y="4521074"/>
                    <a:pt x="4259765" y="4374667"/>
                  </a:cubicBezTo>
                  <a:cubicBezTo>
                    <a:pt x="4418282" y="4238625"/>
                    <a:pt x="4513201" y="4087280"/>
                    <a:pt x="4567742" y="3883732"/>
                  </a:cubicBezTo>
                  <a:cubicBezTo>
                    <a:pt x="4660420" y="3537853"/>
                    <a:pt x="4682033" y="3184640"/>
                    <a:pt x="4631929" y="2833886"/>
                  </a:cubicBezTo>
                  <a:cubicBezTo>
                    <a:pt x="4583584" y="2494734"/>
                    <a:pt x="4470646" y="2172121"/>
                    <a:pt x="4296412" y="1874932"/>
                  </a:cubicBezTo>
                  <a:cubicBezTo>
                    <a:pt x="3944879" y="1275559"/>
                    <a:pt x="3381537" y="846289"/>
                    <a:pt x="2710219" y="666410"/>
                  </a:cubicBezTo>
                  <a:cubicBezTo>
                    <a:pt x="2349955" y="569877"/>
                    <a:pt x="2030161" y="539483"/>
                    <a:pt x="1732642" y="573480"/>
                  </a:cubicBezTo>
                  <a:cubicBezTo>
                    <a:pt x="1440866" y="606814"/>
                    <a:pt x="1158880" y="703976"/>
                    <a:pt x="870621" y="870402"/>
                  </a:cubicBezTo>
                  <a:cubicBezTo>
                    <a:pt x="670160" y="986048"/>
                    <a:pt x="589753" y="1064195"/>
                    <a:pt x="537555" y="1125324"/>
                  </a:cubicBezTo>
                  <a:cubicBezTo>
                    <a:pt x="463218" y="1212400"/>
                    <a:pt x="397708" y="1330125"/>
                    <a:pt x="306995" y="1493030"/>
                  </a:cubicBezTo>
                  <a:cubicBezTo>
                    <a:pt x="234596" y="1623167"/>
                    <a:pt x="145436" y="1783409"/>
                    <a:pt x="23579" y="1977465"/>
                  </a:cubicBezTo>
                  <a:lnTo>
                    <a:pt x="0" y="2014291"/>
                  </a:lnTo>
                  <a:lnTo>
                    <a:pt x="0" y="915660"/>
                  </a:lnTo>
                  <a:lnTo>
                    <a:pt x="58609" y="828051"/>
                  </a:lnTo>
                  <a:cubicBezTo>
                    <a:pt x="177453" y="670481"/>
                    <a:pt x="325847" y="538291"/>
                    <a:pt x="590689" y="385385"/>
                  </a:cubicBezTo>
                  <a:cubicBezTo>
                    <a:pt x="1032159" y="130559"/>
                    <a:pt x="1474330" y="3750"/>
                    <a:pt x="1951394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2" name="Titel 1">
            <a:extLst>
              <a:ext uri="{FF2B5EF4-FFF2-40B4-BE49-F238E27FC236}">
                <a16:creationId xmlns:a16="http://schemas.microsoft.com/office/drawing/2014/main" id="{F09D5747-A390-D378-79D0-2FE128D643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84186" y="1648326"/>
            <a:ext cx="3855720" cy="4371974"/>
          </a:xfrm>
        </p:spPr>
        <p:txBody>
          <a:bodyPr>
            <a:normAutofit/>
          </a:bodyPr>
          <a:lstStyle/>
          <a:p>
            <a:r>
              <a:rPr lang="de-DE" sz="3600" b="1" dirty="0">
                <a:solidFill>
                  <a:schemeClr val="accent2"/>
                </a:solidFill>
                <a:latin typeface="Orbitron" pitchFamily="2" charset="0"/>
              </a:rPr>
              <a:t>Zeitplan</a:t>
            </a:r>
          </a:p>
        </p:txBody>
      </p:sp>
      <p:pic>
        <p:nvPicPr>
          <p:cNvPr id="6" name="Grafik 5">
            <a:extLst>
              <a:ext uri="{FF2B5EF4-FFF2-40B4-BE49-F238E27FC236}">
                <a16:creationId xmlns:a16="http://schemas.microsoft.com/office/drawing/2014/main" id="{049A9F62-3532-4D28-3ECE-8978A1201F4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90748" y="2792854"/>
            <a:ext cx="4802002" cy="2082919"/>
          </a:xfrm>
          <a:prstGeom prst="rect">
            <a:avLst/>
          </a:prstGeom>
        </p:spPr>
      </p:pic>
      <p:sp>
        <p:nvSpPr>
          <p:cNvPr id="7" name="Textfeld 6">
            <a:extLst>
              <a:ext uri="{FF2B5EF4-FFF2-40B4-BE49-F238E27FC236}">
                <a16:creationId xmlns:a16="http://schemas.microsoft.com/office/drawing/2014/main" id="{FCAAC8FB-2DBE-BBD0-517E-5BB5E2B21321}"/>
              </a:ext>
            </a:extLst>
          </p:cNvPr>
          <p:cNvSpPr txBox="1"/>
          <p:nvPr/>
        </p:nvSpPr>
        <p:spPr>
          <a:xfrm>
            <a:off x="6215768" y="3530184"/>
            <a:ext cx="209627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Neue Roadmap</a:t>
            </a:r>
          </a:p>
        </p:txBody>
      </p:sp>
      <p:sp>
        <p:nvSpPr>
          <p:cNvPr id="17" name="Textfeld 16">
            <a:extLst>
              <a:ext uri="{FF2B5EF4-FFF2-40B4-BE49-F238E27FC236}">
                <a16:creationId xmlns:a16="http://schemas.microsoft.com/office/drawing/2014/main" id="{EB3D8E39-88D0-E680-30BC-A06842817D5A}"/>
              </a:ext>
            </a:extLst>
          </p:cNvPr>
          <p:cNvSpPr txBox="1"/>
          <p:nvPr/>
        </p:nvSpPr>
        <p:spPr>
          <a:xfrm>
            <a:off x="348236" y="2962457"/>
            <a:ext cx="378780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3600" b="1" dirty="0">
                <a:solidFill>
                  <a:schemeClr val="accent2"/>
                </a:solidFill>
                <a:latin typeface="Orbitron" pitchFamily="2" charset="0"/>
                <a:ea typeface="+mj-ea"/>
                <a:cs typeface="+mj-cs"/>
              </a:rPr>
              <a:t>Alte Roadmap</a:t>
            </a:r>
          </a:p>
        </p:txBody>
      </p:sp>
      <p:pic>
        <p:nvPicPr>
          <p:cNvPr id="3" name="Grafik 2" descr="Ein Bild, das Text, Screenshot, Schrift, Zahl enthält.&#10;&#10;KI-generierte Inhalte können fehlerhaft sein.">
            <a:extLst>
              <a:ext uri="{FF2B5EF4-FFF2-40B4-BE49-F238E27FC236}">
                <a16:creationId xmlns:a16="http://schemas.microsoft.com/office/drawing/2014/main" id="{67678C6E-F3CF-808B-DFEA-2C445A8E2848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0608" r="612"/>
          <a:stretch>
            <a:fillRect/>
          </a:stretch>
        </p:blipFill>
        <p:spPr>
          <a:xfrm>
            <a:off x="5334000" y="1648325"/>
            <a:ext cx="6577886" cy="3543574"/>
          </a:xfrm>
          <a:prstGeom prst="rect">
            <a:avLst/>
          </a:prstGeom>
        </p:spPr>
      </p:pic>
      <p:sp>
        <p:nvSpPr>
          <p:cNvPr id="4" name="Rechteck 3">
            <a:extLst>
              <a:ext uri="{FF2B5EF4-FFF2-40B4-BE49-F238E27FC236}">
                <a16:creationId xmlns:a16="http://schemas.microsoft.com/office/drawing/2014/main" id="{3368F630-6437-6E1D-FFA6-73A01B287F09}"/>
              </a:ext>
            </a:extLst>
          </p:cNvPr>
          <p:cNvSpPr/>
          <p:nvPr/>
        </p:nvSpPr>
        <p:spPr>
          <a:xfrm>
            <a:off x="10810984" y="0"/>
            <a:ext cx="1019991" cy="147437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9" name="Grafik 8" descr="Uhr Silhouette">
            <a:extLst>
              <a:ext uri="{FF2B5EF4-FFF2-40B4-BE49-F238E27FC236}">
                <a16:creationId xmlns:a16="http://schemas.microsoft.com/office/drawing/2014/main" id="{0ADBA69C-AB55-FACA-5BBB-1E882AE5C7F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863779" y="508838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4425705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47F0AFA-8CB7-6FCC-7CCE-57C77268C7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A5BD2249-634F-E41B-38B3-55999718300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4A41BC1-634F-F31A-704E-DBFC33CDDA0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800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81355635-7797-183B-4D72-464D5A40761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21863" y="508838"/>
            <a:ext cx="5217958" cy="6239661"/>
            <a:chOff x="-19221" y="251144"/>
            <a:chExt cx="5217958" cy="6239661"/>
          </a:xfrm>
        </p:grpSpPr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E6EAF6E4-5BE6-C999-19AB-BCBD676B29D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251144"/>
              <a:ext cx="5187198" cy="6239661"/>
            </a:xfrm>
            <a:custGeom>
              <a:avLst/>
              <a:gdLst>
                <a:gd name="connsiteX0" fmla="*/ 2011811 w 5187198"/>
                <a:gd name="connsiteY0" fmla="*/ 4 h 6239661"/>
                <a:gd name="connsiteX1" fmla="*/ 2617011 w 5187198"/>
                <a:gd name="connsiteY1" fmla="*/ 70590 h 6239661"/>
                <a:gd name="connsiteX2" fmla="*/ 2690321 w 5187198"/>
                <a:gd name="connsiteY2" fmla="*/ 88146 h 6239661"/>
                <a:gd name="connsiteX3" fmla="*/ 2726863 w 5187198"/>
                <a:gd name="connsiteY3" fmla="*/ 97127 h 6239661"/>
                <a:gd name="connsiteX4" fmla="*/ 2762951 w 5187198"/>
                <a:gd name="connsiteY4" fmla="*/ 107375 h 6239661"/>
                <a:gd name="connsiteX5" fmla="*/ 2834843 w 5187198"/>
                <a:gd name="connsiteY5" fmla="*/ 128493 h 6239661"/>
                <a:gd name="connsiteX6" fmla="*/ 2906574 w 5187198"/>
                <a:gd name="connsiteY6" fmla="*/ 151076 h 6239661"/>
                <a:gd name="connsiteX7" fmla="*/ 3049504 w 5187198"/>
                <a:gd name="connsiteY7" fmla="*/ 202124 h 6239661"/>
                <a:gd name="connsiteX8" fmla="*/ 3189518 w 5187198"/>
                <a:gd name="connsiteY8" fmla="*/ 260159 h 6239661"/>
                <a:gd name="connsiteX9" fmla="*/ 3326048 w 5187198"/>
                <a:gd name="connsiteY9" fmla="*/ 325143 h 6239661"/>
                <a:gd name="connsiteX10" fmla="*/ 3459166 w 5187198"/>
                <a:gd name="connsiteY10" fmla="*/ 395936 h 6239661"/>
                <a:gd name="connsiteX11" fmla="*/ 3588578 w 5187198"/>
                <a:gd name="connsiteY11" fmla="*/ 472343 h 6239661"/>
                <a:gd name="connsiteX12" fmla="*/ 3651864 w 5187198"/>
                <a:gd name="connsiteY12" fmla="*/ 512600 h 6239661"/>
                <a:gd name="connsiteX13" fmla="*/ 3714514 w 5187198"/>
                <a:gd name="connsiteY13" fmla="*/ 553499 h 6239661"/>
                <a:gd name="connsiteX14" fmla="*/ 4181221 w 5187198"/>
                <a:gd name="connsiteY14" fmla="*/ 922912 h 6239661"/>
                <a:gd name="connsiteX15" fmla="*/ 4582963 w 5187198"/>
                <a:gd name="connsiteY15" fmla="*/ 1358264 h 6239661"/>
                <a:gd name="connsiteX16" fmla="*/ 4670721 w 5187198"/>
                <a:gd name="connsiteY16" fmla="*/ 1477644 h 6239661"/>
                <a:gd name="connsiteX17" fmla="*/ 4752378 w 5187198"/>
                <a:gd name="connsiteY17" fmla="*/ 1601187 h 6239661"/>
                <a:gd name="connsiteX18" fmla="*/ 4772168 w 5187198"/>
                <a:gd name="connsiteY18" fmla="*/ 1632456 h 6239661"/>
                <a:gd name="connsiteX19" fmla="*/ 4782117 w 5187198"/>
                <a:gd name="connsiteY19" fmla="*/ 1648104 h 6239661"/>
                <a:gd name="connsiteX20" fmla="*/ 4791381 w 5187198"/>
                <a:gd name="connsiteY20" fmla="*/ 1664150 h 6239661"/>
                <a:gd name="connsiteX21" fmla="*/ 4828190 w 5187198"/>
                <a:gd name="connsiteY21" fmla="*/ 1728379 h 6239661"/>
                <a:gd name="connsiteX22" fmla="*/ 4864832 w 5187198"/>
                <a:gd name="connsiteY22" fmla="*/ 1792796 h 6239661"/>
                <a:gd name="connsiteX23" fmla="*/ 4899201 w 5187198"/>
                <a:gd name="connsiteY23" fmla="*/ 1858342 h 6239661"/>
                <a:gd name="connsiteX24" fmla="*/ 4933266 w 5187198"/>
                <a:gd name="connsiteY24" fmla="*/ 1924155 h 6239661"/>
                <a:gd name="connsiteX25" fmla="*/ 4964403 w 5187198"/>
                <a:gd name="connsiteY25" fmla="*/ 1991384 h 6239661"/>
                <a:gd name="connsiteX26" fmla="*/ 4995019 w 5187198"/>
                <a:gd name="connsiteY26" fmla="*/ 2058823 h 6239661"/>
                <a:gd name="connsiteX27" fmla="*/ 5021999 w 5187198"/>
                <a:gd name="connsiteY27" fmla="*/ 2127723 h 6239661"/>
                <a:gd name="connsiteX28" fmla="*/ 5048321 w 5187198"/>
                <a:gd name="connsiteY28" fmla="*/ 2196908 h 6239661"/>
                <a:gd name="connsiteX29" fmla="*/ 5070546 w 5187198"/>
                <a:gd name="connsiteY29" fmla="*/ 2267547 h 6239661"/>
                <a:gd name="connsiteX30" fmla="*/ 5092171 w 5187198"/>
                <a:gd name="connsiteY30" fmla="*/ 2338256 h 6239661"/>
                <a:gd name="connsiteX31" fmla="*/ 5110305 w 5187198"/>
                <a:gd name="connsiteY31" fmla="*/ 2409886 h 6239661"/>
                <a:gd name="connsiteX32" fmla="*/ 5186393 w 5187198"/>
                <a:gd name="connsiteY32" fmla="*/ 2992022 h 6239661"/>
                <a:gd name="connsiteX33" fmla="*/ 5149045 w 5187198"/>
                <a:gd name="connsiteY33" fmla="*/ 3571816 h 6239661"/>
                <a:gd name="connsiteX34" fmla="*/ 5126572 w 5187198"/>
                <a:gd name="connsiteY34" fmla="*/ 3714520 h 6239661"/>
                <a:gd name="connsiteX35" fmla="*/ 5099067 w 5187198"/>
                <a:gd name="connsiteY35" fmla="*/ 3856108 h 6239661"/>
                <a:gd name="connsiteX36" fmla="*/ 5095699 w 5187198"/>
                <a:gd name="connsiteY36" fmla="*/ 3873868 h 6239661"/>
                <a:gd name="connsiteX37" fmla="*/ 5091573 w 5187198"/>
                <a:gd name="connsiteY37" fmla="*/ 3891426 h 6239661"/>
                <a:gd name="connsiteX38" fmla="*/ 5083324 w 5187198"/>
                <a:gd name="connsiteY38" fmla="*/ 3926541 h 6239661"/>
                <a:gd name="connsiteX39" fmla="*/ 5067256 w 5187198"/>
                <a:gd name="connsiteY39" fmla="*/ 3996889 h 6239661"/>
                <a:gd name="connsiteX40" fmla="*/ 5059194 w 5187198"/>
                <a:gd name="connsiteY40" fmla="*/ 4032171 h 6239661"/>
                <a:gd name="connsiteX41" fmla="*/ 5049522 w 5187198"/>
                <a:gd name="connsiteY41" fmla="*/ 4067833 h 6239661"/>
                <a:gd name="connsiteX42" fmla="*/ 5040067 w 5187198"/>
                <a:gd name="connsiteY42" fmla="*/ 4103553 h 6239661"/>
                <a:gd name="connsiteX43" fmla="*/ 5028960 w 5187198"/>
                <a:gd name="connsiteY43" fmla="*/ 4138946 h 6239661"/>
                <a:gd name="connsiteX44" fmla="*/ 4917351 w 5187198"/>
                <a:gd name="connsiteY44" fmla="*/ 4417041 h 6239661"/>
                <a:gd name="connsiteX45" fmla="*/ 4756163 w 5187198"/>
                <a:gd name="connsiteY45" fmla="*/ 4676402 h 6239661"/>
                <a:gd name="connsiteX46" fmla="*/ 4322493 w 5187198"/>
                <a:gd name="connsiteY46" fmla="*/ 5105604 h 6239661"/>
                <a:gd name="connsiteX47" fmla="*/ 3840510 w 5187198"/>
                <a:gd name="connsiteY47" fmla="*/ 5429590 h 6239661"/>
                <a:gd name="connsiteX48" fmla="*/ 3606447 w 5187198"/>
                <a:gd name="connsiteY48" fmla="*/ 5572862 h 6239661"/>
                <a:gd name="connsiteX49" fmla="*/ 3488814 w 5187198"/>
                <a:gd name="connsiteY49" fmla="*/ 5647178 h 6239661"/>
                <a:gd name="connsiteX50" fmla="*/ 3365864 w 5187198"/>
                <a:gd name="connsiteY50" fmla="*/ 5722735 h 6239661"/>
                <a:gd name="connsiteX51" fmla="*/ 2839486 w 5187198"/>
                <a:gd name="connsiteY51" fmla="*/ 5999120 h 6239661"/>
                <a:gd name="connsiteX52" fmla="*/ 2242423 w 5187198"/>
                <a:gd name="connsiteY52" fmla="*/ 6192346 h 6239661"/>
                <a:gd name="connsiteX53" fmla="*/ 1589380 w 5187198"/>
                <a:gd name="connsiteY53" fmla="*/ 6230657 h 6239661"/>
                <a:gd name="connsiteX54" fmla="*/ 1548244 w 5187198"/>
                <a:gd name="connsiteY54" fmla="*/ 6226706 h 6239661"/>
                <a:gd name="connsiteX55" fmla="*/ 1507348 w 5187198"/>
                <a:gd name="connsiteY55" fmla="*/ 6221428 h 6239661"/>
                <a:gd name="connsiteX56" fmla="*/ 1466401 w 5187198"/>
                <a:gd name="connsiteY56" fmla="*/ 6215904 h 6239661"/>
                <a:gd name="connsiteX57" fmla="*/ 1425773 w 5187198"/>
                <a:gd name="connsiteY57" fmla="*/ 6209191 h 6239661"/>
                <a:gd name="connsiteX58" fmla="*/ 1344960 w 5187198"/>
                <a:gd name="connsiteY58" fmla="*/ 6193681 h 6239661"/>
                <a:gd name="connsiteX59" fmla="*/ 1265007 w 5187198"/>
                <a:gd name="connsiteY59" fmla="*/ 6175388 h 6239661"/>
                <a:gd name="connsiteX60" fmla="*/ 1225415 w 5187198"/>
                <a:gd name="connsiteY60" fmla="*/ 6165243 h 6239661"/>
                <a:gd name="connsiteX61" fmla="*/ 1186567 w 5187198"/>
                <a:gd name="connsiteY61" fmla="*/ 6154486 h 6239661"/>
                <a:gd name="connsiteX62" fmla="*/ 1111158 w 5187198"/>
                <a:gd name="connsiteY62" fmla="*/ 6130918 h 6239661"/>
                <a:gd name="connsiteX63" fmla="*/ 1035915 w 5187198"/>
                <a:gd name="connsiteY63" fmla="*/ 6107163 h 6239661"/>
                <a:gd name="connsiteX64" fmla="*/ 961579 w 5187198"/>
                <a:gd name="connsiteY64" fmla="*/ 6079594 h 6239661"/>
                <a:gd name="connsiteX65" fmla="*/ 395297 w 5187198"/>
                <a:gd name="connsiteY65" fmla="*/ 5792812 h 6239661"/>
                <a:gd name="connsiteX66" fmla="*/ 265239 w 5187198"/>
                <a:gd name="connsiteY66" fmla="*/ 5701511 h 6239661"/>
                <a:gd name="connsiteX67" fmla="*/ 233756 w 5187198"/>
                <a:gd name="connsiteY67" fmla="*/ 5677542 h 6239661"/>
                <a:gd name="connsiteX68" fmla="*/ 202800 w 5187198"/>
                <a:gd name="connsiteY68" fmla="*/ 5652902 h 6239661"/>
                <a:gd name="connsiteX69" fmla="*/ 140918 w 5187198"/>
                <a:gd name="connsiteY69" fmla="*/ 5603515 h 6239661"/>
                <a:gd name="connsiteX70" fmla="*/ 110625 w 5187198"/>
                <a:gd name="connsiteY70" fmla="*/ 5578127 h 6239661"/>
                <a:gd name="connsiteX71" fmla="*/ 95631 w 5187198"/>
                <a:gd name="connsiteY71" fmla="*/ 5565299 h 6239661"/>
                <a:gd name="connsiteX72" fmla="*/ 81966 w 5187198"/>
                <a:gd name="connsiteY72" fmla="*/ 5550973 h 6239661"/>
                <a:gd name="connsiteX73" fmla="*/ 27991 w 5187198"/>
                <a:gd name="connsiteY73" fmla="*/ 5493272 h 6239661"/>
                <a:gd name="connsiteX74" fmla="*/ 1454 w 5187198"/>
                <a:gd name="connsiteY74" fmla="*/ 5464252 h 6239661"/>
                <a:gd name="connsiteX75" fmla="*/ 0 w 5187198"/>
                <a:gd name="connsiteY75" fmla="*/ 5462518 h 6239661"/>
                <a:gd name="connsiteX76" fmla="*/ 0 w 5187198"/>
                <a:gd name="connsiteY76" fmla="*/ 4720187 h 6239661"/>
                <a:gd name="connsiteX77" fmla="*/ 109684 w 5187198"/>
                <a:gd name="connsiteY77" fmla="*/ 4836724 h 6239661"/>
                <a:gd name="connsiteX78" fmla="*/ 306959 w 5187198"/>
                <a:gd name="connsiteY78" fmla="*/ 5007200 h 6239661"/>
                <a:gd name="connsiteX79" fmla="*/ 358101 w 5187198"/>
                <a:gd name="connsiteY79" fmla="*/ 5046057 h 6239661"/>
                <a:gd name="connsiteX80" fmla="*/ 383328 w 5187198"/>
                <a:gd name="connsiteY80" fmla="*/ 5065684 h 6239661"/>
                <a:gd name="connsiteX81" fmla="*/ 409503 w 5187198"/>
                <a:gd name="connsiteY81" fmla="*/ 5083942 h 6239661"/>
                <a:gd name="connsiteX82" fmla="*/ 461889 w 5187198"/>
                <a:gd name="connsiteY82" fmla="*/ 5119888 h 6239661"/>
                <a:gd name="connsiteX83" fmla="*/ 474883 w 5187198"/>
                <a:gd name="connsiteY83" fmla="*/ 5128933 h 6239661"/>
                <a:gd name="connsiteX84" fmla="*/ 486410 w 5187198"/>
                <a:gd name="connsiteY84" fmla="*/ 5139557 h 6239661"/>
                <a:gd name="connsiteX85" fmla="*/ 510852 w 5187198"/>
                <a:gd name="connsiteY85" fmla="*/ 5159089 h 6239661"/>
                <a:gd name="connsiteX86" fmla="*/ 560653 w 5187198"/>
                <a:gd name="connsiteY86" fmla="*/ 5196893 h 6239661"/>
                <a:gd name="connsiteX87" fmla="*/ 585485 w 5187198"/>
                <a:gd name="connsiteY87" fmla="*/ 5215834 h 6239661"/>
                <a:gd name="connsiteX88" fmla="*/ 610707 w 5187198"/>
                <a:gd name="connsiteY88" fmla="*/ 5234185 h 6239661"/>
                <a:gd name="connsiteX89" fmla="*/ 714768 w 5187198"/>
                <a:gd name="connsiteY89" fmla="*/ 5303103 h 6239661"/>
                <a:gd name="connsiteX90" fmla="*/ 1166634 w 5187198"/>
                <a:gd name="connsiteY90" fmla="*/ 5513322 h 6239661"/>
                <a:gd name="connsiteX91" fmla="*/ 1225991 w 5187198"/>
                <a:gd name="connsiteY91" fmla="*/ 5533632 h 6239661"/>
                <a:gd name="connsiteX92" fmla="*/ 1286680 w 5187198"/>
                <a:gd name="connsiteY92" fmla="*/ 5550705 h 6239661"/>
                <a:gd name="connsiteX93" fmla="*/ 1347310 w 5187198"/>
                <a:gd name="connsiteY93" fmla="*/ 5567995 h 6239661"/>
                <a:gd name="connsiteX94" fmla="*/ 1377002 w 5187198"/>
                <a:gd name="connsiteY94" fmla="*/ 5575719 h 6239661"/>
                <a:gd name="connsiteX95" fmla="*/ 1406328 w 5187198"/>
                <a:gd name="connsiteY95" fmla="*/ 5582649 h 6239661"/>
                <a:gd name="connsiteX96" fmla="*/ 1465060 w 5187198"/>
                <a:gd name="connsiteY96" fmla="*/ 5594909 h 6239661"/>
                <a:gd name="connsiteX97" fmla="*/ 1523881 w 5187198"/>
                <a:gd name="connsiteY97" fmla="*/ 5605105 h 6239661"/>
                <a:gd name="connsiteX98" fmla="*/ 1553325 w 5187198"/>
                <a:gd name="connsiteY98" fmla="*/ 5609865 h 6239661"/>
                <a:gd name="connsiteX99" fmla="*/ 1582813 w 5187198"/>
                <a:gd name="connsiteY99" fmla="*/ 5613593 h 6239661"/>
                <a:gd name="connsiteX100" fmla="*/ 1612301 w 5187198"/>
                <a:gd name="connsiteY100" fmla="*/ 5617321 h 6239661"/>
                <a:gd name="connsiteX101" fmla="*/ 1641863 w 5187198"/>
                <a:gd name="connsiteY101" fmla="*/ 5619910 h 6239661"/>
                <a:gd name="connsiteX102" fmla="*/ 2117508 w 5187198"/>
                <a:gd name="connsiteY102" fmla="*/ 5595156 h 6239661"/>
                <a:gd name="connsiteX103" fmla="*/ 2597368 w 5187198"/>
                <a:gd name="connsiteY103" fmla="*/ 5447381 h 6239661"/>
                <a:gd name="connsiteX104" fmla="*/ 3082968 w 5187198"/>
                <a:gd name="connsiteY104" fmla="*/ 5223245 h 6239661"/>
                <a:gd name="connsiteX105" fmla="*/ 3334855 w 5187198"/>
                <a:gd name="connsiteY105" fmla="*/ 5097383 h 6239661"/>
                <a:gd name="connsiteX106" fmla="*/ 3599509 w 5187198"/>
                <a:gd name="connsiteY106" fmla="*/ 4976217 h 6239661"/>
                <a:gd name="connsiteX107" fmla="*/ 4112002 w 5187198"/>
                <a:gd name="connsiteY107" fmla="*/ 4766359 h 6239661"/>
                <a:gd name="connsiteX108" fmla="*/ 4348983 w 5187198"/>
                <a:gd name="connsiteY108" fmla="*/ 4649833 h 6239661"/>
                <a:gd name="connsiteX109" fmla="*/ 4560505 w 5187198"/>
                <a:gd name="connsiteY109" fmla="*/ 4501564 h 6239661"/>
                <a:gd name="connsiteX110" fmla="*/ 4731963 w 5187198"/>
                <a:gd name="connsiteY110" fmla="*/ 4309870 h 6239661"/>
                <a:gd name="connsiteX111" fmla="*/ 4852344 w 5187198"/>
                <a:gd name="connsiteY111" fmla="*/ 4078640 h 6239661"/>
                <a:gd name="connsiteX112" fmla="*/ 4863972 w 5187198"/>
                <a:gd name="connsiteY112" fmla="*/ 4047790 h 6239661"/>
                <a:gd name="connsiteX113" fmla="*/ 4874144 w 5187198"/>
                <a:gd name="connsiteY113" fmla="*/ 4016320 h 6239661"/>
                <a:gd name="connsiteX114" fmla="*/ 4884127 w 5187198"/>
                <a:gd name="connsiteY114" fmla="*/ 3984682 h 6239661"/>
                <a:gd name="connsiteX115" fmla="*/ 4892800 w 5187198"/>
                <a:gd name="connsiteY115" fmla="*/ 3951883 h 6239661"/>
                <a:gd name="connsiteX116" fmla="*/ 4909526 w 5187198"/>
                <a:gd name="connsiteY116" fmla="*/ 3886001 h 6239661"/>
                <a:gd name="connsiteX117" fmla="*/ 4917687 w 5187198"/>
                <a:gd name="connsiteY117" fmla="*/ 3852948 h 6239661"/>
                <a:gd name="connsiteX118" fmla="*/ 4921768 w 5187198"/>
                <a:gd name="connsiteY118" fmla="*/ 3836422 h 6239661"/>
                <a:gd name="connsiteX119" fmla="*/ 4924845 w 5187198"/>
                <a:gd name="connsiteY119" fmla="*/ 3819742 h 6239661"/>
                <a:gd name="connsiteX120" fmla="*/ 4948230 w 5187198"/>
                <a:gd name="connsiteY120" fmla="*/ 3685744 h 6239661"/>
                <a:gd name="connsiteX121" fmla="*/ 4962782 w 5187198"/>
                <a:gd name="connsiteY121" fmla="*/ 3550540 h 6239661"/>
                <a:gd name="connsiteX122" fmla="*/ 4939468 w 5187198"/>
                <a:gd name="connsiteY122" fmla="*/ 3010249 h 6239661"/>
                <a:gd name="connsiteX123" fmla="*/ 4816901 w 5187198"/>
                <a:gd name="connsiteY123" fmla="*/ 2488224 h 6239661"/>
                <a:gd name="connsiteX124" fmla="*/ 4797005 w 5187198"/>
                <a:gd name="connsiteY124" fmla="*/ 2424470 h 6239661"/>
                <a:gd name="connsiteX125" fmla="*/ 4774433 w 5187198"/>
                <a:gd name="connsiteY125" fmla="*/ 2361620 h 6239661"/>
                <a:gd name="connsiteX126" fmla="*/ 4752459 w 5187198"/>
                <a:gd name="connsiteY126" fmla="*/ 2298700 h 6239661"/>
                <a:gd name="connsiteX127" fmla="*/ 4728083 w 5187198"/>
                <a:gd name="connsiteY127" fmla="*/ 2236526 h 6239661"/>
                <a:gd name="connsiteX128" fmla="*/ 4704471 w 5187198"/>
                <a:gd name="connsiteY128" fmla="*/ 2174095 h 6239661"/>
                <a:gd name="connsiteX129" fmla="*/ 4678399 w 5187198"/>
                <a:gd name="connsiteY129" fmla="*/ 2112626 h 6239661"/>
                <a:gd name="connsiteX130" fmla="*/ 4652601 w 5187198"/>
                <a:gd name="connsiteY130" fmla="*/ 2050999 h 6239661"/>
                <a:gd name="connsiteX131" fmla="*/ 4624205 w 5187198"/>
                <a:gd name="connsiteY131" fmla="*/ 1990415 h 6239661"/>
                <a:gd name="connsiteX132" fmla="*/ 4595398 w 5187198"/>
                <a:gd name="connsiteY132" fmla="*/ 1930069 h 6239661"/>
                <a:gd name="connsiteX133" fmla="*/ 4563827 w 5187198"/>
                <a:gd name="connsiteY133" fmla="*/ 1870952 h 6239661"/>
                <a:gd name="connsiteX134" fmla="*/ 4531433 w 5187198"/>
                <a:gd name="connsiteY134" fmla="*/ 1812311 h 6239661"/>
                <a:gd name="connsiteX135" fmla="*/ 4523315 w 5187198"/>
                <a:gd name="connsiteY135" fmla="*/ 1797616 h 6239661"/>
                <a:gd name="connsiteX136" fmla="*/ 4514482 w 5187198"/>
                <a:gd name="connsiteY136" fmla="*/ 1783425 h 6239661"/>
                <a:gd name="connsiteX137" fmla="*/ 4496845 w 5187198"/>
                <a:gd name="connsiteY137" fmla="*/ 1754936 h 6239661"/>
                <a:gd name="connsiteX138" fmla="*/ 4461463 w 5187198"/>
                <a:gd name="connsiteY138" fmla="*/ 1697929 h 6239661"/>
                <a:gd name="connsiteX139" fmla="*/ 4452660 w 5187198"/>
                <a:gd name="connsiteY139" fmla="*/ 1683629 h 6239661"/>
                <a:gd name="connsiteX140" fmla="*/ 4443141 w 5187198"/>
                <a:gd name="connsiteY140" fmla="*/ 1669834 h 6239661"/>
                <a:gd name="connsiteX141" fmla="*/ 4424241 w 5187198"/>
                <a:gd name="connsiteY141" fmla="*/ 1642166 h 6239661"/>
                <a:gd name="connsiteX142" fmla="*/ 4346886 w 5187198"/>
                <a:gd name="connsiteY142" fmla="*/ 1532412 h 6239661"/>
                <a:gd name="connsiteX143" fmla="*/ 3985497 w 5187198"/>
                <a:gd name="connsiteY143" fmla="*/ 1134649 h 6239661"/>
                <a:gd name="connsiteX144" fmla="*/ 3545665 w 5187198"/>
                <a:gd name="connsiteY144" fmla="*/ 825877 h 6239661"/>
                <a:gd name="connsiteX145" fmla="*/ 3486190 w 5187198"/>
                <a:gd name="connsiteY145" fmla="*/ 794756 h 6239661"/>
                <a:gd name="connsiteX146" fmla="*/ 3426182 w 5187198"/>
                <a:gd name="connsiteY146" fmla="*/ 764765 h 6239661"/>
                <a:gd name="connsiteX147" fmla="*/ 3365044 w 5187198"/>
                <a:gd name="connsiteY147" fmla="*/ 737255 h 6239661"/>
                <a:gd name="connsiteX148" fmla="*/ 3334529 w 5187198"/>
                <a:gd name="connsiteY148" fmla="*/ 723514 h 6239661"/>
                <a:gd name="connsiteX149" fmla="*/ 3303733 w 5187198"/>
                <a:gd name="connsiteY149" fmla="*/ 710395 h 6239661"/>
                <a:gd name="connsiteX150" fmla="*/ 3179033 w 5187198"/>
                <a:gd name="connsiteY150" fmla="*/ 662259 h 6239661"/>
                <a:gd name="connsiteX151" fmla="*/ 3052408 w 5187198"/>
                <a:gd name="connsiteY151" fmla="*/ 620447 h 6239661"/>
                <a:gd name="connsiteX152" fmla="*/ 2924325 w 5187198"/>
                <a:gd name="connsiteY152" fmla="*/ 584505 h 6239661"/>
                <a:gd name="connsiteX153" fmla="*/ 2859667 w 5187198"/>
                <a:gd name="connsiteY153" fmla="*/ 569266 h 6239661"/>
                <a:gd name="connsiteX154" fmla="*/ 2795226 w 5187198"/>
                <a:gd name="connsiteY154" fmla="*/ 554085 h 6239661"/>
                <a:gd name="connsiteX155" fmla="*/ 2729702 w 5187198"/>
                <a:gd name="connsiteY155" fmla="*/ 540354 h 6239661"/>
                <a:gd name="connsiteX156" fmla="*/ 2663758 w 5187198"/>
                <a:gd name="connsiteY156" fmla="*/ 527322 h 6239661"/>
                <a:gd name="connsiteX157" fmla="*/ 2630927 w 5187198"/>
                <a:gd name="connsiteY157" fmla="*/ 520495 h 6239661"/>
                <a:gd name="connsiteX158" fmla="*/ 2597965 w 5187198"/>
                <a:gd name="connsiteY158" fmla="*/ 515024 h 6239661"/>
                <a:gd name="connsiteX159" fmla="*/ 2532205 w 5187198"/>
                <a:gd name="connsiteY159" fmla="*/ 503895 h 6239661"/>
                <a:gd name="connsiteX160" fmla="*/ 2010064 w 5187198"/>
                <a:gd name="connsiteY160" fmla="*/ 452552 h 6239661"/>
                <a:gd name="connsiteX161" fmla="*/ 1494552 w 5187198"/>
                <a:gd name="connsiteY161" fmla="*/ 485055 h 6239661"/>
                <a:gd name="connsiteX162" fmla="*/ 1366896 w 5187198"/>
                <a:gd name="connsiteY162" fmla="*/ 509389 h 6239661"/>
                <a:gd name="connsiteX163" fmla="*/ 1240175 w 5187198"/>
                <a:gd name="connsiteY163" fmla="*/ 541045 h 6239661"/>
                <a:gd name="connsiteX164" fmla="*/ 1177438 w 5187198"/>
                <a:gd name="connsiteY164" fmla="*/ 560170 h 6239661"/>
                <a:gd name="connsiteX165" fmla="*/ 1145987 w 5187198"/>
                <a:gd name="connsiteY165" fmla="*/ 569826 h 6239661"/>
                <a:gd name="connsiteX166" fmla="*/ 1130315 w 5187198"/>
                <a:gd name="connsiteY166" fmla="*/ 574669 h 6239661"/>
                <a:gd name="connsiteX167" fmla="*/ 1114873 w 5187198"/>
                <a:gd name="connsiteY167" fmla="*/ 580384 h 6239661"/>
                <a:gd name="connsiteX168" fmla="*/ 1052839 w 5187198"/>
                <a:gd name="connsiteY168" fmla="*/ 602943 h 6239661"/>
                <a:gd name="connsiteX169" fmla="*/ 991135 w 5187198"/>
                <a:gd name="connsiteY169" fmla="*/ 626866 h 6239661"/>
                <a:gd name="connsiteX170" fmla="*/ 930179 w 5187198"/>
                <a:gd name="connsiteY170" fmla="*/ 653191 h 6239661"/>
                <a:gd name="connsiteX171" fmla="*/ 869768 w 5187198"/>
                <a:gd name="connsiteY171" fmla="*/ 680937 h 6239661"/>
                <a:gd name="connsiteX172" fmla="*/ 810085 w 5187198"/>
                <a:gd name="connsiteY172" fmla="*/ 710734 h 6239661"/>
                <a:gd name="connsiteX173" fmla="*/ 751220 w 5187198"/>
                <a:gd name="connsiteY173" fmla="*/ 741794 h 6239661"/>
                <a:gd name="connsiteX174" fmla="*/ 532669 w 5187198"/>
                <a:gd name="connsiteY174" fmla="*/ 881688 h 6239661"/>
                <a:gd name="connsiteX175" fmla="*/ 354185 w 5187198"/>
                <a:gd name="connsiteY175" fmla="*/ 1050286 h 6239661"/>
                <a:gd name="connsiteX176" fmla="*/ 315980 w 5187198"/>
                <a:gd name="connsiteY176" fmla="*/ 1098125 h 6239661"/>
                <a:gd name="connsiteX177" fmla="*/ 280345 w 5187198"/>
                <a:gd name="connsiteY177" fmla="*/ 1149782 h 6239661"/>
                <a:gd name="connsiteX178" fmla="*/ 245890 w 5187198"/>
                <a:gd name="connsiteY178" fmla="*/ 1203959 h 6239661"/>
                <a:gd name="connsiteX179" fmla="*/ 212162 w 5187198"/>
                <a:gd name="connsiteY179" fmla="*/ 1260184 h 6239661"/>
                <a:gd name="connsiteX180" fmla="*/ 80716 w 5187198"/>
                <a:gd name="connsiteY180" fmla="*/ 1502476 h 6239661"/>
                <a:gd name="connsiteX181" fmla="*/ 0 w 5187198"/>
                <a:gd name="connsiteY181" fmla="*/ 1648841 h 6239661"/>
                <a:gd name="connsiteX182" fmla="*/ 0 w 5187198"/>
                <a:gd name="connsiteY182" fmla="*/ 954863 h 6239661"/>
                <a:gd name="connsiteX183" fmla="*/ 43491 w 5187198"/>
                <a:gd name="connsiteY183" fmla="*/ 895513 h 6239661"/>
                <a:gd name="connsiteX184" fmla="*/ 93923 w 5187198"/>
                <a:gd name="connsiteY184" fmla="*/ 834489 h 6239661"/>
                <a:gd name="connsiteX185" fmla="*/ 323465 w 5187198"/>
                <a:gd name="connsiteY185" fmla="*/ 617671 h 6239661"/>
                <a:gd name="connsiteX186" fmla="*/ 574777 w 5187198"/>
                <a:gd name="connsiteY186" fmla="*/ 446794 h 6239661"/>
                <a:gd name="connsiteX187" fmla="*/ 638943 w 5187198"/>
                <a:gd name="connsiteY187" fmla="*/ 408925 h 6239661"/>
                <a:gd name="connsiteX188" fmla="*/ 703505 w 5187198"/>
                <a:gd name="connsiteY188" fmla="*/ 371742 h 6239661"/>
                <a:gd name="connsiteX189" fmla="*/ 769262 w 5187198"/>
                <a:gd name="connsiteY189" fmla="*/ 336154 h 6239661"/>
                <a:gd name="connsiteX190" fmla="*/ 835552 w 5187198"/>
                <a:gd name="connsiteY190" fmla="*/ 301173 h 6239661"/>
                <a:gd name="connsiteX191" fmla="*/ 902979 w 5187198"/>
                <a:gd name="connsiteY191" fmla="*/ 268004 h 6239661"/>
                <a:gd name="connsiteX192" fmla="*/ 971127 w 5187198"/>
                <a:gd name="connsiteY192" fmla="*/ 235607 h 6239661"/>
                <a:gd name="connsiteX193" fmla="*/ 988238 w 5187198"/>
                <a:gd name="connsiteY193" fmla="*/ 227556 h 6239661"/>
                <a:gd name="connsiteX194" fmla="*/ 1005744 w 5187198"/>
                <a:gd name="connsiteY194" fmla="*/ 220191 h 6239661"/>
                <a:gd name="connsiteX195" fmla="*/ 1040729 w 5187198"/>
                <a:gd name="connsiteY195" fmla="*/ 205569 h 6239661"/>
                <a:gd name="connsiteX196" fmla="*/ 1110835 w 5187198"/>
                <a:gd name="connsiteY196" fmla="*/ 176248 h 6239661"/>
                <a:gd name="connsiteX197" fmla="*/ 1254256 w 5187198"/>
                <a:gd name="connsiteY197" fmla="*/ 123796 h 6239661"/>
                <a:gd name="connsiteX198" fmla="*/ 1401310 w 5187198"/>
                <a:gd name="connsiteY198" fmla="*/ 79852 h 6239661"/>
                <a:gd name="connsiteX199" fmla="*/ 2011811 w 5187198"/>
                <a:gd name="connsiteY199" fmla="*/ 4 h 62396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</a:cxnLst>
              <a:rect l="l" t="t" r="r" b="b"/>
              <a:pathLst>
                <a:path w="5187198" h="6239661">
                  <a:moveTo>
                    <a:pt x="2011811" y="4"/>
                  </a:moveTo>
                  <a:cubicBezTo>
                    <a:pt x="2217306" y="120"/>
                    <a:pt x="2420903" y="25925"/>
                    <a:pt x="2617011" y="70590"/>
                  </a:cubicBezTo>
                  <a:lnTo>
                    <a:pt x="2690321" y="88146"/>
                  </a:lnTo>
                  <a:lnTo>
                    <a:pt x="2726863" y="97127"/>
                  </a:lnTo>
                  <a:lnTo>
                    <a:pt x="2762951" y="107375"/>
                  </a:lnTo>
                  <a:lnTo>
                    <a:pt x="2834843" y="128493"/>
                  </a:lnTo>
                  <a:cubicBezTo>
                    <a:pt x="2858788" y="135605"/>
                    <a:pt x="2882632" y="142226"/>
                    <a:pt x="2906574" y="151076"/>
                  </a:cubicBezTo>
                  <a:cubicBezTo>
                    <a:pt x="2954475" y="167852"/>
                    <a:pt x="3002363" y="183813"/>
                    <a:pt x="3049504" y="202124"/>
                  </a:cubicBezTo>
                  <a:lnTo>
                    <a:pt x="3189518" y="260159"/>
                  </a:lnTo>
                  <a:lnTo>
                    <a:pt x="3326048" y="325143"/>
                  </a:lnTo>
                  <a:cubicBezTo>
                    <a:pt x="3370687" y="348464"/>
                    <a:pt x="3414908" y="372485"/>
                    <a:pt x="3459166" y="395936"/>
                  </a:cubicBezTo>
                  <a:cubicBezTo>
                    <a:pt x="3502947" y="420302"/>
                    <a:pt x="3545491" y="447118"/>
                    <a:pt x="3588578" y="472343"/>
                  </a:cubicBezTo>
                  <a:cubicBezTo>
                    <a:pt x="3610346" y="484551"/>
                    <a:pt x="3630797" y="499072"/>
                    <a:pt x="3651864" y="512600"/>
                  </a:cubicBezTo>
                  <a:lnTo>
                    <a:pt x="3714514" y="553499"/>
                  </a:lnTo>
                  <a:cubicBezTo>
                    <a:pt x="3880005" y="664844"/>
                    <a:pt x="4036083" y="788388"/>
                    <a:pt x="4181221" y="922912"/>
                  </a:cubicBezTo>
                  <a:cubicBezTo>
                    <a:pt x="4326221" y="1057515"/>
                    <a:pt x="4461955" y="1202038"/>
                    <a:pt x="4582963" y="1358264"/>
                  </a:cubicBezTo>
                  <a:cubicBezTo>
                    <a:pt x="4614206" y="1396543"/>
                    <a:pt x="4642091" y="1437400"/>
                    <a:pt x="4670721" y="1477644"/>
                  </a:cubicBezTo>
                  <a:cubicBezTo>
                    <a:pt x="4700172" y="1517414"/>
                    <a:pt x="4725864" y="1559538"/>
                    <a:pt x="4752378" y="1601187"/>
                  </a:cubicBezTo>
                  <a:lnTo>
                    <a:pt x="4772168" y="1632456"/>
                  </a:lnTo>
                  <a:lnTo>
                    <a:pt x="4782117" y="1648104"/>
                  </a:lnTo>
                  <a:lnTo>
                    <a:pt x="4791381" y="1664150"/>
                  </a:lnTo>
                  <a:lnTo>
                    <a:pt x="4828190" y="1728379"/>
                  </a:lnTo>
                  <a:cubicBezTo>
                    <a:pt x="4840266" y="1749930"/>
                    <a:pt x="4853470" y="1770740"/>
                    <a:pt x="4864832" y="1792796"/>
                  </a:cubicBezTo>
                  <a:lnTo>
                    <a:pt x="4899201" y="1858342"/>
                  </a:lnTo>
                  <a:cubicBezTo>
                    <a:pt x="4910484" y="1880260"/>
                    <a:pt x="4922532" y="1901920"/>
                    <a:pt x="4933266" y="1924155"/>
                  </a:cubicBezTo>
                  <a:lnTo>
                    <a:pt x="4964403" y="1991384"/>
                  </a:lnTo>
                  <a:cubicBezTo>
                    <a:pt x="4974618" y="2013829"/>
                    <a:pt x="4985323" y="2036171"/>
                    <a:pt x="4995019" y="2058823"/>
                  </a:cubicBezTo>
                  <a:lnTo>
                    <a:pt x="5021999" y="2127723"/>
                  </a:lnTo>
                  <a:lnTo>
                    <a:pt x="5048321" y="2196908"/>
                  </a:lnTo>
                  <a:lnTo>
                    <a:pt x="5070546" y="2267547"/>
                  </a:lnTo>
                  <a:cubicBezTo>
                    <a:pt x="5078054" y="2291004"/>
                    <a:pt x="5085044" y="2314670"/>
                    <a:pt x="5092171" y="2338256"/>
                  </a:cubicBezTo>
                  <a:cubicBezTo>
                    <a:pt x="5098670" y="2362023"/>
                    <a:pt x="5104296" y="2386019"/>
                    <a:pt x="5110305" y="2409886"/>
                  </a:cubicBezTo>
                  <a:cubicBezTo>
                    <a:pt x="5158097" y="2600976"/>
                    <a:pt x="5182068" y="2797044"/>
                    <a:pt x="5186393" y="2992022"/>
                  </a:cubicBezTo>
                  <a:cubicBezTo>
                    <a:pt x="5191013" y="3187195"/>
                    <a:pt x="5175397" y="3380886"/>
                    <a:pt x="5149045" y="3571816"/>
                  </a:cubicBezTo>
                  <a:cubicBezTo>
                    <a:pt x="5141154" y="3619431"/>
                    <a:pt x="5133539" y="3666889"/>
                    <a:pt x="5126572" y="3714520"/>
                  </a:cubicBezTo>
                  <a:cubicBezTo>
                    <a:pt x="5117276" y="3761759"/>
                    <a:pt x="5107793" y="3808831"/>
                    <a:pt x="5099067" y="3856108"/>
                  </a:cubicBezTo>
                  <a:lnTo>
                    <a:pt x="5095699" y="3873868"/>
                  </a:lnTo>
                  <a:lnTo>
                    <a:pt x="5091573" y="3891426"/>
                  </a:lnTo>
                  <a:lnTo>
                    <a:pt x="5083324" y="3926541"/>
                  </a:lnTo>
                  <a:lnTo>
                    <a:pt x="5067256" y="3996889"/>
                  </a:lnTo>
                  <a:cubicBezTo>
                    <a:pt x="5064451" y="4008657"/>
                    <a:pt x="5062244" y="4020353"/>
                    <a:pt x="5059194" y="4032171"/>
                  </a:cubicBezTo>
                  <a:lnTo>
                    <a:pt x="5049522" y="4067833"/>
                  </a:lnTo>
                  <a:lnTo>
                    <a:pt x="5040067" y="4103553"/>
                  </a:lnTo>
                  <a:cubicBezTo>
                    <a:pt x="5036554" y="4115363"/>
                    <a:pt x="5032689" y="4127194"/>
                    <a:pt x="5028960" y="4138946"/>
                  </a:cubicBezTo>
                  <a:cubicBezTo>
                    <a:pt x="4999693" y="4233462"/>
                    <a:pt x="4962869" y="4326764"/>
                    <a:pt x="4917351" y="4417041"/>
                  </a:cubicBezTo>
                  <a:cubicBezTo>
                    <a:pt x="4871860" y="4507209"/>
                    <a:pt x="4817597" y="4594215"/>
                    <a:pt x="4756163" y="4676402"/>
                  </a:cubicBezTo>
                  <a:cubicBezTo>
                    <a:pt x="4632803" y="4840875"/>
                    <a:pt x="4480597" y="4982783"/>
                    <a:pt x="4322493" y="5105604"/>
                  </a:cubicBezTo>
                  <a:cubicBezTo>
                    <a:pt x="4163928" y="5228420"/>
                    <a:pt x="3999564" y="5332640"/>
                    <a:pt x="3840510" y="5429590"/>
                  </a:cubicBezTo>
                  <a:cubicBezTo>
                    <a:pt x="3760954" y="5478172"/>
                    <a:pt x="3682353" y="5524924"/>
                    <a:pt x="3606447" y="5572862"/>
                  </a:cubicBezTo>
                  <a:lnTo>
                    <a:pt x="3488814" y="5647178"/>
                  </a:lnTo>
                  <a:cubicBezTo>
                    <a:pt x="3448270" y="5672597"/>
                    <a:pt x="3407323" y="5697792"/>
                    <a:pt x="3365864" y="5722735"/>
                  </a:cubicBezTo>
                  <a:cubicBezTo>
                    <a:pt x="3200163" y="5822424"/>
                    <a:pt x="3026125" y="5917328"/>
                    <a:pt x="2839486" y="5999120"/>
                  </a:cubicBezTo>
                  <a:cubicBezTo>
                    <a:pt x="2653201" y="6080891"/>
                    <a:pt x="2453560" y="6149344"/>
                    <a:pt x="2242423" y="6192346"/>
                  </a:cubicBezTo>
                  <a:cubicBezTo>
                    <a:pt x="2031719" y="6235463"/>
                    <a:pt x="1808952" y="6251353"/>
                    <a:pt x="1589380" y="6230657"/>
                  </a:cubicBezTo>
                  <a:lnTo>
                    <a:pt x="1548244" y="6226706"/>
                  </a:lnTo>
                  <a:cubicBezTo>
                    <a:pt x="1534528" y="6225117"/>
                    <a:pt x="1520898" y="6223203"/>
                    <a:pt x="1507348" y="6221428"/>
                  </a:cubicBezTo>
                  <a:lnTo>
                    <a:pt x="1466401" y="6215904"/>
                  </a:lnTo>
                  <a:cubicBezTo>
                    <a:pt x="1452772" y="6213991"/>
                    <a:pt x="1439316" y="6211428"/>
                    <a:pt x="1425773" y="6209191"/>
                  </a:cubicBezTo>
                  <a:cubicBezTo>
                    <a:pt x="1398775" y="6204391"/>
                    <a:pt x="1371610" y="6199779"/>
                    <a:pt x="1344960" y="6193681"/>
                  </a:cubicBezTo>
                  <a:cubicBezTo>
                    <a:pt x="1318251" y="6187799"/>
                    <a:pt x="1291260" y="6182538"/>
                    <a:pt x="1265007" y="6175388"/>
                  </a:cubicBezTo>
                  <a:lnTo>
                    <a:pt x="1225415" y="6165243"/>
                  </a:lnTo>
                  <a:cubicBezTo>
                    <a:pt x="1212163" y="6161924"/>
                    <a:pt x="1198939" y="6158496"/>
                    <a:pt x="1186567" y="6154486"/>
                  </a:cubicBezTo>
                  <a:lnTo>
                    <a:pt x="1111158" y="6130918"/>
                  </a:lnTo>
                  <a:lnTo>
                    <a:pt x="1035915" y="6107163"/>
                  </a:lnTo>
                  <a:cubicBezTo>
                    <a:pt x="1010846" y="6099055"/>
                    <a:pt x="986357" y="6088784"/>
                    <a:pt x="961579" y="6079594"/>
                  </a:cubicBezTo>
                  <a:cubicBezTo>
                    <a:pt x="763709" y="6005594"/>
                    <a:pt x="572401" y="5909703"/>
                    <a:pt x="395297" y="5792812"/>
                  </a:cubicBezTo>
                  <a:lnTo>
                    <a:pt x="265239" y="5701511"/>
                  </a:lnTo>
                  <a:cubicBezTo>
                    <a:pt x="254227" y="5694155"/>
                    <a:pt x="244103" y="5685646"/>
                    <a:pt x="233756" y="5677542"/>
                  </a:cubicBezTo>
                  <a:lnTo>
                    <a:pt x="202800" y="5652902"/>
                  </a:lnTo>
                  <a:lnTo>
                    <a:pt x="140918" y="5603515"/>
                  </a:lnTo>
                  <a:cubicBezTo>
                    <a:pt x="130598" y="5595302"/>
                    <a:pt x="120280" y="5587089"/>
                    <a:pt x="110625" y="5578127"/>
                  </a:cubicBezTo>
                  <a:cubicBezTo>
                    <a:pt x="105647" y="5573779"/>
                    <a:pt x="100444" y="5569834"/>
                    <a:pt x="95631" y="5565299"/>
                  </a:cubicBezTo>
                  <a:cubicBezTo>
                    <a:pt x="90955" y="5560684"/>
                    <a:pt x="86505" y="5555666"/>
                    <a:pt x="81966" y="5550973"/>
                  </a:cubicBezTo>
                  <a:lnTo>
                    <a:pt x="27991" y="5493272"/>
                  </a:lnTo>
                  <a:cubicBezTo>
                    <a:pt x="19109" y="5483589"/>
                    <a:pt x="9758" y="5474359"/>
                    <a:pt x="1454" y="5464252"/>
                  </a:cubicBezTo>
                  <a:lnTo>
                    <a:pt x="0" y="5462518"/>
                  </a:lnTo>
                  <a:lnTo>
                    <a:pt x="0" y="4720187"/>
                  </a:lnTo>
                  <a:lnTo>
                    <a:pt x="109684" y="4836724"/>
                  </a:lnTo>
                  <a:cubicBezTo>
                    <a:pt x="173316" y="4897375"/>
                    <a:pt x="239447" y="4954160"/>
                    <a:pt x="306959" y="5007200"/>
                  </a:cubicBezTo>
                  <a:lnTo>
                    <a:pt x="358101" y="5046057"/>
                  </a:lnTo>
                  <a:lnTo>
                    <a:pt x="383328" y="5065684"/>
                  </a:lnTo>
                  <a:cubicBezTo>
                    <a:pt x="391637" y="5072316"/>
                    <a:pt x="400805" y="5077902"/>
                    <a:pt x="409503" y="5083942"/>
                  </a:cubicBezTo>
                  <a:lnTo>
                    <a:pt x="461889" y="5119888"/>
                  </a:lnTo>
                  <a:cubicBezTo>
                    <a:pt x="466184" y="5122893"/>
                    <a:pt x="470616" y="5125820"/>
                    <a:pt x="474883" y="5128933"/>
                  </a:cubicBezTo>
                  <a:cubicBezTo>
                    <a:pt x="478982" y="5132235"/>
                    <a:pt x="482476" y="5136069"/>
                    <a:pt x="486410" y="5139557"/>
                  </a:cubicBezTo>
                  <a:cubicBezTo>
                    <a:pt x="494140" y="5146613"/>
                    <a:pt x="502565" y="5152812"/>
                    <a:pt x="510852" y="5159089"/>
                  </a:cubicBezTo>
                  <a:lnTo>
                    <a:pt x="560653" y="5196893"/>
                  </a:lnTo>
                  <a:lnTo>
                    <a:pt x="585485" y="5215834"/>
                  </a:lnTo>
                  <a:cubicBezTo>
                    <a:pt x="593773" y="5222111"/>
                    <a:pt x="601864" y="5228685"/>
                    <a:pt x="610707" y="5234185"/>
                  </a:cubicBezTo>
                  <a:lnTo>
                    <a:pt x="714768" y="5303103"/>
                  </a:lnTo>
                  <a:cubicBezTo>
                    <a:pt x="856162" y="5390603"/>
                    <a:pt x="1008099" y="5459947"/>
                    <a:pt x="1166634" y="5513322"/>
                  </a:cubicBezTo>
                  <a:cubicBezTo>
                    <a:pt x="1186540" y="5519932"/>
                    <a:pt x="1205774" y="5527751"/>
                    <a:pt x="1225991" y="5533632"/>
                  </a:cubicBezTo>
                  <a:lnTo>
                    <a:pt x="1286680" y="5550705"/>
                  </a:lnTo>
                  <a:lnTo>
                    <a:pt x="1347310" y="5567995"/>
                  </a:lnTo>
                  <a:cubicBezTo>
                    <a:pt x="1357469" y="5571180"/>
                    <a:pt x="1367261" y="5573572"/>
                    <a:pt x="1377002" y="5575719"/>
                  </a:cubicBezTo>
                  <a:lnTo>
                    <a:pt x="1406328" y="5582649"/>
                  </a:lnTo>
                  <a:cubicBezTo>
                    <a:pt x="1425825" y="5587757"/>
                    <a:pt x="1445490" y="5590939"/>
                    <a:pt x="1465060" y="5594909"/>
                  </a:cubicBezTo>
                  <a:cubicBezTo>
                    <a:pt x="1484652" y="5599231"/>
                    <a:pt x="1504324" y="5601952"/>
                    <a:pt x="1523881" y="5605105"/>
                  </a:cubicBezTo>
                  <a:cubicBezTo>
                    <a:pt x="1533660" y="5606682"/>
                    <a:pt x="1543460" y="5608613"/>
                    <a:pt x="1553325" y="5609865"/>
                  </a:cubicBezTo>
                  <a:lnTo>
                    <a:pt x="1582813" y="5613593"/>
                  </a:lnTo>
                  <a:lnTo>
                    <a:pt x="1612301" y="5617321"/>
                  </a:lnTo>
                  <a:lnTo>
                    <a:pt x="1641863" y="5619910"/>
                  </a:lnTo>
                  <a:cubicBezTo>
                    <a:pt x="1799348" y="5633940"/>
                    <a:pt x="1957913" y="5625770"/>
                    <a:pt x="2117508" y="5595156"/>
                  </a:cubicBezTo>
                  <a:cubicBezTo>
                    <a:pt x="2277124" y="5564895"/>
                    <a:pt x="2437004" y="5512449"/>
                    <a:pt x="2597368" y="5447381"/>
                  </a:cubicBezTo>
                  <a:cubicBezTo>
                    <a:pt x="2757791" y="5382096"/>
                    <a:pt x="2918855" y="5304464"/>
                    <a:pt x="3082968" y="5223245"/>
                  </a:cubicBezTo>
                  <a:lnTo>
                    <a:pt x="3334855" y="5097383"/>
                  </a:lnTo>
                  <a:cubicBezTo>
                    <a:pt x="3423528" y="5054142"/>
                    <a:pt x="3511773" y="5013798"/>
                    <a:pt x="3599509" y="4976217"/>
                  </a:cubicBezTo>
                  <a:cubicBezTo>
                    <a:pt x="3774960" y="4900701"/>
                    <a:pt x="3948276" y="4837481"/>
                    <a:pt x="4112002" y="4766359"/>
                  </a:cubicBezTo>
                  <a:cubicBezTo>
                    <a:pt x="4193972" y="4730827"/>
                    <a:pt x="4273429" y="4692997"/>
                    <a:pt x="4348983" y="4649833"/>
                  </a:cubicBezTo>
                  <a:cubicBezTo>
                    <a:pt x="4424508" y="4606778"/>
                    <a:pt x="4496050" y="4558250"/>
                    <a:pt x="4560505" y="4501564"/>
                  </a:cubicBezTo>
                  <a:cubicBezTo>
                    <a:pt x="4625198" y="4445289"/>
                    <a:pt x="4682991" y="4381021"/>
                    <a:pt x="4731963" y="4309870"/>
                  </a:cubicBezTo>
                  <a:cubicBezTo>
                    <a:pt x="4781043" y="4238747"/>
                    <a:pt x="4821275" y="4160848"/>
                    <a:pt x="4852344" y="4078640"/>
                  </a:cubicBezTo>
                  <a:lnTo>
                    <a:pt x="4863972" y="4047790"/>
                  </a:lnTo>
                  <a:lnTo>
                    <a:pt x="4874144" y="4016320"/>
                  </a:lnTo>
                  <a:lnTo>
                    <a:pt x="4884127" y="3984682"/>
                  </a:lnTo>
                  <a:cubicBezTo>
                    <a:pt x="4887242" y="3973925"/>
                    <a:pt x="4889981" y="3962835"/>
                    <a:pt x="4892800" y="3951883"/>
                  </a:cubicBezTo>
                  <a:lnTo>
                    <a:pt x="4909526" y="3886001"/>
                  </a:lnTo>
                  <a:lnTo>
                    <a:pt x="4917687" y="3852948"/>
                  </a:lnTo>
                  <a:lnTo>
                    <a:pt x="4921768" y="3836422"/>
                  </a:lnTo>
                  <a:lnTo>
                    <a:pt x="4924845" y="3819742"/>
                  </a:lnTo>
                  <a:cubicBezTo>
                    <a:pt x="4933092" y="3775120"/>
                    <a:pt x="4941231" y="3730469"/>
                    <a:pt x="4948230" y="3685744"/>
                  </a:cubicBezTo>
                  <a:cubicBezTo>
                    <a:pt x="4953579" y="3640694"/>
                    <a:pt x="4958249" y="3595577"/>
                    <a:pt x="4962782" y="3550540"/>
                  </a:cubicBezTo>
                  <a:cubicBezTo>
                    <a:pt x="4976580" y="3369692"/>
                    <a:pt x="4965812" y="3187942"/>
                    <a:pt x="4939468" y="3010249"/>
                  </a:cubicBezTo>
                  <a:cubicBezTo>
                    <a:pt x="4912965" y="2832281"/>
                    <a:pt x="4870237" y="2658196"/>
                    <a:pt x="4816901" y="2488224"/>
                  </a:cubicBezTo>
                  <a:cubicBezTo>
                    <a:pt x="4810197" y="2466954"/>
                    <a:pt x="4803984" y="2445582"/>
                    <a:pt x="4797005" y="2424470"/>
                  </a:cubicBezTo>
                  <a:cubicBezTo>
                    <a:pt x="4789399" y="2403537"/>
                    <a:pt x="4781686" y="2382574"/>
                    <a:pt x="4774433" y="2361620"/>
                  </a:cubicBezTo>
                  <a:lnTo>
                    <a:pt x="4752459" y="2298700"/>
                  </a:lnTo>
                  <a:lnTo>
                    <a:pt x="4728083" y="2236526"/>
                  </a:lnTo>
                  <a:cubicBezTo>
                    <a:pt x="4719957" y="2215802"/>
                    <a:pt x="4712352" y="2194869"/>
                    <a:pt x="4704471" y="2174095"/>
                  </a:cubicBezTo>
                  <a:lnTo>
                    <a:pt x="4678399" y="2112626"/>
                  </a:lnTo>
                  <a:lnTo>
                    <a:pt x="4652601" y="2050999"/>
                  </a:lnTo>
                  <a:cubicBezTo>
                    <a:pt x="4643711" y="2030533"/>
                    <a:pt x="4633616" y="2010672"/>
                    <a:pt x="4624205" y="1990415"/>
                  </a:cubicBezTo>
                  <a:lnTo>
                    <a:pt x="4595398" y="1930069"/>
                  </a:lnTo>
                  <a:cubicBezTo>
                    <a:pt x="4585714" y="1909969"/>
                    <a:pt x="4574413" y="1890713"/>
                    <a:pt x="4563827" y="1870952"/>
                  </a:cubicBezTo>
                  <a:lnTo>
                    <a:pt x="4531433" y="1812311"/>
                  </a:lnTo>
                  <a:lnTo>
                    <a:pt x="4523315" y="1797616"/>
                  </a:lnTo>
                  <a:lnTo>
                    <a:pt x="4514482" y="1783425"/>
                  </a:lnTo>
                  <a:lnTo>
                    <a:pt x="4496845" y="1754936"/>
                  </a:lnTo>
                  <a:lnTo>
                    <a:pt x="4461463" y="1697929"/>
                  </a:lnTo>
                  <a:lnTo>
                    <a:pt x="4452660" y="1683629"/>
                  </a:lnTo>
                  <a:lnTo>
                    <a:pt x="4443141" y="1669834"/>
                  </a:lnTo>
                  <a:lnTo>
                    <a:pt x="4424241" y="1642166"/>
                  </a:lnTo>
                  <a:cubicBezTo>
                    <a:pt x="4399005" y="1605265"/>
                    <a:pt x="4374512" y="1567751"/>
                    <a:pt x="4346886" y="1532412"/>
                  </a:cubicBezTo>
                  <a:cubicBezTo>
                    <a:pt x="4240477" y="1388328"/>
                    <a:pt x="4120362" y="1253437"/>
                    <a:pt x="3985497" y="1134649"/>
                  </a:cubicBezTo>
                  <a:cubicBezTo>
                    <a:pt x="3850799" y="1015675"/>
                    <a:pt x="3702920" y="911715"/>
                    <a:pt x="3545665" y="825877"/>
                  </a:cubicBezTo>
                  <a:lnTo>
                    <a:pt x="3486190" y="794756"/>
                  </a:lnTo>
                  <a:cubicBezTo>
                    <a:pt x="3466181" y="784640"/>
                    <a:pt x="3446893" y="773560"/>
                    <a:pt x="3426182" y="764765"/>
                  </a:cubicBezTo>
                  <a:lnTo>
                    <a:pt x="3365044" y="737255"/>
                  </a:lnTo>
                  <a:lnTo>
                    <a:pt x="3334529" y="723514"/>
                  </a:lnTo>
                  <a:cubicBezTo>
                    <a:pt x="3324394" y="718943"/>
                    <a:pt x="3314287" y="714265"/>
                    <a:pt x="3303733" y="710395"/>
                  </a:cubicBezTo>
                  <a:cubicBezTo>
                    <a:pt x="3262013" y="694346"/>
                    <a:pt x="3220711" y="677599"/>
                    <a:pt x="3179033" y="662259"/>
                  </a:cubicBezTo>
                  <a:lnTo>
                    <a:pt x="3052408" y="620447"/>
                  </a:lnTo>
                  <a:lnTo>
                    <a:pt x="2924325" y="584505"/>
                  </a:lnTo>
                  <a:cubicBezTo>
                    <a:pt x="2903106" y="578471"/>
                    <a:pt x="2881119" y="574434"/>
                    <a:pt x="2859667" y="569266"/>
                  </a:cubicBezTo>
                  <a:lnTo>
                    <a:pt x="2795226" y="554085"/>
                  </a:lnTo>
                  <a:cubicBezTo>
                    <a:pt x="2774078" y="548652"/>
                    <a:pt x="2751709" y="544744"/>
                    <a:pt x="2729702" y="540354"/>
                  </a:cubicBezTo>
                  <a:lnTo>
                    <a:pt x="2663758" y="527322"/>
                  </a:lnTo>
                  <a:lnTo>
                    <a:pt x="2630927" y="520495"/>
                  </a:lnTo>
                  <a:lnTo>
                    <a:pt x="2597965" y="515024"/>
                  </a:lnTo>
                  <a:cubicBezTo>
                    <a:pt x="2575970" y="511449"/>
                    <a:pt x="2554112" y="507795"/>
                    <a:pt x="2532205" y="503895"/>
                  </a:cubicBezTo>
                  <a:cubicBezTo>
                    <a:pt x="2357016" y="475037"/>
                    <a:pt x="2182954" y="456682"/>
                    <a:pt x="2010064" y="452552"/>
                  </a:cubicBezTo>
                  <a:cubicBezTo>
                    <a:pt x="1837255" y="448558"/>
                    <a:pt x="1665388" y="457916"/>
                    <a:pt x="1494552" y="485055"/>
                  </a:cubicBezTo>
                  <a:cubicBezTo>
                    <a:pt x="1452133" y="492816"/>
                    <a:pt x="1409569" y="501117"/>
                    <a:pt x="1366896" y="509389"/>
                  </a:cubicBezTo>
                  <a:cubicBezTo>
                    <a:pt x="1324862" y="520035"/>
                    <a:pt x="1282333" y="529505"/>
                    <a:pt x="1240175" y="541045"/>
                  </a:cubicBezTo>
                  <a:lnTo>
                    <a:pt x="1177438" y="560170"/>
                  </a:lnTo>
                  <a:lnTo>
                    <a:pt x="1145987" y="569826"/>
                  </a:lnTo>
                  <a:lnTo>
                    <a:pt x="1130315" y="574669"/>
                  </a:lnTo>
                  <a:lnTo>
                    <a:pt x="1114873" y="580384"/>
                  </a:lnTo>
                  <a:lnTo>
                    <a:pt x="1052839" y="602943"/>
                  </a:lnTo>
                  <a:cubicBezTo>
                    <a:pt x="1032151" y="610499"/>
                    <a:pt x="1011255" y="617535"/>
                    <a:pt x="991135" y="626866"/>
                  </a:cubicBezTo>
                  <a:lnTo>
                    <a:pt x="930179" y="653191"/>
                  </a:lnTo>
                  <a:cubicBezTo>
                    <a:pt x="909850" y="662002"/>
                    <a:pt x="889443" y="670676"/>
                    <a:pt x="869768" y="680937"/>
                  </a:cubicBezTo>
                  <a:lnTo>
                    <a:pt x="810085" y="710734"/>
                  </a:lnTo>
                  <a:cubicBezTo>
                    <a:pt x="790331" y="720859"/>
                    <a:pt x="770124" y="730514"/>
                    <a:pt x="751220" y="741794"/>
                  </a:cubicBezTo>
                  <a:cubicBezTo>
                    <a:pt x="673929" y="784955"/>
                    <a:pt x="598827" y="830326"/>
                    <a:pt x="532669" y="881688"/>
                  </a:cubicBezTo>
                  <a:cubicBezTo>
                    <a:pt x="464226" y="931625"/>
                    <a:pt x="406969" y="988270"/>
                    <a:pt x="354185" y="1050286"/>
                  </a:cubicBezTo>
                  <a:lnTo>
                    <a:pt x="315980" y="1098125"/>
                  </a:lnTo>
                  <a:lnTo>
                    <a:pt x="280345" y="1149782"/>
                  </a:lnTo>
                  <a:cubicBezTo>
                    <a:pt x="268144" y="1166335"/>
                    <a:pt x="257438" y="1185955"/>
                    <a:pt x="245890" y="1203959"/>
                  </a:cubicBezTo>
                  <a:cubicBezTo>
                    <a:pt x="234552" y="1222481"/>
                    <a:pt x="223171" y="1240298"/>
                    <a:pt x="212162" y="1260184"/>
                  </a:cubicBezTo>
                  <a:cubicBezTo>
                    <a:pt x="168299" y="1337574"/>
                    <a:pt x="125055" y="1419360"/>
                    <a:pt x="80716" y="1502476"/>
                  </a:cubicBezTo>
                  <a:lnTo>
                    <a:pt x="0" y="1648841"/>
                  </a:lnTo>
                  <a:lnTo>
                    <a:pt x="0" y="954863"/>
                  </a:lnTo>
                  <a:lnTo>
                    <a:pt x="43491" y="895513"/>
                  </a:lnTo>
                  <a:cubicBezTo>
                    <a:pt x="59888" y="874984"/>
                    <a:pt x="77014" y="854766"/>
                    <a:pt x="93923" y="834489"/>
                  </a:cubicBezTo>
                  <a:cubicBezTo>
                    <a:pt x="163245" y="754880"/>
                    <a:pt x="240806" y="679565"/>
                    <a:pt x="323465" y="617671"/>
                  </a:cubicBezTo>
                  <a:cubicBezTo>
                    <a:pt x="405002" y="553042"/>
                    <a:pt x="490132" y="499230"/>
                    <a:pt x="574777" y="446794"/>
                  </a:cubicBezTo>
                  <a:cubicBezTo>
                    <a:pt x="595733" y="433050"/>
                    <a:pt x="617442" y="421248"/>
                    <a:pt x="638943" y="408925"/>
                  </a:cubicBezTo>
                  <a:lnTo>
                    <a:pt x="703505" y="371742"/>
                  </a:lnTo>
                  <a:cubicBezTo>
                    <a:pt x="724798" y="358900"/>
                    <a:pt x="747120" y="347842"/>
                    <a:pt x="769262" y="336154"/>
                  </a:cubicBezTo>
                  <a:lnTo>
                    <a:pt x="835552" y="301173"/>
                  </a:lnTo>
                  <a:cubicBezTo>
                    <a:pt x="857427" y="289183"/>
                    <a:pt x="880470" y="278896"/>
                    <a:pt x="902979" y="268004"/>
                  </a:cubicBezTo>
                  <a:lnTo>
                    <a:pt x="971127" y="235607"/>
                  </a:lnTo>
                  <a:lnTo>
                    <a:pt x="988238" y="227556"/>
                  </a:lnTo>
                  <a:lnTo>
                    <a:pt x="1005744" y="220191"/>
                  </a:lnTo>
                  <a:lnTo>
                    <a:pt x="1040729" y="205569"/>
                  </a:lnTo>
                  <a:lnTo>
                    <a:pt x="1110835" y="176248"/>
                  </a:lnTo>
                  <a:cubicBezTo>
                    <a:pt x="1157999" y="157703"/>
                    <a:pt x="1206322" y="141323"/>
                    <a:pt x="1254256" y="123796"/>
                  </a:cubicBezTo>
                  <a:cubicBezTo>
                    <a:pt x="1302938" y="108671"/>
                    <a:pt x="1352074" y="94017"/>
                    <a:pt x="1401310" y="79852"/>
                  </a:cubicBezTo>
                  <a:cubicBezTo>
                    <a:pt x="1599497" y="26774"/>
                    <a:pt x="1806373" y="-329"/>
                    <a:pt x="2011811" y="4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0253FF8D-C2C7-8FDF-293F-275B1237F54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297400"/>
              <a:ext cx="5215811" cy="6107388"/>
            </a:xfrm>
            <a:custGeom>
              <a:avLst/>
              <a:gdLst>
                <a:gd name="connsiteX0" fmla="*/ 1869139 w 5215811"/>
                <a:gd name="connsiteY0" fmla="*/ 9 h 6107388"/>
                <a:gd name="connsiteX1" fmla="*/ 2791149 w 5215811"/>
                <a:gd name="connsiteY1" fmla="*/ 130229 h 6107388"/>
                <a:gd name="connsiteX2" fmla="*/ 4760307 w 5215811"/>
                <a:gd name="connsiteY2" fmla="*/ 1608408 h 6107388"/>
                <a:gd name="connsiteX3" fmla="*/ 5108574 w 5215811"/>
                <a:gd name="connsiteY3" fmla="*/ 4050383 h 6107388"/>
                <a:gd name="connsiteX4" fmla="*/ 3434916 w 5215811"/>
                <a:gd name="connsiteY4" fmla="*/ 5503134 h 6107388"/>
                <a:gd name="connsiteX5" fmla="*/ 1137841 w 5215811"/>
                <a:gd name="connsiteY5" fmla="*/ 6033968 h 6107388"/>
                <a:gd name="connsiteX6" fmla="*/ 217555 w 5215811"/>
                <a:gd name="connsiteY6" fmla="*/ 5598945 h 6107388"/>
                <a:gd name="connsiteX7" fmla="*/ 0 w 5215811"/>
                <a:gd name="connsiteY7" fmla="*/ 5419622 h 6107388"/>
                <a:gd name="connsiteX8" fmla="*/ 0 w 5215811"/>
                <a:gd name="connsiteY8" fmla="*/ 4571683 h 6107388"/>
                <a:gd name="connsiteX9" fmla="*/ 18056 w 5215811"/>
                <a:gd name="connsiteY9" fmla="*/ 4599282 h 6107388"/>
                <a:gd name="connsiteX10" fmla="*/ 358324 w 5215811"/>
                <a:gd name="connsiteY10" fmla="*/ 4988154 h 6107388"/>
                <a:gd name="connsiteX11" fmla="*/ 1282741 w 5215811"/>
                <a:gd name="connsiteY11" fmla="*/ 5493193 h 6107388"/>
                <a:gd name="connsiteX12" fmla="*/ 2172794 w 5215811"/>
                <a:gd name="connsiteY12" fmla="*/ 5470630 h 6107388"/>
                <a:gd name="connsiteX13" fmla="*/ 3146893 w 5215811"/>
                <a:gd name="connsiteY13" fmla="*/ 5016296 h 6107388"/>
                <a:gd name="connsiteX14" fmla="*/ 3574114 w 5215811"/>
                <a:gd name="connsiteY14" fmla="*/ 4791124 h 6107388"/>
                <a:gd name="connsiteX15" fmla="*/ 4244948 w 5215811"/>
                <a:gd name="connsiteY15" fmla="*/ 4392664 h 6107388"/>
                <a:gd name="connsiteX16" fmla="*/ 4556385 w 5215811"/>
                <a:gd name="connsiteY16" fmla="*/ 3902656 h 6107388"/>
                <a:gd name="connsiteX17" fmla="*/ 4616354 w 5215811"/>
                <a:gd name="connsiteY17" fmla="*/ 2851680 h 6107388"/>
                <a:gd name="connsiteX18" fmla="*/ 4269266 w 5215811"/>
                <a:gd name="connsiteY18" fmla="*/ 1889625 h 6107388"/>
                <a:gd name="connsiteX19" fmla="*/ 2645976 w 5215811"/>
                <a:gd name="connsiteY19" fmla="*/ 671162 h 6107388"/>
                <a:gd name="connsiteX20" fmla="*/ 1648930 w 5215811"/>
                <a:gd name="connsiteY20" fmla="*/ 573017 h 6107388"/>
                <a:gd name="connsiteX21" fmla="*/ 771768 w 5215811"/>
                <a:gd name="connsiteY21" fmla="*/ 865882 h 6107388"/>
                <a:gd name="connsiteX22" fmla="*/ 433617 w 5215811"/>
                <a:gd name="connsiteY22" fmla="*/ 1119441 h 6107388"/>
                <a:gd name="connsiteX23" fmla="*/ 200571 w 5215811"/>
                <a:gd name="connsiteY23" fmla="*/ 1486480 h 6107388"/>
                <a:gd name="connsiteX24" fmla="*/ 47077 w 5215811"/>
                <a:gd name="connsiteY24" fmla="*/ 1753604 h 6107388"/>
                <a:gd name="connsiteX25" fmla="*/ 0 w 5215811"/>
                <a:gd name="connsiteY25" fmla="*/ 1831655 h 6107388"/>
                <a:gd name="connsiteX26" fmla="*/ 0 w 5215811"/>
                <a:gd name="connsiteY26" fmla="*/ 751112 h 6107388"/>
                <a:gd name="connsiteX27" fmla="*/ 6994 w 5215811"/>
                <a:gd name="connsiteY27" fmla="*/ 742614 h 6107388"/>
                <a:gd name="connsiteX28" fmla="*/ 484047 w 5215811"/>
                <a:gd name="connsiteY28" fmla="*/ 378777 h 6107388"/>
                <a:gd name="connsiteX29" fmla="*/ 1869139 w 5215811"/>
                <a:gd name="connsiteY29" fmla="*/ 9 h 61073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5811" h="6107388">
                  <a:moveTo>
                    <a:pt x="1869139" y="9"/>
                  </a:moveTo>
                  <a:cubicBezTo>
                    <a:pt x="2160924" y="-706"/>
                    <a:pt x="2465752" y="43039"/>
                    <a:pt x="2791149" y="130229"/>
                  </a:cubicBezTo>
                  <a:cubicBezTo>
                    <a:pt x="3651198" y="360678"/>
                    <a:pt x="4339884" y="907924"/>
                    <a:pt x="4760307" y="1608408"/>
                  </a:cubicBezTo>
                  <a:cubicBezTo>
                    <a:pt x="5188180" y="2321320"/>
                    <a:pt x="5338357" y="3192822"/>
                    <a:pt x="5108574" y="4050383"/>
                  </a:cubicBezTo>
                  <a:cubicBezTo>
                    <a:pt x="4880820" y="4900373"/>
                    <a:pt x="4152841" y="5098512"/>
                    <a:pt x="3434916" y="5503134"/>
                  </a:cubicBezTo>
                  <a:cubicBezTo>
                    <a:pt x="2717099" y="5907783"/>
                    <a:pt x="2005568" y="6266474"/>
                    <a:pt x="1137841" y="6033968"/>
                  </a:cubicBezTo>
                  <a:cubicBezTo>
                    <a:pt x="783079" y="5938910"/>
                    <a:pt x="479573" y="5790114"/>
                    <a:pt x="217555" y="5598945"/>
                  </a:cubicBezTo>
                  <a:lnTo>
                    <a:pt x="0" y="5419622"/>
                  </a:lnTo>
                  <a:lnTo>
                    <a:pt x="0" y="4571683"/>
                  </a:lnTo>
                  <a:lnTo>
                    <a:pt x="18056" y="4599282"/>
                  </a:lnTo>
                  <a:cubicBezTo>
                    <a:pt x="124071" y="4746782"/>
                    <a:pt x="237002" y="4875718"/>
                    <a:pt x="358324" y="4988154"/>
                  </a:cubicBezTo>
                  <a:cubicBezTo>
                    <a:pt x="621323" y="5231809"/>
                    <a:pt x="923667" y="5396979"/>
                    <a:pt x="1282741" y="5493193"/>
                  </a:cubicBezTo>
                  <a:cubicBezTo>
                    <a:pt x="1573894" y="5571207"/>
                    <a:pt x="1856732" y="5563878"/>
                    <a:pt x="2172794" y="5470630"/>
                  </a:cubicBezTo>
                  <a:cubicBezTo>
                    <a:pt x="2498985" y="5374183"/>
                    <a:pt x="2832844" y="5193315"/>
                    <a:pt x="3146893" y="5016296"/>
                  </a:cubicBezTo>
                  <a:cubicBezTo>
                    <a:pt x="3293538" y="4933641"/>
                    <a:pt x="3436182" y="4861160"/>
                    <a:pt x="3574114" y="4791124"/>
                  </a:cubicBezTo>
                  <a:cubicBezTo>
                    <a:pt x="3841238" y="4655550"/>
                    <a:pt x="4071901" y="4538375"/>
                    <a:pt x="4244948" y="4392664"/>
                  </a:cubicBezTo>
                  <a:cubicBezTo>
                    <a:pt x="4405844" y="4257259"/>
                    <a:pt x="4501845" y="4106204"/>
                    <a:pt x="4556385" y="3902656"/>
                  </a:cubicBezTo>
                  <a:cubicBezTo>
                    <a:pt x="4649063" y="3556776"/>
                    <a:pt x="4669271" y="3203187"/>
                    <a:pt x="4616354" y="2851680"/>
                  </a:cubicBezTo>
                  <a:cubicBezTo>
                    <a:pt x="4565198" y="2511774"/>
                    <a:pt x="4448474" y="2188147"/>
                    <a:pt x="4269266" y="1889625"/>
                  </a:cubicBezTo>
                  <a:cubicBezTo>
                    <a:pt x="3907781" y="1287586"/>
                    <a:pt x="3331245" y="854780"/>
                    <a:pt x="2645976" y="671162"/>
                  </a:cubicBezTo>
                  <a:cubicBezTo>
                    <a:pt x="2278249" y="572630"/>
                    <a:pt x="1952074" y="540526"/>
                    <a:pt x="1648930" y="573017"/>
                  </a:cubicBezTo>
                  <a:cubicBezTo>
                    <a:pt x="1351746" y="604901"/>
                    <a:pt x="1064785" y="700731"/>
                    <a:pt x="771768" y="865882"/>
                  </a:cubicBezTo>
                  <a:cubicBezTo>
                    <a:pt x="568061" y="980657"/>
                    <a:pt x="486465" y="1058486"/>
                    <a:pt x="433617" y="1119441"/>
                  </a:cubicBezTo>
                  <a:cubicBezTo>
                    <a:pt x="358307" y="1206256"/>
                    <a:pt x="292149" y="1323808"/>
                    <a:pt x="200571" y="1486480"/>
                  </a:cubicBezTo>
                  <a:cubicBezTo>
                    <a:pt x="156644" y="1564432"/>
                    <a:pt x="106654" y="1653214"/>
                    <a:pt x="47077" y="1753604"/>
                  </a:cubicBezTo>
                  <a:lnTo>
                    <a:pt x="0" y="1831655"/>
                  </a:lnTo>
                  <a:lnTo>
                    <a:pt x="0" y="751112"/>
                  </a:lnTo>
                  <a:lnTo>
                    <a:pt x="6994" y="742614"/>
                  </a:lnTo>
                  <a:cubicBezTo>
                    <a:pt x="117721" y="617683"/>
                    <a:pt x="259696" y="505222"/>
                    <a:pt x="484047" y="378777"/>
                  </a:cubicBezTo>
                  <a:cubicBezTo>
                    <a:pt x="932751" y="125890"/>
                    <a:pt x="1382831" y="1200"/>
                    <a:pt x="1869139" y="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276D5F86-D9FE-8AB2-0065-E175B292237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319367"/>
              <a:ext cx="5217956" cy="6100079"/>
            </a:xfrm>
            <a:custGeom>
              <a:avLst/>
              <a:gdLst>
                <a:gd name="connsiteX0" fmla="*/ 1951393 w 5217956"/>
                <a:gd name="connsiteY0" fmla="*/ 82 h 6100079"/>
                <a:gd name="connsiteX1" fmla="*/ 2855177 w 5217956"/>
                <a:gd name="connsiteY1" fmla="*/ 125419 h 6100079"/>
                <a:gd name="connsiteX2" fmla="*/ 4779341 w 5217956"/>
                <a:gd name="connsiteY2" fmla="*/ 1591542 h 6100079"/>
                <a:gd name="connsiteX3" fmla="*/ 5108573 w 5217956"/>
                <a:gd name="connsiteY3" fmla="*/ 4028416 h 6100079"/>
                <a:gd name="connsiteX4" fmla="*/ 3459358 w 5217956"/>
                <a:gd name="connsiteY4" fmla="*/ 5487716 h 6100079"/>
                <a:gd name="connsiteX5" fmla="*/ 1203274 w 5217956"/>
                <a:gd name="connsiteY5" fmla="*/ 6029534 h 6100079"/>
                <a:gd name="connsiteX6" fmla="*/ 59920 w 5217956"/>
                <a:gd name="connsiteY6" fmla="*/ 5396467 h 6100079"/>
                <a:gd name="connsiteX7" fmla="*/ 0 w 5217956"/>
                <a:gd name="connsiteY7" fmla="*/ 5333382 h 6100079"/>
                <a:gd name="connsiteX8" fmla="*/ 0 w 5217956"/>
                <a:gd name="connsiteY8" fmla="*/ 4205833 h 6100079"/>
                <a:gd name="connsiteX9" fmla="*/ 58036 w 5217956"/>
                <a:gd name="connsiteY9" fmla="*/ 4310048 h 6100079"/>
                <a:gd name="connsiteX10" fmla="*/ 520779 w 5217956"/>
                <a:gd name="connsiteY10" fmla="*/ 4907591 h 6100079"/>
                <a:gd name="connsiteX11" fmla="*/ 1377154 w 5217956"/>
                <a:gd name="connsiteY11" fmla="*/ 5380604 h 6100079"/>
                <a:gd name="connsiteX12" fmla="*/ 3123340 w 5217956"/>
                <a:gd name="connsiteY12" fmla="*/ 4905715 h 6100079"/>
                <a:gd name="connsiteX13" fmla="*/ 3547863 w 5217956"/>
                <a:gd name="connsiteY13" fmla="*/ 4676342 h 6100079"/>
                <a:gd name="connsiteX14" fmla="*/ 4186753 w 5217956"/>
                <a:gd name="connsiteY14" fmla="*/ 4289376 h 6100079"/>
                <a:gd name="connsiteX15" fmla="*/ 4459565 w 5217956"/>
                <a:gd name="connsiteY15" fmla="*/ 3854399 h 6100079"/>
                <a:gd name="connsiteX16" fmla="*/ 4521015 w 5217956"/>
                <a:gd name="connsiteY16" fmla="*/ 2849377 h 6100079"/>
                <a:gd name="connsiteX17" fmla="*/ 4199723 w 5217956"/>
                <a:gd name="connsiteY17" fmla="*/ 1931213 h 6100079"/>
                <a:gd name="connsiteX18" fmla="*/ 2681217 w 5217956"/>
                <a:gd name="connsiteY18" fmla="*/ 774211 h 6100079"/>
                <a:gd name="connsiteX19" fmla="*/ 926547 w 5217956"/>
                <a:gd name="connsiteY19" fmla="*/ 967112 h 6100079"/>
                <a:gd name="connsiteX20" fmla="*/ 622677 w 5217956"/>
                <a:gd name="connsiteY20" fmla="*/ 1197863 h 6100079"/>
                <a:gd name="connsiteX21" fmla="*/ 404892 w 5217956"/>
                <a:gd name="connsiteY21" fmla="*/ 1547314 h 6100079"/>
                <a:gd name="connsiteX22" fmla="*/ 40135 w 5217956"/>
                <a:gd name="connsiteY22" fmla="*/ 2159090 h 6100079"/>
                <a:gd name="connsiteX23" fmla="*/ 0 w 5217956"/>
                <a:gd name="connsiteY23" fmla="*/ 2219367 h 6100079"/>
                <a:gd name="connsiteX24" fmla="*/ 0 w 5217956"/>
                <a:gd name="connsiteY24" fmla="*/ 915659 h 6100079"/>
                <a:gd name="connsiteX25" fmla="*/ 58609 w 5217956"/>
                <a:gd name="connsiteY25" fmla="*/ 828051 h 6100079"/>
                <a:gd name="connsiteX26" fmla="*/ 590688 w 5217956"/>
                <a:gd name="connsiteY26" fmla="*/ 385385 h 6100079"/>
                <a:gd name="connsiteX27" fmla="*/ 1951393 w 5217956"/>
                <a:gd name="connsiteY27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5217956" h="6100079">
                  <a:moveTo>
                    <a:pt x="1951393" y="82"/>
                  </a:moveTo>
                  <a:cubicBezTo>
                    <a:pt x="2237631" y="-2119"/>
                    <a:pt x="2536431" y="40011"/>
                    <a:pt x="2855177" y="125419"/>
                  </a:cubicBezTo>
                  <a:cubicBezTo>
                    <a:pt x="3697704" y="351173"/>
                    <a:pt x="4370490" y="894159"/>
                    <a:pt x="4779341" y="1591542"/>
                  </a:cubicBezTo>
                  <a:cubicBezTo>
                    <a:pt x="5195534" y="2301324"/>
                    <a:pt x="5338356" y="3170855"/>
                    <a:pt x="5108573" y="4028416"/>
                  </a:cubicBezTo>
                  <a:cubicBezTo>
                    <a:pt x="4880819" y="4878406"/>
                    <a:pt x="4165603" y="5079965"/>
                    <a:pt x="3459358" y="5487716"/>
                  </a:cubicBezTo>
                  <a:cubicBezTo>
                    <a:pt x="2753114" y="5895466"/>
                    <a:pt x="2053264" y="6257288"/>
                    <a:pt x="1203274" y="6029534"/>
                  </a:cubicBezTo>
                  <a:cubicBezTo>
                    <a:pt x="739884" y="5905369"/>
                    <a:pt x="366399" y="5685345"/>
                    <a:pt x="59920" y="5396467"/>
                  </a:cubicBezTo>
                  <a:lnTo>
                    <a:pt x="0" y="5333382"/>
                  </a:lnTo>
                  <a:lnTo>
                    <a:pt x="0" y="4205833"/>
                  </a:lnTo>
                  <a:lnTo>
                    <a:pt x="58036" y="4310048"/>
                  </a:lnTo>
                  <a:cubicBezTo>
                    <a:pt x="197935" y="4550245"/>
                    <a:pt x="350594" y="4747142"/>
                    <a:pt x="520779" y="4907591"/>
                  </a:cubicBezTo>
                  <a:cubicBezTo>
                    <a:pt x="763600" y="5136565"/>
                    <a:pt x="1043821" y="5291288"/>
                    <a:pt x="1377154" y="5380604"/>
                  </a:cubicBezTo>
                  <a:cubicBezTo>
                    <a:pt x="1963029" y="5537589"/>
                    <a:pt x="2470519" y="5282804"/>
                    <a:pt x="3123340" y="4905715"/>
                  </a:cubicBezTo>
                  <a:cubicBezTo>
                    <a:pt x="3269800" y="4821157"/>
                    <a:pt x="3411134" y="4747512"/>
                    <a:pt x="3547863" y="4676342"/>
                  </a:cubicBezTo>
                  <a:cubicBezTo>
                    <a:pt x="3804497" y="4542710"/>
                    <a:pt x="4026085" y="4427393"/>
                    <a:pt x="4186753" y="4289376"/>
                  </a:cubicBezTo>
                  <a:cubicBezTo>
                    <a:pt x="4329009" y="4167293"/>
                    <a:pt x="4410589" y="4037181"/>
                    <a:pt x="4459565" y="3854399"/>
                  </a:cubicBezTo>
                  <a:cubicBezTo>
                    <a:pt x="4548302" y="3523229"/>
                    <a:pt x="4568981" y="3185183"/>
                    <a:pt x="4521015" y="2849377"/>
                  </a:cubicBezTo>
                  <a:cubicBezTo>
                    <a:pt x="4474709" y="2524680"/>
                    <a:pt x="4366564" y="2215756"/>
                    <a:pt x="4199723" y="1931213"/>
                  </a:cubicBezTo>
                  <a:cubicBezTo>
                    <a:pt x="3863270" y="1357325"/>
                    <a:pt x="3323982" y="946439"/>
                    <a:pt x="2681217" y="774211"/>
                  </a:cubicBezTo>
                  <a:cubicBezTo>
                    <a:pt x="2001139" y="591984"/>
                    <a:pt x="1476322" y="649699"/>
                    <a:pt x="926547" y="967112"/>
                  </a:cubicBezTo>
                  <a:cubicBezTo>
                    <a:pt x="740730" y="1074393"/>
                    <a:pt x="668642" y="1143989"/>
                    <a:pt x="622677" y="1197863"/>
                  </a:cubicBezTo>
                  <a:cubicBezTo>
                    <a:pt x="555599" y="1276450"/>
                    <a:pt x="492360" y="1390031"/>
                    <a:pt x="404892" y="1547314"/>
                  </a:cubicBezTo>
                  <a:cubicBezTo>
                    <a:pt x="317047" y="1705133"/>
                    <a:pt x="204816" y="1906756"/>
                    <a:pt x="40135" y="2159090"/>
                  </a:cubicBezTo>
                  <a:lnTo>
                    <a:pt x="0" y="2219367"/>
                  </a:lnTo>
                  <a:lnTo>
                    <a:pt x="0" y="915659"/>
                  </a:lnTo>
                  <a:lnTo>
                    <a:pt x="58609" y="828051"/>
                  </a:lnTo>
                  <a:cubicBezTo>
                    <a:pt x="177453" y="670481"/>
                    <a:pt x="325846" y="538291"/>
                    <a:pt x="590688" y="385385"/>
                  </a:cubicBezTo>
                  <a:cubicBezTo>
                    <a:pt x="1032158" y="130559"/>
                    <a:pt x="1474329" y="3750"/>
                    <a:pt x="1951393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C2A48679-1F10-7229-EA4E-CB0469BA036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319367"/>
              <a:ext cx="5217957" cy="6100079"/>
            </a:xfrm>
            <a:custGeom>
              <a:avLst/>
              <a:gdLst>
                <a:gd name="connsiteX0" fmla="*/ 1951394 w 5217957"/>
                <a:gd name="connsiteY0" fmla="*/ 82 h 6100079"/>
                <a:gd name="connsiteX1" fmla="*/ 2855178 w 5217957"/>
                <a:gd name="connsiteY1" fmla="*/ 125419 h 6100079"/>
                <a:gd name="connsiteX2" fmla="*/ 4779341 w 5217957"/>
                <a:gd name="connsiteY2" fmla="*/ 1591542 h 6100079"/>
                <a:gd name="connsiteX3" fmla="*/ 5108574 w 5217957"/>
                <a:gd name="connsiteY3" fmla="*/ 4028416 h 6100079"/>
                <a:gd name="connsiteX4" fmla="*/ 3459359 w 5217957"/>
                <a:gd name="connsiteY4" fmla="*/ 5487716 h 6100079"/>
                <a:gd name="connsiteX5" fmla="*/ 1203275 w 5217957"/>
                <a:gd name="connsiteY5" fmla="*/ 6029534 h 6100079"/>
                <a:gd name="connsiteX6" fmla="*/ 59921 w 5217957"/>
                <a:gd name="connsiteY6" fmla="*/ 5396467 h 6100079"/>
                <a:gd name="connsiteX7" fmla="*/ 0 w 5217957"/>
                <a:gd name="connsiteY7" fmla="*/ 5333381 h 6100079"/>
                <a:gd name="connsiteX8" fmla="*/ 0 w 5217957"/>
                <a:gd name="connsiteY8" fmla="*/ 4427327 h 6100079"/>
                <a:gd name="connsiteX9" fmla="*/ 112056 w 5217957"/>
                <a:gd name="connsiteY9" fmla="*/ 4602502 h 6100079"/>
                <a:gd name="connsiteX10" fmla="*/ 443875 w 5217957"/>
                <a:gd name="connsiteY10" fmla="*/ 4989110 h 6100079"/>
                <a:gd name="connsiteX11" fmla="*/ 1348175 w 5217957"/>
                <a:gd name="connsiteY11" fmla="*/ 5488759 h 6100079"/>
                <a:gd name="connsiteX12" fmla="*/ 2221463 w 5217957"/>
                <a:gd name="connsiteY12" fmla="*/ 5461704 h 6100079"/>
                <a:gd name="connsiteX13" fmla="*/ 3179339 w 5217957"/>
                <a:gd name="connsiteY13" fmla="*/ 5003023 h 6100079"/>
                <a:gd name="connsiteX14" fmla="*/ 3599638 w 5217957"/>
                <a:gd name="connsiteY14" fmla="*/ 4775996 h 6100079"/>
                <a:gd name="connsiteX15" fmla="*/ 4259765 w 5217957"/>
                <a:gd name="connsiteY15" fmla="*/ 4374667 h 6100079"/>
                <a:gd name="connsiteX16" fmla="*/ 4567742 w 5217957"/>
                <a:gd name="connsiteY16" fmla="*/ 3883732 h 6100079"/>
                <a:gd name="connsiteX17" fmla="*/ 4631929 w 5217957"/>
                <a:gd name="connsiteY17" fmla="*/ 2833886 h 6100079"/>
                <a:gd name="connsiteX18" fmla="*/ 4296412 w 5217957"/>
                <a:gd name="connsiteY18" fmla="*/ 1874932 h 6100079"/>
                <a:gd name="connsiteX19" fmla="*/ 2710219 w 5217957"/>
                <a:gd name="connsiteY19" fmla="*/ 666410 h 6100079"/>
                <a:gd name="connsiteX20" fmla="*/ 1732642 w 5217957"/>
                <a:gd name="connsiteY20" fmla="*/ 573480 h 6100079"/>
                <a:gd name="connsiteX21" fmla="*/ 870621 w 5217957"/>
                <a:gd name="connsiteY21" fmla="*/ 870402 h 6100079"/>
                <a:gd name="connsiteX22" fmla="*/ 537555 w 5217957"/>
                <a:gd name="connsiteY22" fmla="*/ 1125324 h 6100079"/>
                <a:gd name="connsiteX23" fmla="*/ 306995 w 5217957"/>
                <a:gd name="connsiteY23" fmla="*/ 1493030 h 6100079"/>
                <a:gd name="connsiteX24" fmla="*/ 23579 w 5217957"/>
                <a:gd name="connsiteY24" fmla="*/ 1977465 h 6100079"/>
                <a:gd name="connsiteX25" fmla="*/ 0 w 5217957"/>
                <a:gd name="connsiteY25" fmla="*/ 2014291 h 6100079"/>
                <a:gd name="connsiteX26" fmla="*/ 0 w 5217957"/>
                <a:gd name="connsiteY26" fmla="*/ 915660 h 6100079"/>
                <a:gd name="connsiteX27" fmla="*/ 58609 w 5217957"/>
                <a:gd name="connsiteY27" fmla="*/ 828051 h 6100079"/>
                <a:gd name="connsiteX28" fmla="*/ 590689 w 5217957"/>
                <a:gd name="connsiteY28" fmla="*/ 385385 h 6100079"/>
                <a:gd name="connsiteX29" fmla="*/ 1951394 w 5217957"/>
                <a:gd name="connsiteY29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7957" h="6100079">
                  <a:moveTo>
                    <a:pt x="1951394" y="82"/>
                  </a:moveTo>
                  <a:cubicBezTo>
                    <a:pt x="2237632" y="-2119"/>
                    <a:pt x="2536431" y="40011"/>
                    <a:pt x="2855178" y="125419"/>
                  </a:cubicBezTo>
                  <a:cubicBezTo>
                    <a:pt x="3697704" y="351173"/>
                    <a:pt x="4370491" y="894159"/>
                    <a:pt x="4779341" y="1591542"/>
                  </a:cubicBezTo>
                  <a:cubicBezTo>
                    <a:pt x="5195535" y="2301324"/>
                    <a:pt x="5338357" y="3170855"/>
                    <a:pt x="5108574" y="4028416"/>
                  </a:cubicBezTo>
                  <a:cubicBezTo>
                    <a:pt x="4880820" y="4878406"/>
                    <a:pt x="4165604" y="5079965"/>
                    <a:pt x="3459359" y="5487716"/>
                  </a:cubicBezTo>
                  <a:cubicBezTo>
                    <a:pt x="2753115" y="5895466"/>
                    <a:pt x="2053265" y="6257288"/>
                    <a:pt x="1203275" y="6029534"/>
                  </a:cubicBezTo>
                  <a:cubicBezTo>
                    <a:pt x="739885" y="5905369"/>
                    <a:pt x="366400" y="5685345"/>
                    <a:pt x="59921" y="5396467"/>
                  </a:cubicBezTo>
                  <a:lnTo>
                    <a:pt x="0" y="5333381"/>
                  </a:lnTo>
                  <a:lnTo>
                    <a:pt x="0" y="4427327"/>
                  </a:lnTo>
                  <a:lnTo>
                    <a:pt x="112056" y="4602502"/>
                  </a:lnTo>
                  <a:cubicBezTo>
                    <a:pt x="215300" y="4749260"/>
                    <a:pt x="325419" y="4877443"/>
                    <a:pt x="443875" y="4989110"/>
                  </a:cubicBezTo>
                  <a:cubicBezTo>
                    <a:pt x="700709" y="5231113"/>
                    <a:pt x="996455" y="5394516"/>
                    <a:pt x="1348175" y="5488759"/>
                  </a:cubicBezTo>
                  <a:cubicBezTo>
                    <a:pt x="1633379" y="5565179"/>
                    <a:pt x="1910917" y="5556430"/>
                    <a:pt x="2221463" y="5461704"/>
                  </a:cubicBezTo>
                  <a:cubicBezTo>
                    <a:pt x="2541923" y="5363721"/>
                    <a:pt x="2870374" y="5181404"/>
                    <a:pt x="3179339" y="5003023"/>
                  </a:cubicBezTo>
                  <a:cubicBezTo>
                    <a:pt x="3323713" y="4919760"/>
                    <a:pt x="3463978" y="4846641"/>
                    <a:pt x="3599638" y="4775996"/>
                  </a:cubicBezTo>
                  <a:cubicBezTo>
                    <a:pt x="3862436" y="4639263"/>
                    <a:pt x="4089314" y="4521074"/>
                    <a:pt x="4259765" y="4374667"/>
                  </a:cubicBezTo>
                  <a:cubicBezTo>
                    <a:pt x="4418282" y="4238625"/>
                    <a:pt x="4513201" y="4087280"/>
                    <a:pt x="4567742" y="3883732"/>
                  </a:cubicBezTo>
                  <a:cubicBezTo>
                    <a:pt x="4660420" y="3537853"/>
                    <a:pt x="4682033" y="3184640"/>
                    <a:pt x="4631929" y="2833886"/>
                  </a:cubicBezTo>
                  <a:cubicBezTo>
                    <a:pt x="4583584" y="2494734"/>
                    <a:pt x="4470646" y="2172121"/>
                    <a:pt x="4296412" y="1874932"/>
                  </a:cubicBezTo>
                  <a:cubicBezTo>
                    <a:pt x="3944879" y="1275559"/>
                    <a:pt x="3381537" y="846289"/>
                    <a:pt x="2710219" y="666410"/>
                  </a:cubicBezTo>
                  <a:cubicBezTo>
                    <a:pt x="2349955" y="569877"/>
                    <a:pt x="2030161" y="539483"/>
                    <a:pt x="1732642" y="573480"/>
                  </a:cubicBezTo>
                  <a:cubicBezTo>
                    <a:pt x="1440866" y="606814"/>
                    <a:pt x="1158880" y="703976"/>
                    <a:pt x="870621" y="870402"/>
                  </a:cubicBezTo>
                  <a:cubicBezTo>
                    <a:pt x="670160" y="986048"/>
                    <a:pt x="589753" y="1064195"/>
                    <a:pt x="537555" y="1125324"/>
                  </a:cubicBezTo>
                  <a:cubicBezTo>
                    <a:pt x="463218" y="1212400"/>
                    <a:pt x="397708" y="1330125"/>
                    <a:pt x="306995" y="1493030"/>
                  </a:cubicBezTo>
                  <a:cubicBezTo>
                    <a:pt x="234596" y="1623167"/>
                    <a:pt x="145436" y="1783409"/>
                    <a:pt x="23579" y="1977465"/>
                  </a:cubicBezTo>
                  <a:lnTo>
                    <a:pt x="0" y="2014291"/>
                  </a:lnTo>
                  <a:lnTo>
                    <a:pt x="0" y="915660"/>
                  </a:lnTo>
                  <a:lnTo>
                    <a:pt x="58609" y="828051"/>
                  </a:lnTo>
                  <a:cubicBezTo>
                    <a:pt x="177453" y="670481"/>
                    <a:pt x="325847" y="538291"/>
                    <a:pt x="590689" y="385385"/>
                  </a:cubicBezTo>
                  <a:cubicBezTo>
                    <a:pt x="1032159" y="130559"/>
                    <a:pt x="1474330" y="3750"/>
                    <a:pt x="1951394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2" name="Titel 1">
            <a:extLst>
              <a:ext uri="{FF2B5EF4-FFF2-40B4-BE49-F238E27FC236}">
                <a16:creationId xmlns:a16="http://schemas.microsoft.com/office/drawing/2014/main" id="{E8ED85FB-BE0E-82F1-49A4-32430B474D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03383" y="1243013"/>
            <a:ext cx="3855720" cy="4371974"/>
          </a:xfrm>
        </p:spPr>
        <p:txBody>
          <a:bodyPr>
            <a:normAutofit/>
          </a:bodyPr>
          <a:lstStyle/>
          <a:p>
            <a:r>
              <a:rPr lang="de-DE" sz="3600" b="1" dirty="0">
                <a:solidFill>
                  <a:schemeClr val="accent2"/>
                </a:solidFill>
                <a:latin typeface="Orbitron" pitchFamily="2" charset="0"/>
              </a:rPr>
              <a:t>Zeitplan</a:t>
            </a:r>
          </a:p>
        </p:txBody>
      </p:sp>
      <p:pic>
        <p:nvPicPr>
          <p:cNvPr id="3" name="Grafik 2" descr="Ein Bild, das Text, Screenshot, Schrift, Zahl enthält.&#10;&#10;KI-generierte Inhalte können fehlerhaft sein.">
            <a:extLst>
              <a:ext uri="{FF2B5EF4-FFF2-40B4-BE49-F238E27FC236}">
                <a16:creationId xmlns:a16="http://schemas.microsoft.com/office/drawing/2014/main" id="{4EDB5089-DC89-5982-3E13-814045C84BDB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68413" y="1643935"/>
            <a:ext cx="5479241" cy="1735017"/>
          </a:xfrm>
          <a:prstGeom prst="rect">
            <a:avLst/>
          </a:prstGeom>
        </p:spPr>
      </p:pic>
      <p:pic>
        <p:nvPicPr>
          <p:cNvPr id="6" name="Grafik 5">
            <a:extLst>
              <a:ext uri="{FF2B5EF4-FFF2-40B4-BE49-F238E27FC236}">
                <a16:creationId xmlns:a16="http://schemas.microsoft.com/office/drawing/2014/main" id="{51596702-309E-8C82-19DE-88B191B4293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5768" y="4097978"/>
            <a:ext cx="4802002" cy="2082919"/>
          </a:xfrm>
          <a:prstGeom prst="rect">
            <a:avLst/>
          </a:prstGeom>
        </p:spPr>
      </p:pic>
      <p:sp>
        <p:nvSpPr>
          <p:cNvPr id="7" name="Textfeld 6">
            <a:extLst>
              <a:ext uri="{FF2B5EF4-FFF2-40B4-BE49-F238E27FC236}">
                <a16:creationId xmlns:a16="http://schemas.microsoft.com/office/drawing/2014/main" id="{BB5217C7-0595-8FB5-AA59-47C2CADB23EF}"/>
              </a:ext>
            </a:extLst>
          </p:cNvPr>
          <p:cNvSpPr txBox="1"/>
          <p:nvPr/>
        </p:nvSpPr>
        <p:spPr>
          <a:xfrm>
            <a:off x="6215768" y="3530184"/>
            <a:ext cx="209627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Neue Roadmap</a:t>
            </a:r>
          </a:p>
        </p:txBody>
      </p:sp>
      <p:sp>
        <p:nvSpPr>
          <p:cNvPr id="17" name="Textfeld 16">
            <a:extLst>
              <a:ext uri="{FF2B5EF4-FFF2-40B4-BE49-F238E27FC236}">
                <a16:creationId xmlns:a16="http://schemas.microsoft.com/office/drawing/2014/main" id="{2D56B7F0-E210-68C3-FE92-3A289DEBF55E}"/>
              </a:ext>
            </a:extLst>
          </p:cNvPr>
          <p:cNvSpPr txBox="1"/>
          <p:nvPr/>
        </p:nvSpPr>
        <p:spPr>
          <a:xfrm>
            <a:off x="6095847" y="1058347"/>
            <a:ext cx="209627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Alte Roadmap</a:t>
            </a:r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57C19906-3A31-CB90-7CB4-CD2FB8DDB398}"/>
              </a:ext>
            </a:extLst>
          </p:cNvPr>
          <p:cNvSpPr/>
          <p:nvPr/>
        </p:nvSpPr>
        <p:spPr>
          <a:xfrm>
            <a:off x="10810984" y="0"/>
            <a:ext cx="1019991" cy="147437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5" name="Grafik 4" descr="Uhr Silhouette">
            <a:extLst>
              <a:ext uri="{FF2B5EF4-FFF2-40B4-BE49-F238E27FC236}">
                <a16:creationId xmlns:a16="http://schemas.microsoft.com/office/drawing/2014/main" id="{B0CFAE37-7E83-9573-38B2-CA9C7ED9C6B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863779" y="508838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002900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8F14D82-75CD-0BEB-3E30-193DC92B42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18A3CCC7-A708-6085-A8BE-CA451774655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F0380CE8-BEAA-487C-8039-B44BD3E9824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800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8E0571D6-D1BF-0158-97E4-F12DA4F2E37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21863" y="508838"/>
            <a:ext cx="5217958" cy="6239661"/>
            <a:chOff x="-19221" y="251144"/>
            <a:chExt cx="5217958" cy="6239661"/>
          </a:xfrm>
        </p:grpSpPr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93373B2F-2D2D-7C54-41AD-F33AC7C44C3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251144"/>
              <a:ext cx="5187198" cy="6239661"/>
            </a:xfrm>
            <a:custGeom>
              <a:avLst/>
              <a:gdLst>
                <a:gd name="connsiteX0" fmla="*/ 2011811 w 5187198"/>
                <a:gd name="connsiteY0" fmla="*/ 4 h 6239661"/>
                <a:gd name="connsiteX1" fmla="*/ 2617011 w 5187198"/>
                <a:gd name="connsiteY1" fmla="*/ 70590 h 6239661"/>
                <a:gd name="connsiteX2" fmla="*/ 2690321 w 5187198"/>
                <a:gd name="connsiteY2" fmla="*/ 88146 h 6239661"/>
                <a:gd name="connsiteX3" fmla="*/ 2726863 w 5187198"/>
                <a:gd name="connsiteY3" fmla="*/ 97127 h 6239661"/>
                <a:gd name="connsiteX4" fmla="*/ 2762951 w 5187198"/>
                <a:gd name="connsiteY4" fmla="*/ 107375 h 6239661"/>
                <a:gd name="connsiteX5" fmla="*/ 2834843 w 5187198"/>
                <a:gd name="connsiteY5" fmla="*/ 128493 h 6239661"/>
                <a:gd name="connsiteX6" fmla="*/ 2906574 w 5187198"/>
                <a:gd name="connsiteY6" fmla="*/ 151076 h 6239661"/>
                <a:gd name="connsiteX7" fmla="*/ 3049504 w 5187198"/>
                <a:gd name="connsiteY7" fmla="*/ 202124 h 6239661"/>
                <a:gd name="connsiteX8" fmla="*/ 3189518 w 5187198"/>
                <a:gd name="connsiteY8" fmla="*/ 260159 h 6239661"/>
                <a:gd name="connsiteX9" fmla="*/ 3326048 w 5187198"/>
                <a:gd name="connsiteY9" fmla="*/ 325143 h 6239661"/>
                <a:gd name="connsiteX10" fmla="*/ 3459166 w 5187198"/>
                <a:gd name="connsiteY10" fmla="*/ 395936 h 6239661"/>
                <a:gd name="connsiteX11" fmla="*/ 3588578 w 5187198"/>
                <a:gd name="connsiteY11" fmla="*/ 472343 h 6239661"/>
                <a:gd name="connsiteX12" fmla="*/ 3651864 w 5187198"/>
                <a:gd name="connsiteY12" fmla="*/ 512600 h 6239661"/>
                <a:gd name="connsiteX13" fmla="*/ 3714514 w 5187198"/>
                <a:gd name="connsiteY13" fmla="*/ 553499 h 6239661"/>
                <a:gd name="connsiteX14" fmla="*/ 4181221 w 5187198"/>
                <a:gd name="connsiteY14" fmla="*/ 922912 h 6239661"/>
                <a:gd name="connsiteX15" fmla="*/ 4582963 w 5187198"/>
                <a:gd name="connsiteY15" fmla="*/ 1358264 h 6239661"/>
                <a:gd name="connsiteX16" fmla="*/ 4670721 w 5187198"/>
                <a:gd name="connsiteY16" fmla="*/ 1477644 h 6239661"/>
                <a:gd name="connsiteX17" fmla="*/ 4752378 w 5187198"/>
                <a:gd name="connsiteY17" fmla="*/ 1601187 h 6239661"/>
                <a:gd name="connsiteX18" fmla="*/ 4772168 w 5187198"/>
                <a:gd name="connsiteY18" fmla="*/ 1632456 h 6239661"/>
                <a:gd name="connsiteX19" fmla="*/ 4782117 w 5187198"/>
                <a:gd name="connsiteY19" fmla="*/ 1648104 h 6239661"/>
                <a:gd name="connsiteX20" fmla="*/ 4791381 w 5187198"/>
                <a:gd name="connsiteY20" fmla="*/ 1664150 h 6239661"/>
                <a:gd name="connsiteX21" fmla="*/ 4828190 w 5187198"/>
                <a:gd name="connsiteY21" fmla="*/ 1728379 h 6239661"/>
                <a:gd name="connsiteX22" fmla="*/ 4864832 w 5187198"/>
                <a:gd name="connsiteY22" fmla="*/ 1792796 h 6239661"/>
                <a:gd name="connsiteX23" fmla="*/ 4899201 w 5187198"/>
                <a:gd name="connsiteY23" fmla="*/ 1858342 h 6239661"/>
                <a:gd name="connsiteX24" fmla="*/ 4933266 w 5187198"/>
                <a:gd name="connsiteY24" fmla="*/ 1924155 h 6239661"/>
                <a:gd name="connsiteX25" fmla="*/ 4964403 w 5187198"/>
                <a:gd name="connsiteY25" fmla="*/ 1991384 h 6239661"/>
                <a:gd name="connsiteX26" fmla="*/ 4995019 w 5187198"/>
                <a:gd name="connsiteY26" fmla="*/ 2058823 h 6239661"/>
                <a:gd name="connsiteX27" fmla="*/ 5021999 w 5187198"/>
                <a:gd name="connsiteY27" fmla="*/ 2127723 h 6239661"/>
                <a:gd name="connsiteX28" fmla="*/ 5048321 w 5187198"/>
                <a:gd name="connsiteY28" fmla="*/ 2196908 h 6239661"/>
                <a:gd name="connsiteX29" fmla="*/ 5070546 w 5187198"/>
                <a:gd name="connsiteY29" fmla="*/ 2267547 h 6239661"/>
                <a:gd name="connsiteX30" fmla="*/ 5092171 w 5187198"/>
                <a:gd name="connsiteY30" fmla="*/ 2338256 h 6239661"/>
                <a:gd name="connsiteX31" fmla="*/ 5110305 w 5187198"/>
                <a:gd name="connsiteY31" fmla="*/ 2409886 h 6239661"/>
                <a:gd name="connsiteX32" fmla="*/ 5186393 w 5187198"/>
                <a:gd name="connsiteY32" fmla="*/ 2992022 h 6239661"/>
                <a:gd name="connsiteX33" fmla="*/ 5149045 w 5187198"/>
                <a:gd name="connsiteY33" fmla="*/ 3571816 h 6239661"/>
                <a:gd name="connsiteX34" fmla="*/ 5126572 w 5187198"/>
                <a:gd name="connsiteY34" fmla="*/ 3714520 h 6239661"/>
                <a:gd name="connsiteX35" fmla="*/ 5099067 w 5187198"/>
                <a:gd name="connsiteY35" fmla="*/ 3856108 h 6239661"/>
                <a:gd name="connsiteX36" fmla="*/ 5095699 w 5187198"/>
                <a:gd name="connsiteY36" fmla="*/ 3873868 h 6239661"/>
                <a:gd name="connsiteX37" fmla="*/ 5091573 w 5187198"/>
                <a:gd name="connsiteY37" fmla="*/ 3891426 h 6239661"/>
                <a:gd name="connsiteX38" fmla="*/ 5083324 w 5187198"/>
                <a:gd name="connsiteY38" fmla="*/ 3926541 h 6239661"/>
                <a:gd name="connsiteX39" fmla="*/ 5067256 w 5187198"/>
                <a:gd name="connsiteY39" fmla="*/ 3996889 h 6239661"/>
                <a:gd name="connsiteX40" fmla="*/ 5059194 w 5187198"/>
                <a:gd name="connsiteY40" fmla="*/ 4032171 h 6239661"/>
                <a:gd name="connsiteX41" fmla="*/ 5049522 w 5187198"/>
                <a:gd name="connsiteY41" fmla="*/ 4067833 h 6239661"/>
                <a:gd name="connsiteX42" fmla="*/ 5040067 w 5187198"/>
                <a:gd name="connsiteY42" fmla="*/ 4103553 h 6239661"/>
                <a:gd name="connsiteX43" fmla="*/ 5028960 w 5187198"/>
                <a:gd name="connsiteY43" fmla="*/ 4138946 h 6239661"/>
                <a:gd name="connsiteX44" fmla="*/ 4917351 w 5187198"/>
                <a:gd name="connsiteY44" fmla="*/ 4417041 h 6239661"/>
                <a:gd name="connsiteX45" fmla="*/ 4756163 w 5187198"/>
                <a:gd name="connsiteY45" fmla="*/ 4676402 h 6239661"/>
                <a:gd name="connsiteX46" fmla="*/ 4322493 w 5187198"/>
                <a:gd name="connsiteY46" fmla="*/ 5105604 h 6239661"/>
                <a:gd name="connsiteX47" fmla="*/ 3840510 w 5187198"/>
                <a:gd name="connsiteY47" fmla="*/ 5429590 h 6239661"/>
                <a:gd name="connsiteX48" fmla="*/ 3606447 w 5187198"/>
                <a:gd name="connsiteY48" fmla="*/ 5572862 h 6239661"/>
                <a:gd name="connsiteX49" fmla="*/ 3488814 w 5187198"/>
                <a:gd name="connsiteY49" fmla="*/ 5647178 h 6239661"/>
                <a:gd name="connsiteX50" fmla="*/ 3365864 w 5187198"/>
                <a:gd name="connsiteY50" fmla="*/ 5722735 h 6239661"/>
                <a:gd name="connsiteX51" fmla="*/ 2839486 w 5187198"/>
                <a:gd name="connsiteY51" fmla="*/ 5999120 h 6239661"/>
                <a:gd name="connsiteX52" fmla="*/ 2242423 w 5187198"/>
                <a:gd name="connsiteY52" fmla="*/ 6192346 h 6239661"/>
                <a:gd name="connsiteX53" fmla="*/ 1589380 w 5187198"/>
                <a:gd name="connsiteY53" fmla="*/ 6230657 h 6239661"/>
                <a:gd name="connsiteX54" fmla="*/ 1548244 w 5187198"/>
                <a:gd name="connsiteY54" fmla="*/ 6226706 h 6239661"/>
                <a:gd name="connsiteX55" fmla="*/ 1507348 w 5187198"/>
                <a:gd name="connsiteY55" fmla="*/ 6221428 h 6239661"/>
                <a:gd name="connsiteX56" fmla="*/ 1466401 w 5187198"/>
                <a:gd name="connsiteY56" fmla="*/ 6215904 h 6239661"/>
                <a:gd name="connsiteX57" fmla="*/ 1425773 w 5187198"/>
                <a:gd name="connsiteY57" fmla="*/ 6209191 h 6239661"/>
                <a:gd name="connsiteX58" fmla="*/ 1344960 w 5187198"/>
                <a:gd name="connsiteY58" fmla="*/ 6193681 h 6239661"/>
                <a:gd name="connsiteX59" fmla="*/ 1265007 w 5187198"/>
                <a:gd name="connsiteY59" fmla="*/ 6175388 h 6239661"/>
                <a:gd name="connsiteX60" fmla="*/ 1225415 w 5187198"/>
                <a:gd name="connsiteY60" fmla="*/ 6165243 h 6239661"/>
                <a:gd name="connsiteX61" fmla="*/ 1186567 w 5187198"/>
                <a:gd name="connsiteY61" fmla="*/ 6154486 h 6239661"/>
                <a:gd name="connsiteX62" fmla="*/ 1111158 w 5187198"/>
                <a:gd name="connsiteY62" fmla="*/ 6130918 h 6239661"/>
                <a:gd name="connsiteX63" fmla="*/ 1035915 w 5187198"/>
                <a:gd name="connsiteY63" fmla="*/ 6107163 h 6239661"/>
                <a:gd name="connsiteX64" fmla="*/ 961579 w 5187198"/>
                <a:gd name="connsiteY64" fmla="*/ 6079594 h 6239661"/>
                <a:gd name="connsiteX65" fmla="*/ 395297 w 5187198"/>
                <a:gd name="connsiteY65" fmla="*/ 5792812 h 6239661"/>
                <a:gd name="connsiteX66" fmla="*/ 265239 w 5187198"/>
                <a:gd name="connsiteY66" fmla="*/ 5701511 h 6239661"/>
                <a:gd name="connsiteX67" fmla="*/ 233756 w 5187198"/>
                <a:gd name="connsiteY67" fmla="*/ 5677542 h 6239661"/>
                <a:gd name="connsiteX68" fmla="*/ 202800 w 5187198"/>
                <a:gd name="connsiteY68" fmla="*/ 5652902 h 6239661"/>
                <a:gd name="connsiteX69" fmla="*/ 140918 w 5187198"/>
                <a:gd name="connsiteY69" fmla="*/ 5603515 h 6239661"/>
                <a:gd name="connsiteX70" fmla="*/ 110625 w 5187198"/>
                <a:gd name="connsiteY70" fmla="*/ 5578127 h 6239661"/>
                <a:gd name="connsiteX71" fmla="*/ 95631 w 5187198"/>
                <a:gd name="connsiteY71" fmla="*/ 5565299 h 6239661"/>
                <a:gd name="connsiteX72" fmla="*/ 81966 w 5187198"/>
                <a:gd name="connsiteY72" fmla="*/ 5550973 h 6239661"/>
                <a:gd name="connsiteX73" fmla="*/ 27991 w 5187198"/>
                <a:gd name="connsiteY73" fmla="*/ 5493272 h 6239661"/>
                <a:gd name="connsiteX74" fmla="*/ 1454 w 5187198"/>
                <a:gd name="connsiteY74" fmla="*/ 5464252 h 6239661"/>
                <a:gd name="connsiteX75" fmla="*/ 0 w 5187198"/>
                <a:gd name="connsiteY75" fmla="*/ 5462518 h 6239661"/>
                <a:gd name="connsiteX76" fmla="*/ 0 w 5187198"/>
                <a:gd name="connsiteY76" fmla="*/ 4720187 h 6239661"/>
                <a:gd name="connsiteX77" fmla="*/ 109684 w 5187198"/>
                <a:gd name="connsiteY77" fmla="*/ 4836724 h 6239661"/>
                <a:gd name="connsiteX78" fmla="*/ 306959 w 5187198"/>
                <a:gd name="connsiteY78" fmla="*/ 5007200 h 6239661"/>
                <a:gd name="connsiteX79" fmla="*/ 358101 w 5187198"/>
                <a:gd name="connsiteY79" fmla="*/ 5046057 h 6239661"/>
                <a:gd name="connsiteX80" fmla="*/ 383328 w 5187198"/>
                <a:gd name="connsiteY80" fmla="*/ 5065684 h 6239661"/>
                <a:gd name="connsiteX81" fmla="*/ 409503 w 5187198"/>
                <a:gd name="connsiteY81" fmla="*/ 5083942 h 6239661"/>
                <a:gd name="connsiteX82" fmla="*/ 461889 w 5187198"/>
                <a:gd name="connsiteY82" fmla="*/ 5119888 h 6239661"/>
                <a:gd name="connsiteX83" fmla="*/ 474883 w 5187198"/>
                <a:gd name="connsiteY83" fmla="*/ 5128933 h 6239661"/>
                <a:gd name="connsiteX84" fmla="*/ 486410 w 5187198"/>
                <a:gd name="connsiteY84" fmla="*/ 5139557 h 6239661"/>
                <a:gd name="connsiteX85" fmla="*/ 510852 w 5187198"/>
                <a:gd name="connsiteY85" fmla="*/ 5159089 h 6239661"/>
                <a:gd name="connsiteX86" fmla="*/ 560653 w 5187198"/>
                <a:gd name="connsiteY86" fmla="*/ 5196893 h 6239661"/>
                <a:gd name="connsiteX87" fmla="*/ 585485 w 5187198"/>
                <a:gd name="connsiteY87" fmla="*/ 5215834 h 6239661"/>
                <a:gd name="connsiteX88" fmla="*/ 610707 w 5187198"/>
                <a:gd name="connsiteY88" fmla="*/ 5234185 h 6239661"/>
                <a:gd name="connsiteX89" fmla="*/ 714768 w 5187198"/>
                <a:gd name="connsiteY89" fmla="*/ 5303103 h 6239661"/>
                <a:gd name="connsiteX90" fmla="*/ 1166634 w 5187198"/>
                <a:gd name="connsiteY90" fmla="*/ 5513322 h 6239661"/>
                <a:gd name="connsiteX91" fmla="*/ 1225991 w 5187198"/>
                <a:gd name="connsiteY91" fmla="*/ 5533632 h 6239661"/>
                <a:gd name="connsiteX92" fmla="*/ 1286680 w 5187198"/>
                <a:gd name="connsiteY92" fmla="*/ 5550705 h 6239661"/>
                <a:gd name="connsiteX93" fmla="*/ 1347310 w 5187198"/>
                <a:gd name="connsiteY93" fmla="*/ 5567995 h 6239661"/>
                <a:gd name="connsiteX94" fmla="*/ 1377002 w 5187198"/>
                <a:gd name="connsiteY94" fmla="*/ 5575719 h 6239661"/>
                <a:gd name="connsiteX95" fmla="*/ 1406328 w 5187198"/>
                <a:gd name="connsiteY95" fmla="*/ 5582649 h 6239661"/>
                <a:gd name="connsiteX96" fmla="*/ 1465060 w 5187198"/>
                <a:gd name="connsiteY96" fmla="*/ 5594909 h 6239661"/>
                <a:gd name="connsiteX97" fmla="*/ 1523881 w 5187198"/>
                <a:gd name="connsiteY97" fmla="*/ 5605105 h 6239661"/>
                <a:gd name="connsiteX98" fmla="*/ 1553325 w 5187198"/>
                <a:gd name="connsiteY98" fmla="*/ 5609865 h 6239661"/>
                <a:gd name="connsiteX99" fmla="*/ 1582813 w 5187198"/>
                <a:gd name="connsiteY99" fmla="*/ 5613593 h 6239661"/>
                <a:gd name="connsiteX100" fmla="*/ 1612301 w 5187198"/>
                <a:gd name="connsiteY100" fmla="*/ 5617321 h 6239661"/>
                <a:gd name="connsiteX101" fmla="*/ 1641863 w 5187198"/>
                <a:gd name="connsiteY101" fmla="*/ 5619910 h 6239661"/>
                <a:gd name="connsiteX102" fmla="*/ 2117508 w 5187198"/>
                <a:gd name="connsiteY102" fmla="*/ 5595156 h 6239661"/>
                <a:gd name="connsiteX103" fmla="*/ 2597368 w 5187198"/>
                <a:gd name="connsiteY103" fmla="*/ 5447381 h 6239661"/>
                <a:gd name="connsiteX104" fmla="*/ 3082968 w 5187198"/>
                <a:gd name="connsiteY104" fmla="*/ 5223245 h 6239661"/>
                <a:gd name="connsiteX105" fmla="*/ 3334855 w 5187198"/>
                <a:gd name="connsiteY105" fmla="*/ 5097383 h 6239661"/>
                <a:gd name="connsiteX106" fmla="*/ 3599509 w 5187198"/>
                <a:gd name="connsiteY106" fmla="*/ 4976217 h 6239661"/>
                <a:gd name="connsiteX107" fmla="*/ 4112002 w 5187198"/>
                <a:gd name="connsiteY107" fmla="*/ 4766359 h 6239661"/>
                <a:gd name="connsiteX108" fmla="*/ 4348983 w 5187198"/>
                <a:gd name="connsiteY108" fmla="*/ 4649833 h 6239661"/>
                <a:gd name="connsiteX109" fmla="*/ 4560505 w 5187198"/>
                <a:gd name="connsiteY109" fmla="*/ 4501564 h 6239661"/>
                <a:gd name="connsiteX110" fmla="*/ 4731963 w 5187198"/>
                <a:gd name="connsiteY110" fmla="*/ 4309870 h 6239661"/>
                <a:gd name="connsiteX111" fmla="*/ 4852344 w 5187198"/>
                <a:gd name="connsiteY111" fmla="*/ 4078640 h 6239661"/>
                <a:gd name="connsiteX112" fmla="*/ 4863972 w 5187198"/>
                <a:gd name="connsiteY112" fmla="*/ 4047790 h 6239661"/>
                <a:gd name="connsiteX113" fmla="*/ 4874144 w 5187198"/>
                <a:gd name="connsiteY113" fmla="*/ 4016320 h 6239661"/>
                <a:gd name="connsiteX114" fmla="*/ 4884127 w 5187198"/>
                <a:gd name="connsiteY114" fmla="*/ 3984682 h 6239661"/>
                <a:gd name="connsiteX115" fmla="*/ 4892800 w 5187198"/>
                <a:gd name="connsiteY115" fmla="*/ 3951883 h 6239661"/>
                <a:gd name="connsiteX116" fmla="*/ 4909526 w 5187198"/>
                <a:gd name="connsiteY116" fmla="*/ 3886001 h 6239661"/>
                <a:gd name="connsiteX117" fmla="*/ 4917687 w 5187198"/>
                <a:gd name="connsiteY117" fmla="*/ 3852948 h 6239661"/>
                <a:gd name="connsiteX118" fmla="*/ 4921768 w 5187198"/>
                <a:gd name="connsiteY118" fmla="*/ 3836422 h 6239661"/>
                <a:gd name="connsiteX119" fmla="*/ 4924845 w 5187198"/>
                <a:gd name="connsiteY119" fmla="*/ 3819742 h 6239661"/>
                <a:gd name="connsiteX120" fmla="*/ 4948230 w 5187198"/>
                <a:gd name="connsiteY120" fmla="*/ 3685744 h 6239661"/>
                <a:gd name="connsiteX121" fmla="*/ 4962782 w 5187198"/>
                <a:gd name="connsiteY121" fmla="*/ 3550540 h 6239661"/>
                <a:gd name="connsiteX122" fmla="*/ 4939468 w 5187198"/>
                <a:gd name="connsiteY122" fmla="*/ 3010249 h 6239661"/>
                <a:gd name="connsiteX123" fmla="*/ 4816901 w 5187198"/>
                <a:gd name="connsiteY123" fmla="*/ 2488224 h 6239661"/>
                <a:gd name="connsiteX124" fmla="*/ 4797005 w 5187198"/>
                <a:gd name="connsiteY124" fmla="*/ 2424470 h 6239661"/>
                <a:gd name="connsiteX125" fmla="*/ 4774433 w 5187198"/>
                <a:gd name="connsiteY125" fmla="*/ 2361620 h 6239661"/>
                <a:gd name="connsiteX126" fmla="*/ 4752459 w 5187198"/>
                <a:gd name="connsiteY126" fmla="*/ 2298700 h 6239661"/>
                <a:gd name="connsiteX127" fmla="*/ 4728083 w 5187198"/>
                <a:gd name="connsiteY127" fmla="*/ 2236526 h 6239661"/>
                <a:gd name="connsiteX128" fmla="*/ 4704471 w 5187198"/>
                <a:gd name="connsiteY128" fmla="*/ 2174095 h 6239661"/>
                <a:gd name="connsiteX129" fmla="*/ 4678399 w 5187198"/>
                <a:gd name="connsiteY129" fmla="*/ 2112626 h 6239661"/>
                <a:gd name="connsiteX130" fmla="*/ 4652601 w 5187198"/>
                <a:gd name="connsiteY130" fmla="*/ 2050999 h 6239661"/>
                <a:gd name="connsiteX131" fmla="*/ 4624205 w 5187198"/>
                <a:gd name="connsiteY131" fmla="*/ 1990415 h 6239661"/>
                <a:gd name="connsiteX132" fmla="*/ 4595398 w 5187198"/>
                <a:gd name="connsiteY132" fmla="*/ 1930069 h 6239661"/>
                <a:gd name="connsiteX133" fmla="*/ 4563827 w 5187198"/>
                <a:gd name="connsiteY133" fmla="*/ 1870952 h 6239661"/>
                <a:gd name="connsiteX134" fmla="*/ 4531433 w 5187198"/>
                <a:gd name="connsiteY134" fmla="*/ 1812311 h 6239661"/>
                <a:gd name="connsiteX135" fmla="*/ 4523315 w 5187198"/>
                <a:gd name="connsiteY135" fmla="*/ 1797616 h 6239661"/>
                <a:gd name="connsiteX136" fmla="*/ 4514482 w 5187198"/>
                <a:gd name="connsiteY136" fmla="*/ 1783425 h 6239661"/>
                <a:gd name="connsiteX137" fmla="*/ 4496845 w 5187198"/>
                <a:gd name="connsiteY137" fmla="*/ 1754936 h 6239661"/>
                <a:gd name="connsiteX138" fmla="*/ 4461463 w 5187198"/>
                <a:gd name="connsiteY138" fmla="*/ 1697929 h 6239661"/>
                <a:gd name="connsiteX139" fmla="*/ 4452660 w 5187198"/>
                <a:gd name="connsiteY139" fmla="*/ 1683629 h 6239661"/>
                <a:gd name="connsiteX140" fmla="*/ 4443141 w 5187198"/>
                <a:gd name="connsiteY140" fmla="*/ 1669834 h 6239661"/>
                <a:gd name="connsiteX141" fmla="*/ 4424241 w 5187198"/>
                <a:gd name="connsiteY141" fmla="*/ 1642166 h 6239661"/>
                <a:gd name="connsiteX142" fmla="*/ 4346886 w 5187198"/>
                <a:gd name="connsiteY142" fmla="*/ 1532412 h 6239661"/>
                <a:gd name="connsiteX143" fmla="*/ 3985497 w 5187198"/>
                <a:gd name="connsiteY143" fmla="*/ 1134649 h 6239661"/>
                <a:gd name="connsiteX144" fmla="*/ 3545665 w 5187198"/>
                <a:gd name="connsiteY144" fmla="*/ 825877 h 6239661"/>
                <a:gd name="connsiteX145" fmla="*/ 3486190 w 5187198"/>
                <a:gd name="connsiteY145" fmla="*/ 794756 h 6239661"/>
                <a:gd name="connsiteX146" fmla="*/ 3426182 w 5187198"/>
                <a:gd name="connsiteY146" fmla="*/ 764765 h 6239661"/>
                <a:gd name="connsiteX147" fmla="*/ 3365044 w 5187198"/>
                <a:gd name="connsiteY147" fmla="*/ 737255 h 6239661"/>
                <a:gd name="connsiteX148" fmla="*/ 3334529 w 5187198"/>
                <a:gd name="connsiteY148" fmla="*/ 723514 h 6239661"/>
                <a:gd name="connsiteX149" fmla="*/ 3303733 w 5187198"/>
                <a:gd name="connsiteY149" fmla="*/ 710395 h 6239661"/>
                <a:gd name="connsiteX150" fmla="*/ 3179033 w 5187198"/>
                <a:gd name="connsiteY150" fmla="*/ 662259 h 6239661"/>
                <a:gd name="connsiteX151" fmla="*/ 3052408 w 5187198"/>
                <a:gd name="connsiteY151" fmla="*/ 620447 h 6239661"/>
                <a:gd name="connsiteX152" fmla="*/ 2924325 w 5187198"/>
                <a:gd name="connsiteY152" fmla="*/ 584505 h 6239661"/>
                <a:gd name="connsiteX153" fmla="*/ 2859667 w 5187198"/>
                <a:gd name="connsiteY153" fmla="*/ 569266 h 6239661"/>
                <a:gd name="connsiteX154" fmla="*/ 2795226 w 5187198"/>
                <a:gd name="connsiteY154" fmla="*/ 554085 h 6239661"/>
                <a:gd name="connsiteX155" fmla="*/ 2729702 w 5187198"/>
                <a:gd name="connsiteY155" fmla="*/ 540354 h 6239661"/>
                <a:gd name="connsiteX156" fmla="*/ 2663758 w 5187198"/>
                <a:gd name="connsiteY156" fmla="*/ 527322 h 6239661"/>
                <a:gd name="connsiteX157" fmla="*/ 2630927 w 5187198"/>
                <a:gd name="connsiteY157" fmla="*/ 520495 h 6239661"/>
                <a:gd name="connsiteX158" fmla="*/ 2597965 w 5187198"/>
                <a:gd name="connsiteY158" fmla="*/ 515024 h 6239661"/>
                <a:gd name="connsiteX159" fmla="*/ 2532205 w 5187198"/>
                <a:gd name="connsiteY159" fmla="*/ 503895 h 6239661"/>
                <a:gd name="connsiteX160" fmla="*/ 2010064 w 5187198"/>
                <a:gd name="connsiteY160" fmla="*/ 452552 h 6239661"/>
                <a:gd name="connsiteX161" fmla="*/ 1494552 w 5187198"/>
                <a:gd name="connsiteY161" fmla="*/ 485055 h 6239661"/>
                <a:gd name="connsiteX162" fmla="*/ 1366896 w 5187198"/>
                <a:gd name="connsiteY162" fmla="*/ 509389 h 6239661"/>
                <a:gd name="connsiteX163" fmla="*/ 1240175 w 5187198"/>
                <a:gd name="connsiteY163" fmla="*/ 541045 h 6239661"/>
                <a:gd name="connsiteX164" fmla="*/ 1177438 w 5187198"/>
                <a:gd name="connsiteY164" fmla="*/ 560170 h 6239661"/>
                <a:gd name="connsiteX165" fmla="*/ 1145987 w 5187198"/>
                <a:gd name="connsiteY165" fmla="*/ 569826 h 6239661"/>
                <a:gd name="connsiteX166" fmla="*/ 1130315 w 5187198"/>
                <a:gd name="connsiteY166" fmla="*/ 574669 h 6239661"/>
                <a:gd name="connsiteX167" fmla="*/ 1114873 w 5187198"/>
                <a:gd name="connsiteY167" fmla="*/ 580384 h 6239661"/>
                <a:gd name="connsiteX168" fmla="*/ 1052839 w 5187198"/>
                <a:gd name="connsiteY168" fmla="*/ 602943 h 6239661"/>
                <a:gd name="connsiteX169" fmla="*/ 991135 w 5187198"/>
                <a:gd name="connsiteY169" fmla="*/ 626866 h 6239661"/>
                <a:gd name="connsiteX170" fmla="*/ 930179 w 5187198"/>
                <a:gd name="connsiteY170" fmla="*/ 653191 h 6239661"/>
                <a:gd name="connsiteX171" fmla="*/ 869768 w 5187198"/>
                <a:gd name="connsiteY171" fmla="*/ 680937 h 6239661"/>
                <a:gd name="connsiteX172" fmla="*/ 810085 w 5187198"/>
                <a:gd name="connsiteY172" fmla="*/ 710734 h 6239661"/>
                <a:gd name="connsiteX173" fmla="*/ 751220 w 5187198"/>
                <a:gd name="connsiteY173" fmla="*/ 741794 h 6239661"/>
                <a:gd name="connsiteX174" fmla="*/ 532669 w 5187198"/>
                <a:gd name="connsiteY174" fmla="*/ 881688 h 6239661"/>
                <a:gd name="connsiteX175" fmla="*/ 354185 w 5187198"/>
                <a:gd name="connsiteY175" fmla="*/ 1050286 h 6239661"/>
                <a:gd name="connsiteX176" fmla="*/ 315980 w 5187198"/>
                <a:gd name="connsiteY176" fmla="*/ 1098125 h 6239661"/>
                <a:gd name="connsiteX177" fmla="*/ 280345 w 5187198"/>
                <a:gd name="connsiteY177" fmla="*/ 1149782 h 6239661"/>
                <a:gd name="connsiteX178" fmla="*/ 245890 w 5187198"/>
                <a:gd name="connsiteY178" fmla="*/ 1203959 h 6239661"/>
                <a:gd name="connsiteX179" fmla="*/ 212162 w 5187198"/>
                <a:gd name="connsiteY179" fmla="*/ 1260184 h 6239661"/>
                <a:gd name="connsiteX180" fmla="*/ 80716 w 5187198"/>
                <a:gd name="connsiteY180" fmla="*/ 1502476 h 6239661"/>
                <a:gd name="connsiteX181" fmla="*/ 0 w 5187198"/>
                <a:gd name="connsiteY181" fmla="*/ 1648841 h 6239661"/>
                <a:gd name="connsiteX182" fmla="*/ 0 w 5187198"/>
                <a:gd name="connsiteY182" fmla="*/ 954863 h 6239661"/>
                <a:gd name="connsiteX183" fmla="*/ 43491 w 5187198"/>
                <a:gd name="connsiteY183" fmla="*/ 895513 h 6239661"/>
                <a:gd name="connsiteX184" fmla="*/ 93923 w 5187198"/>
                <a:gd name="connsiteY184" fmla="*/ 834489 h 6239661"/>
                <a:gd name="connsiteX185" fmla="*/ 323465 w 5187198"/>
                <a:gd name="connsiteY185" fmla="*/ 617671 h 6239661"/>
                <a:gd name="connsiteX186" fmla="*/ 574777 w 5187198"/>
                <a:gd name="connsiteY186" fmla="*/ 446794 h 6239661"/>
                <a:gd name="connsiteX187" fmla="*/ 638943 w 5187198"/>
                <a:gd name="connsiteY187" fmla="*/ 408925 h 6239661"/>
                <a:gd name="connsiteX188" fmla="*/ 703505 w 5187198"/>
                <a:gd name="connsiteY188" fmla="*/ 371742 h 6239661"/>
                <a:gd name="connsiteX189" fmla="*/ 769262 w 5187198"/>
                <a:gd name="connsiteY189" fmla="*/ 336154 h 6239661"/>
                <a:gd name="connsiteX190" fmla="*/ 835552 w 5187198"/>
                <a:gd name="connsiteY190" fmla="*/ 301173 h 6239661"/>
                <a:gd name="connsiteX191" fmla="*/ 902979 w 5187198"/>
                <a:gd name="connsiteY191" fmla="*/ 268004 h 6239661"/>
                <a:gd name="connsiteX192" fmla="*/ 971127 w 5187198"/>
                <a:gd name="connsiteY192" fmla="*/ 235607 h 6239661"/>
                <a:gd name="connsiteX193" fmla="*/ 988238 w 5187198"/>
                <a:gd name="connsiteY193" fmla="*/ 227556 h 6239661"/>
                <a:gd name="connsiteX194" fmla="*/ 1005744 w 5187198"/>
                <a:gd name="connsiteY194" fmla="*/ 220191 h 6239661"/>
                <a:gd name="connsiteX195" fmla="*/ 1040729 w 5187198"/>
                <a:gd name="connsiteY195" fmla="*/ 205569 h 6239661"/>
                <a:gd name="connsiteX196" fmla="*/ 1110835 w 5187198"/>
                <a:gd name="connsiteY196" fmla="*/ 176248 h 6239661"/>
                <a:gd name="connsiteX197" fmla="*/ 1254256 w 5187198"/>
                <a:gd name="connsiteY197" fmla="*/ 123796 h 6239661"/>
                <a:gd name="connsiteX198" fmla="*/ 1401310 w 5187198"/>
                <a:gd name="connsiteY198" fmla="*/ 79852 h 6239661"/>
                <a:gd name="connsiteX199" fmla="*/ 2011811 w 5187198"/>
                <a:gd name="connsiteY199" fmla="*/ 4 h 62396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</a:cxnLst>
              <a:rect l="l" t="t" r="r" b="b"/>
              <a:pathLst>
                <a:path w="5187198" h="6239661">
                  <a:moveTo>
                    <a:pt x="2011811" y="4"/>
                  </a:moveTo>
                  <a:cubicBezTo>
                    <a:pt x="2217306" y="120"/>
                    <a:pt x="2420903" y="25925"/>
                    <a:pt x="2617011" y="70590"/>
                  </a:cubicBezTo>
                  <a:lnTo>
                    <a:pt x="2690321" y="88146"/>
                  </a:lnTo>
                  <a:lnTo>
                    <a:pt x="2726863" y="97127"/>
                  </a:lnTo>
                  <a:lnTo>
                    <a:pt x="2762951" y="107375"/>
                  </a:lnTo>
                  <a:lnTo>
                    <a:pt x="2834843" y="128493"/>
                  </a:lnTo>
                  <a:cubicBezTo>
                    <a:pt x="2858788" y="135605"/>
                    <a:pt x="2882632" y="142226"/>
                    <a:pt x="2906574" y="151076"/>
                  </a:cubicBezTo>
                  <a:cubicBezTo>
                    <a:pt x="2954475" y="167852"/>
                    <a:pt x="3002363" y="183813"/>
                    <a:pt x="3049504" y="202124"/>
                  </a:cubicBezTo>
                  <a:lnTo>
                    <a:pt x="3189518" y="260159"/>
                  </a:lnTo>
                  <a:lnTo>
                    <a:pt x="3326048" y="325143"/>
                  </a:lnTo>
                  <a:cubicBezTo>
                    <a:pt x="3370687" y="348464"/>
                    <a:pt x="3414908" y="372485"/>
                    <a:pt x="3459166" y="395936"/>
                  </a:cubicBezTo>
                  <a:cubicBezTo>
                    <a:pt x="3502947" y="420302"/>
                    <a:pt x="3545491" y="447118"/>
                    <a:pt x="3588578" y="472343"/>
                  </a:cubicBezTo>
                  <a:cubicBezTo>
                    <a:pt x="3610346" y="484551"/>
                    <a:pt x="3630797" y="499072"/>
                    <a:pt x="3651864" y="512600"/>
                  </a:cubicBezTo>
                  <a:lnTo>
                    <a:pt x="3714514" y="553499"/>
                  </a:lnTo>
                  <a:cubicBezTo>
                    <a:pt x="3880005" y="664844"/>
                    <a:pt x="4036083" y="788388"/>
                    <a:pt x="4181221" y="922912"/>
                  </a:cubicBezTo>
                  <a:cubicBezTo>
                    <a:pt x="4326221" y="1057515"/>
                    <a:pt x="4461955" y="1202038"/>
                    <a:pt x="4582963" y="1358264"/>
                  </a:cubicBezTo>
                  <a:cubicBezTo>
                    <a:pt x="4614206" y="1396543"/>
                    <a:pt x="4642091" y="1437400"/>
                    <a:pt x="4670721" y="1477644"/>
                  </a:cubicBezTo>
                  <a:cubicBezTo>
                    <a:pt x="4700172" y="1517414"/>
                    <a:pt x="4725864" y="1559538"/>
                    <a:pt x="4752378" y="1601187"/>
                  </a:cubicBezTo>
                  <a:lnTo>
                    <a:pt x="4772168" y="1632456"/>
                  </a:lnTo>
                  <a:lnTo>
                    <a:pt x="4782117" y="1648104"/>
                  </a:lnTo>
                  <a:lnTo>
                    <a:pt x="4791381" y="1664150"/>
                  </a:lnTo>
                  <a:lnTo>
                    <a:pt x="4828190" y="1728379"/>
                  </a:lnTo>
                  <a:cubicBezTo>
                    <a:pt x="4840266" y="1749930"/>
                    <a:pt x="4853470" y="1770740"/>
                    <a:pt x="4864832" y="1792796"/>
                  </a:cubicBezTo>
                  <a:lnTo>
                    <a:pt x="4899201" y="1858342"/>
                  </a:lnTo>
                  <a:cubicBezTo>
                    <a:pt x="4910484" y="1880260"/>
                    <a:pt x="4922532" y="1901920"/>
                    <a:pt x="4933266" y="1924155"/>
                  </a:cubicBezTo>
                  <a:lnTo>
                    <a:pt x="4964403" y="1991384"/>
                  </a:lnTo>
                  <a:cubicBezTo>
                    <a:pt x="4974618" y="2013829"/>
                    <a:pt x="4985323" y="2036171"/>
                    <a:pt x="4995019" y="2058823"/>
                  </a:cubicBezTo>
                  <a:lnTo>
                    <a:pt x="5021999" y="2127723"/>
                  </a:lnTo>
                  <a:lnTo>
                    <a:pt x="5048321" y="2196908"/>
                  </a:lnTo>
                  <a:lnTo>
                    <a:pt x="5070546" y="2267547"/>
                  </a:lnTo>
                  <a:cubicBezTo>
                    <a:pt x="5078054" y="2291004"/>
                    <a:pt x="5085044" y="2314670"/>
                    <a:pt x="5092171" y="2338256"/>
                  </a:cubicBezTo>
                  <a:cubicBezTo>
                    <a:pt x="5098670" y="2362023"/>
                    <a:pt x="5104296" y="2386019"/>
                    <a:pt x="5110305" y="2409886"/>
                  </a:cubicBezTo>
                  <a:cubicBezTo>
                    <a:pt x="5158097" y="2600976"/>
                    <a:pt x="5182068" y="2797044"/>
                    <a:pt x="5186393" y="2992022"/>
                  </a:cubicBezTo>
                  <a:cubicBezTo>
                    <a:pt x="5191013" y="3187195"/>
                    <a:pt x="5175397" y="3380886"/>
                    <a:pt x="5149045" y="3571816"/>
                  </a:cubicBezTo>
                  <a:cubicBezTo>
                    <a:pt x="5141154" y="3619431"/>
                    <a:pt x="5133539" y="3666889"/>
                    <a:pt x="5126572" y="3714520"/>
                  </a:cubicBezTo>
                  <a:cubicBezTo>
                    <a:pt x="5117276" y="3761759"/>
                    <a:pt x="5107793" y="3808831"/>
                    <a:pt x="5099067" y="3856108"/>
                  </a:cubicBezTo>
                  <a:lnTo>
                    <a:pt x="5095699" y="3873868"/>
                  </a:lnTo>
                  <a:lnTo>
                    <a:pt x="5091573" y="3891426"/>
                  </a:lnTo>
                  <a:lnTo>
                    <a:pt x="5083324" y="3926541"/>
                  </a:lnTo>
                  <a:lnTo>
                    <a:pt x="5067256" y="3996889"/>
                  </a:lnTo>
                  <a:cubicBezTo>
                    <a:pt x="5064451" y="4008657"/>
                    <a:pt x="5062244" y="4020353"/>
                    <a:pt x="5059194" y="4032171"/>
                  </a:cubicBezTo>
                  <a:lnTo>
                    <a:pt x="5049522" y="4067833"/>
                  </a:lnTo>
                  <a:lnTo>
                    <a:pt x="5040067" y="4103553"/>
                  </a:lnTo>
                  <a:cubicBezTo>
                    <a:pt x="5036554" y="4115363"/>
                    <a:pt x="5032689" y="4127194"/>
                    <a:pt x="5028960" y="4138946"/>
                  </a:cubicBezTo>
                  <a:cubicBezTo>
                    <a:pt x="4999693" y="4233462"/>
                    <a:pt x="4962869" y="4326764"/>
                    <a:pt x="4917351" y="4417041"/>
                  </a:cubicBezTo>
                  <a:cubicBezTo>
                    <a:pt x="4871860" y="4507209"/>
                    <a:pt x="4817597" y="4594215"/>
                    <a:pt x="4756163" y="4676402"/>
                  </a:cubicBezTo>
                  <a:cubicBezTo>
                    <a:pt x="4632803" y="4840875"/>
                    <a:pt x="4480597" y="4982783"/>
                    <a:pt x="4322493" y="5105604"/>
                  </a:cubicBezTo>
                  <a:cubicBezTo>
                    <a:pt x="4163928" y="5228420"/>
                    <a:pt x="3999564" y="5332640"/>
                    <a:pt x="3840510" y="5429590"/>
                  </a:cubicBezTo>
                  <a:cubicBezTo>
                    <a:pt x="3760954" y="5478172"/>
                    <a:pt x="3682353" y="5524924"/>
                    <a:pt x="3606447" y="5572862"/>
                  </a:cubicBezTo>
                  <a:lnTo>
                    <a:pt x="3488814" y="5647178"/>
                  </a:lnTo>
                  <a:cubicBezTo>
                    <a:pt x="3448270" y="5672597"/>
                    <a:pt x="3407323" y="5697792"/>
                    <a:pt x="3365864" y="5722735"/>
                  </a:cubicBezTo>
                  <a:cubicBezTo>
                    <a:pt x="3200163" y="5822424"/>
                    <a:pt x="3026125" y="5917328"/>
                    <a:pt x="2839486" y="5999120"/>
                  </a:cubicBezTo>
                  <a:cubicBezTo>
                    <a:pt x="2653201" y="6080891"/>
                    <a:pt x="2453560" y="6149344"/>
                    <a:pt x="2242423" y="6192346"/>
                  </a:cubicBezTo>
                  <a:cubicBezTo>
                    <a:pt x="2031719" y="6235463"/>
                    <a:pt x="1808952" y="6251353"/>
                    <a:pt x="1589380" y="6230657"/>
                  </a:cubicBezTo>
                  <a:lnTo>
                    <a:pt x="1548244" y="6226706"/>
                  </a:lnTo>
                  <a:cubicBezTo>
                    <a:pt x="1534528" y="6225117"/>
                    <a:pt x="1520898" y="6223203"/>
                    <a:pt x="1507348" y="6221428"/>
                  </a:cubicBezTo>
                  <a:lnTo>
                    <a:pt x="1466401" y="6215904"/>
                  </a:lnTo>
                  <a:cubicBezTo>
                    <a:pt x="1452772" y="6213991"/>
                    <a:pt x="1439316" y="6211428"/>
                    <a:pt x="1425773" y="6209191"/>
                  </a:cubicBezTo>
                  <a:cubicBezTo>
                    <a:pt x="1398775" y="6204391"/>
                    <a:pt x="1371610" y="6199779"/>
                    <a:pt x="1344960" y="6193681"/>
                  </a:cubicBezTo>
                  <a:cubicBezTo>
                    <a:pt x="1318251" y="6187799"/>
                    <a:pt x="1291260" y="6182538"/>
                    <a:pt x="1265007" y="6175388"/>
                  </a:cubicBezTo>
                  <a:lnTo>
                    <a:pt x="1225415" y="6165243"/>
                  </a:lnTo>
                  <a:cubicBezTo>
                    <a:pt x="1212163" y="6161924"/>
                    <a:pt x="1198939" y="6158496"/>
                    <a:pt x="1186567" y="6154486"/>
                  </a:cubicBezTo>
                  <a:lnTo>
                    <a:pt x="1111158" y="6130918"/>
                  </a:lnTo>
                  <a:lnTo>
                    <a:pt x="1035915" y="6107163"/>
                  </a:lnTo>
                  <a:cubicBezTo>
                    <a:pt x="1010846" y="6099055"/>
                    <a:pt x="986357" y="6088784"/>
                    <a:pt x="961579" y="6079594"/>
                  </a:cubicBezTo>
                  <a:cubicBezTo>
                    <a:pt x="763709" y="6005594"/>
                    <a:pt x="572401" y="5909703"/>
                    <a:pt x="395297" y="5792812"/>
                  </a:cubicBezTo>
                  <a:lnTo>
                    <a:pt x="265239" y="5701511"/>
                  </a:lnTo>
                  <a:cubicBezTo>
                    <a:pt x="254227" y="5694155"/>
                    <a:pt x="244103" y="5685646"/>
                    <a:pt x="233756" y="5677542"/>
                  </a:cubicBezTo>
                  <a:lnTo>
                    <a:pt x="202800" y="5652902"/>
                  </a:lnTo>
                  <a:lnTo>
                    <a:pt x="140918" y="5603515"/>
                  </a:lnTo>
                  <a:cubicBezTo>
                    <a:pt x="130598" y="5595302"/>
                    <a:pt x="120280" y="5587089"/>
                    <a:pt x="110625" y="5578127"/>
                  </a:cubicBezTo>
                  <a:cubicBezTo>
                    <a:pt x="105647" y="5573779"/>
                    <a:pt x="100444" y="5569834"/>
                    <a:pt x="95631" y="5565299"/>
                  </a:cubicBezTo>
                  <a:cubicBezTo>
                    <a:pt x="90955" y="5560684"/>
                    <a:pt x="86505" y="5555666"/>
                    <a:pt x="81966" y="5550973"/>
                  </a:cubicBezTo>
                  <a:lnTo>
                    <a:pt x="27991" y="5493272"/>
                  </a:lnTo>
                  <a:cubicBezTo>
                    <a:pt x="19109" y="5483589"/>
                    <a:pt x="9758" y="5474359"/>
                    <a:pt x="1454" y="5464252"/>
                  </a:cubicBezTo>
                  <a:lnTo>
                    <a:pt x="0" y="5462518"/>
                  </a:lnTo>
                  <a:lnTo>
                    <a:pt x="0" y="4720187"/>
                  </a:lnTo>
                  <a:lnTo>
                    <a:pt x="109684" y="4836724"/>
                  </a:lnTo>
                  <a:cubicBezTo>
                    <a:pt x="173316" y="4897375"/>
                    <a:pt x="239447" y="4954160"/>
                    <a:pt x="306959" y="5007200"/>
                  </a:cubicBezTo>
                  <a:lnTo>
                    <a:pt x="358101" y="5046057"/>
                  </a:lnTo>
                  <a:lnTo>
                    <a:pt x="383328" y="5065684"/>
                  </a:lnTo>
                  <a:cubicBezTo>
                    <a:pt x="391637" y="5072316"/>
                    <a:pt x="400805" y="5077902"/>
                    <a:pt x="409503" y="5083942"/>
                  </a:cubicBezTo>
                  <a:lnTo>
                    <a:pt x="461889" y="5119888"/>
                  </a:lnTo>
                  <a:cubicBezTo>
                    <a:pt x="466184" y="5122893"/>
                    <a:pt x="470616" y="5125820"/>
                    <a:pt x="474883" y="5128933"/>
                  </a:cubicBezTo>
                  <a:cubicBezTo>
                    <a:pt x="478982" y="5132235"/>
                    <a:pt x="482476" y="5136069"/>
                    <a:pt x="486410" y="5139557"/>
                  </a:cubicBezTo>
                  <a:cubicBezTo>
                    <a:pt x="494140" y="5146613"/>
                    <a:pt x="502565" y="5152812"/>
                    <a:pt x="510852" y="5159089"/>
                  </a:cubicBezTo>
                  <a:lnTo>
                    <a:pt x="560653" y="5196893"/>
                  </a:lnTo>
                  <a:lnTo>
                    <a:pt x="585485" y="5215834"/>
                  </a:lnTo>
                  <a:cubicBezTo>
                    <a:pt x="593773" y="5222111"/>
                    <a:pt x="601864" y="5228685"/>
                    <a:pt x="610707" y="5234185"/>
                  </a:cubicBezTo>
                  <a:lnTo>
                    <a:pt x="714768" y="5303103"/>
                  </a:lnTo>
                  <a:cubicBezTo>
                    <a:pt x="856162" y="5390603"/>
                    <a:pt x="1008099" y="5459947"/>
                    <a:pt x="1166634" y="5513322"/>
                  </a:cubicBezTo>
                  <a:cubicBezTo>
                    <a:pt x="1186540" y="5519932"/>
                    <a:pt x="1205774" y="5527751"/>
                    <a:pt x="1225991" y="5533632"/>
                  </a:cubicBezTo>
                  <a:lnTo>
                    <a:pt x="1286680" y="5550705"/>
                  </a:lnTo>
                  <a:lnTo>
                    <a:pt x="1347310" y="5567995"/>
                  </a:lnTo>
                  <a:cubicBezTo>
                    <a:pt x="1357469" y="5571180"/>
                    <a:pt x="1367261" y="5573572"/>
                    <a:pt x="1377002" y="5575719"/>
                  </a:cubicBezTo>
                  <a:lnTo>
                    <a:pt x="1406328" y="5582649"/>
                  </a:lnTo>
                  <a:cubicBezTo>
                    <a:pt x="1425825" y="5587757"/>
                    <a:pt x="1445490" y="5590939"/>
                    <a:pt x="1465060" y="5594909"/>
                  </a:cubicBezTo>
                  <a:cubicBezTo>
                    <a:pt x="1484652" y="5599231"/>
                    <a:pt x="1504324" y="5601952"/>
                    <a:pt x="1523881" y="5605105"/>
                  </a:cubicBezTo>
                  <a:cubicBezTo>
                    <a:pt x="1533660" y="5606682"/>
                    <a:pt x="1543460" y="5608613"/>
                    <a:pt x="1553325" y="5609865"/>
                  </a:cubicBezTo>
                  <a:lnTo>
                    <a:pt x="1582813" y="5613593"/>
                  </a:lnTo>
                  <a:lnTo>
                    <a:pt x="1612301" y="5617321"/>
                  </a:lnTo>
                  <a:lnTo>
                    <a:pt x="1641863" y="5619910"/>
                  </a:lnTo>
                  <a:cubicBezTo>
                    <a:pt x="1799348" y="5633940"/>
                    <a:pt x="1957913" y="5625770"/>
                    <a:pt x="2117508" y="5595156"/>
                  </a:cubicBezTo>
                  <a:cubicBezTo>
                    <a:pt x="2277124" y="5564895"/>
                    <a:pt x="2437004" y="5512449"/>
                    <a:pt x="2597368" y="5447381"/>
                  </a:cubicBezTo>
                  <a:cubicBezTo>
                    <a:pt x="2757791" y="5382096"/>
                    <a:pt x="2918855" y="5304464"/>
                    <a:pt x="3082968" y="5223245"/>
                  </a:cubicBezTo>
                  <a:lnTo>
                    <a:pt x="3334855" y="5097383"/>
                  </a:lnTo>
                  <a:cubicBezTo>
                    <a:pt x="3423528" y="5054142"/>
                    <a:pt x="3511773" y="5013798"/>
                    <a:pt x="3599509" y="4976217"/>
                  </a:cubicBezTo>
                  <a:cubicBezTo>
                    <a:pt x="3774960" y="4900701"/>
                    <a:pt x="3948276" y="4837481"/>
                    <a:pt x="4112002" y="4766359"/>
                  </a:cubicBezTo>
                  <a:cubicBezTo>
                    <a:pt x="4193972" y="4730827"/>
                    <a:pt x="4273429" y="4692997"/>
                    <a:pt x="4348983" y="4649833"/>
                  </a:cubicBezTo>
                  <a:cubicBezTo>
                    <a:pt x="4424508" y="4606778"/>
                    <a:pt x="4496050" y="4558250"/>
                    <a:pt x="4560505" y="4501564"/>
                  </a:cubicBezTo>
                  <a:cubicBezTo>
                    <a:pt x="4625198" y="4445289"/>
                    <a:pt x="4682991" y="4381021"/>
                    <a:pt x="4731963" y="4309870"/>
                  </a:cubicBezTo>
                  <a:cubicBezTo>
                    <a:pt x="4781043" y="4238747"/>
                    <a:pt x="4821275" y="4160848"/>
                    <a:pt x="4852344" y="4078640"/>
                  </a:cubicBezTo>
                  <a:lnTo>
                    <a:pt x="4863972" y="4047790"/>
                  </a:lnTo>
                  <a:lnTo>
                    <a:pt x="4874144" y="4016320"/>
                  </a:lnTo>
                  <a:lnTo>
                    <a:pt x="4884127" y="3984682"/>
                  </a:lnTo>
                  <a:cubicBezTo>
                    <a:pt x="4887242" y="3973925"/>
                    <a:pt x="4889981" y="3962835"/>
                    <a:pt x="4892800" y="3951883"/>
                  </a:cubicBezTo>
                  <a:lnTo>
                    <a:pt x="4909526" y="3886001"/>
                  </a:lnTo>
                  <a:lnTo>
                    <a:pt x="4917687" y="3852948"/>
                  </a:lnTo>
                  <a:lnTo>
                    <a:pt x="4921768" y="3836422"/>
                  </a:lnTo>
                  <a:lnTo>
                    <a:pt x="4924845" y="3819742"/>
                  </a:lnTo>
                  <a:cubicBezTo>
                    <a:pt x="4933092" y="3775120"/>
                    <a:pt x="4941231" y="3730469"/>
                    <a:pt x="4948230" y="3685744"/>
                  </a:cubicBezTo>
                  <a:cubicBezTo>
                    <a:pt x="4953579" y="3640694"/>
                    <a:pt x="4958249" y="3595577"/>
                    <a:pt x="4962782" y="3550540"/>
                  </a:cubicBezTo>
                  <a:cubicBezTo>
                    <a:pt x="4976580" y="3369692"/>
                    <a:pt x="4965812" y="3187942"/>
                    <a:pt x="4939468" y="3010249"/>
                  </a:cubicBezTo>
                  <a:cubicBezTo>
                    <a:pt x="4912965" y="2832281"/>
                    <a:pt x="4870237" y="2658196"/>
                    <a:pt x="4816901" y="2488224"/>
                  </a:cubicBezTo>
                  <a:cubicBezTo>
                    <a:pt x="4810197" y="2466954"/>
                    <a:pt x="4803984" y="2445582"/>
                    <a:pt x="4797005" y="2424470"/>
                  </a:cubicBezTo>
                  <a:cubicBezTo>
                    <a:pt x="4789399" y="2403537"/>
                    <a:pt x="4781686" y="2382574"/>
                    <a:pt x="4774433" y="2361620"/>
                  </a:cubicBezTo>
                  <a:lnTo>
                    <a:pt x="4752459" y="2298700"/>
                  </a:lnTo>
                  <a:lnTo>
                    <a:pt x="4728083" y="2236526"/>
                  </a:lnTo>
                  <a:cubicBezTo>
                    <a:pt x="4719957" y="2215802"/>
                    <a:pt x="4712352" y="2194869"/>
                    <a:pt x="4704471" y="2174095"/>
                  </a:cubicBezTo>
                  <a:lnTo>
                    <a:pt x="4678399" y="2112626"/>
                  </a:lnTo>
                  <a:lnTo>
                    <a:pt x="4652601" y="2050999"/>
                  </a:lnTo>
                  <a:cubicBezTo>
                    <a:pt x="4643711" y="2030533"/>
                    <a:pt x="4633616" y="2010672"/>
                    <a:pt x="4624205" y="1990415"/>
                  </a:cubicBezTo>
                  <a:lnTo>
                    <a:pt x="4595398" y="1930069"/>
                  </a:lnTo>
                  <a:cubicBezTo>
                    <a:pt x="4585714" y="1909969"/>
                    <a:pt x="4574413" y="1890713"/>
                    <a:pt x="4563827" y="1870952"/>
                  </a:cubicBezTo>
                  <a:lnTo>
                    <a:pt x="4531433" y="1812311"/>
                  </a:lnTo>
                  <a:lnTo>
                    <a:pt x="4523315" y="1797616"/>
                  </a:lnTo>
                  <a:lnTo>
                    <a:pt x="4514482" y="1783425"/>
                  </a:lnTo>
                  <a:lnTo>
                    <a:pt x="4496845" y="1754936"/>
                  </a:lnTo>
                  <a:lnTo>
                    <a:pt x="4461463" y="1697929"/>
                  </a:lnTo>
                  <a:lnTo>
                    <a:pt x="4452660" y="1683629"/>
                  </a:lnTo>
                  <a:lnTo>
                    <a:pt x="4443141" y="1669834"/>
                  </a:lnTo>
                  <a:lnTo>
                    <a:pt x="4424241" y="1642166"/>
                  </a:lnTo>
                  <a:cubicBezTo>
                    <a:pt x="4399005" y="1605265"/>
                    <a:pt x="4374512" y="1567751"/>
                    <a:pt x="4346886" y="1532412"/>
                  </a:cubicBezTo>
                  <a:cubicBezTo>
                    <a:pt x="4240477" y="1388328"/>
                    <a:pt x="4120362" y="1253437"/>
                    <a:pt x="3985497" y="1134649"/>
                  </a:cubicBezTo>
                  <a:cubicBezTo>
                    <a:pt x="3850799" y="1015675"/>
                    <a:pt x="3702920" y="911715"/>
                    <a:pt x="3545665" y="825877"/>
                  </a:cubicBezTo>
                  <a:lnTo>
                    <a:pt x="3486190" y="794756"/>
                  </a:lnTo>
                  <a:cubicBezTo>
                    <a:pt x="3466181" y="784640"/>
                    <a:pt x="3446893" y="773560"/>
                    <a:pt x="3426182" y="764765"/>
                  </a:cubicBezTo>
                  <a:lnTo>
                    <a:pt x="3365044" y="737255"/>
                  </a:lnTo>
                  <a:lnTo>
                    <a:pt x="3334529" y="723514"/>
                  </a:lnTo>
                  <a:cubicBezTo>
                    <a:pt x="3324394" y="718943"/>
                    <a:pt x="3314287" y="714265"/>
                    <a:pt x="3303733" y="710395"/>
                  </a:cubicBezTo>
                  <a:cubicBezTo>
                    <a:pt x="3262013" y="694346"/>
                    <a:pt x="3220711" y="677599"/>
                    <a:pt x="3179033" y="662259"/>
                  </a:cubicBezTo>
                  <a:lnTo>
                    <a:pt x="3052408" y="620447"/>
                  </a:lnTo>
                  <a:lnTo>
                    <a:pt x="2924325" y="584505"/>
                  </a:lnTo>
                  <a:cubicBezTo>
                    <a:pt x="2903106" y="578471"/>
                    <a:pt x="2881119" y="574434"/>
                    <a:pt x="2859667" y="569266"/>
                  </a:cubicBezTo>
                  <a:lnTo>
                    <a:pt x="2795226" y="554085"/>
                  </a:lnTo>
                  <a:cubicBezTo>
                    <a:pt x="2774078" y="548652"/>
                    <a:pt x="2751709" y="544744"/>
                    <a:pt x="2729702" y="540354"/>
                  </a:cubicBezTo>
                  <a:lnTo>
                    <a:pt x="2663758" y="527322"/>
                  </a:lnTo>
                  <a:lnTo>
                    <a:pt x="2630927" y="520495"/>
                  </a:lnTo>
                  <a:lnTo>
                    <a:pt x="2597965" y="515024"/>
                  </a:lnTo>
                  <a:cubicBezTo>
                    <a:pt x="2575970" y="511449"/>
                    <a:pt x="2554112" y="507795"/>
                    <a:pt x="2532205" y="503895"/>
                  </a:cubicBezTo>
                  <a:cubicBezTo>
                    <a:pt x="2357016" y="475037"/>
                    <a:pt x="2182954" y="456682"/>
                    <a:pt x="2010064" y="452552"/>
                  </a:cubicBezTo>
                  <a:cubicBezTo>
                    <a:pt x="1837255" y="448558"/>
                    <a:pt x="1665388" y="457916"/>
                    <a:pt x="1494552" y="485055"/>
                  </a:cubicBezTo>
                  <a:cubicBezTo>
                    <a:pt x="1452133" y="492816"/>
                    <a:pt x="1409569" y="501117"/>
                    <a:pt x="1366896" y="509389"/>
                  </a:cubicBezTo>
                  <a:cubicBezTo>
                    <a:pt x="1324862" y="520035"/>
                    <a:pt x="1282333" y="529505"/>
                    <a:pt x="1240175" y="541045"/>
                  </a:cubicBezTo>
                  <a:lnTo>
                    <a:pt x="1177438" y="560170"/>
                  </a:lnTo>
                  <a:lnTo>
                    <a:pt x="1145987" y="569826"/>
                  </a:lnTo>
                  <a:lnTo>
                    <a:pt x="1130315" y="574669"/>
                  </a:lnTo>
                  <a:lnTo>
                    <a:pt x="1114873" y="580384"/>
                  </a:lnTo>
                  <a:lnTo>
                    <a:pt x="1052839" y="602943"/>
                  </a:lnTo>
                  <a:cubicBezTo>
                    <a:pt x="1032151" y="610499"/>
                    <a:pt x="1011255" y="617535"/>
                    <a:pt x="991135" y="626866"/>
                  </a:cubicBezTo>
                  <a:lnTo>
                    <a:pt x="930179" y="653191"/>
                  </a:lnTo>
                  <a:cubicBezTo>
                    <a:pt x="909850" y="662002"/>
                    <a:pt x="889443" y="670676"/>
                    <a:pt x="869768" y="680937"/>
                  </a:cubicBezTo>
                  <a:lnTo>
                    <a:pt x="810085" y="710734"/>
                  </a:lnTo>
                  <a:cubicBezTo>
                    <a:pt x="790331" y="720859"/>
                    <a:pt x="770124" y="730514"/>
                    <a:pt x="751220" y="741794"/>
                  </a:cubicBezTo>
                  <a:cubicBezTo>
                    <a:pt x="673929" y="784955"/>
                    <a:pt x="598827" y="830326"/>
                    <a:pt x="532669" y="881688"/>
                  </a:cubicBezTo>
                  <a:cubicBezTo>
                    <a:pt x="464226" y="931625"/>
                    <a:pt x="406969" y="988270"/>
                    <a:pt x="354185" y="1050286"/>
                  </a:cubicBezTo>
                  <a:lnTo>
                    <a:pt x="315980" y="1098125"/>
                  </a:lnTo>
                  <a:lnTo>
                    <a:pt x="280345" y="1149782"/>
                  </a:lnTo>
                  <a:cubicBezTo>
                    <a:pt x="268144" y="1166335"/>
                    <a:pt x="257438" y="1185955"/>
                    <a:pt x="245890" y="1203959"/>
                  </a:cubicBezTo>
                  <a:cubicBezTo>
                    <a:pt x="234552" y="1222481"/>
                    <a:pt x="223171" y="1240298"/>
                    <a:pt x="212162" y="1260184"/>
                  </a:cubicBezTo>
                  <a:cubicBezTo>
                    <a:pt x="168299" y="1337574"/>
                    <a:pt x="125055" y="1419360"/>
                    <a:pt x="80716" y="1502476"/>
                  </a:cubicBezTo>
                  <a:lnTo>
                    <a:pt x="0" y="1648841"/>
                  </a:lnTo>
                  <a:lnTo>
                    <a:pt x="0" y="954863"/>
                  </a:lnTo>
                  <a:lnTo>
                    <a:pt x="43491" y="895513"/>
                  </a:lnTo>
                  <a:cubicBezTo>
                    <a:pt x="59888" y="874984"/>
                    <a:pt x="77014" y="854766"/>
                    <a:pt x="93923" y="834489"/>
                  </a:cubicBezTo>
                  <a:cubicBezTo>
                    <a:pt x="163245" y="754880"/>
                    <a:pt x="240806" y="679565"/>
                    <a:pt x="323465" y="617671"/>
                  </a:cubicBezTo>
                  <a:cubicBezTo>
                    <a:pt x="405002" y="553042"/>
                    <a:pt x="490132" y="499230"/>
                    <a:pt x="574777" y="446794"/>
                  </a:cubicBezTo>
                  <a:cubicBezTo>
                    <a:pt x="595733" y="433050"/>
                    <a:pt x="617442" y="421248"/>
                    <a:pt x="638943" y="408925"/>
                  </a:cubicBezTo>
                  <a:lnTo>
                    <a:pt x="703505" y="371742"/>
                  </a:lnTo>
                  <a:cubicBezTo>
                    <a:pt x="724798" y="358900"/>
                    <a:pt x="747120" y="347842"/>
                    <a:pt x="769262" y="336154"/>
                  </a:cubicBezTo>
                  <a:lnTo>
                    <a:pt x="835552" y="301173"/>
                  </a:lnTo>
                  <a:cubicBezTo>
                    <a:pt x="857427" y="289183"/>
                    <a:pt x="880470" y="278896"/>
                    <a:pt x="902979" y="268004"/>
                  </a:cubicBezTo>
                  <a:lnTo>
                    <a:pt x="971127" y="235607"/>
                  </a:lnTo>
                  <a:lnTo>
                    <a:pt x="988238" y="227556"/>
                  </a:lnTo>
                  <a:lnTo>
                    <a:pt x="1005744" y="220191"/>
                  </a:lnTo>
                  <a:lnTo>
                    <a:pt x="1040729" y="205569"/>
                  </a:lnTo>
                  <a:lnTo>
                    <a:pt x="1110835" y="176248"/>
                  </a:lnTo>
                  <a:cubicBezTo>
                    <a:pt x="1157999" y="157703"/>
                    <a:pt x="1206322" y="141323"/>
                    <a:pt x="1254256" y="123796"/>
                  </a:cubicBezTo>
                  <a:cubicBezTo>
                    <a:pt x="1302938" y="108671"/>
                    <a:pt x="1352074" y="94017"/>
                    <a:pt x="1401310" y="79852"/>
                  </a:cubicBezTo>
                  <a:cubicBezTo>
                    <a:pt x="1599497" y="26774"/>
                    <a:pt x="1806373" y="-329"/>
                    <a:pt x="2011811" y="4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812BD295-5E8D-D343-70CF-A49B0C974D4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297400"/>
              <a:ext cx="5215811" cy="6107388"/>
            </a:xfrm>
            <a:custGeom>
              <a:avLst/>
              <a:gdLst>
                <a:gd name="connsiteX0" fmla="*/ 1869139 w 5215811"/>
                <a:gd name="connsiteY0" fmla="*/ 9 h 6107388"/>
                <a:gd name="connsiteX1" fmla="*/ 2791149 w 5215811"/>
                <a:gd name="connsiteY1" fmla="*/ 130229 h 6107388"/>
                <a:gd name="connsiteX2" fmla="*/ 4760307 w 5215811"/>
                <a:gd name="connsiteY2" fmla="*/ 1608408 h 6107388"/>
                <a:gd name="connsiteX3" fmla="*/ 5108574 w 5215811"/>
                <a:gd name="connsiteY3" fmla="*/ 4050383 h 6107388"/>
                <a:gd name="connsiteX4" fmla="*/ 3434916 w 5215811"/>
                <a:gd name="connsiteY4" fmla="*/ 5503134 h 6107388"/>
                <a:gd name="connsiteX5" fmla="*/ 1137841 w 5215811"/>
                <a:gd name="connsiteY5" fmla="*/ 6033968 h 6107388"/>
                <a:gd name="connsiteX6" fmla="*/ 217555 w 5215811"/>
                <a:gd name="connsiteY6" fmla="*/ 5598945 h 6107388"/>
                <a:gd name="connsiteX7" fmla="*/ 0 w 5215811"/>
                <a:gd name="connsiteY7" fmla="*/ 5419622 h 6107388"/>
                <a:gd name="connsiteX8" fmla="*/ 0 w 5215811"/>
                <a:gd name="connsiteY8" fmla="*/ 4571683 h 6107388"/>
                <a:gd name="connsiteX9" fmla="*/ 18056 w 5215811"/>
                <a:gd name="connsiteY9" fmla="*/ 4599282 h 6107388"/>
                <a:gd name="connsiteX10" fmla="*/ 358324 w 5215811"/>
                <a:gd name="connsiteY10" fmla="*/ 4988154 h 6107388"/>
                <a:gd name="connsiteX11" fmla="*/ 1282741 w 5215811"/>
                <a:gd name="connsiteY11" fmla="*/ 5493193 h 6107388"/>
                <a:gd name="connsiteX12" fmla="*/ 2172794 w 5215811"/>
                <a:gd name="connsiteY12" fmla="*/ 5470630 h 6107388"/>
                <a:gd name="connsiteX13" fmla="*/ 3146893 w 5215811"/>
                <a:gd name="connsiteY13" fmla="*/ 5016296 h 6107388"/>
                <a:gd name="connsiteX14" fmla="*/ 3574114 w 5215811"/>
                <a:gd name="connsiteY14" fmla="*/ 4791124 h 6107388"/>
                <a:gd name="connsiteX15" fmla="*/ 4244948 w 5215811"/>
                <a:gd name="connsiteY15" fmla="*/ 4392664 h 6107388"/>
                <a:gd name="connsiteX16" fmla="*/ 4556385 w 5215811"/>
                <a:gd name="connsiteY16" fmla="*/ 3902656 h 6107388"/>
                <a:gd name="connsiteX17" fmla="*/ 4616354 w 5215811"/>
                <a:gd name="connsiteY17" fmla="*/ 2851680 h 6107388"/>
                <a:gd name="connsiteX18" fmla="*/ 4269266 w 5215811"/>
                <a:gd name="connsiteY18" fmla="*/ 1889625 h 6107388"/>
                <a:gd name="connsiteX19" fmla="*/ 2645976 w 5215811"/>
                <a:gd name="connsiteY19" fmla="*/ 671162 h 6107388"/>
                <a:gd name="connsiteX20" fmla="*/ 1648930 w 5215811"/>
                <a:gd name="connsiteY20" fmla="*/ 573017 h 6107388"/>
                <a:gd name="connsiteX21" fmla="*/ 771768 w 5215811"/>
                <a:gd name="connsiteY21" fmla="*/ 865882 h 6107388"/>
                <a:gd name="connsiteX22" fmla="*/ 433617 w 5215811"/>
                <a:gd name="connsiteY22" fmla="*/ 1119441 h 6107388"/>
                <a:gd name="connsiteX23" fmla="*/ 200571 w 5215811"/>
                <a:gd name="connsiteY23" fmla="*/ 1486480 h 6107388"/>
                <a:gd name="connsiteX24" fmla="*/ 47077 w 5215811"/>
                <a:gd name="connsiteY24" fmla="*/ 1753604 h 6107388"/>
                <a:gd name="connsiteX25" fmla="*/ 0 w 5215811"/>
                <a:gd name="connsiteY25" fmla="*/ 1831655 h 6107388"/>
                <a:gd name="connsiteX26" fmla="*/ 0 w 5215811"/>
                <a:gd name="connsiteY26" fmla="*/ 751112 h 6107388"/>
                <a:gd name="connsiteX27" fmla="*/ 6994 w 5215811"/>
                <a:gd name="connsiteY27" fmla="*/ 742614 h 6107388"/>
                <a:gd name="connsiteX28" fmla="*/ 484047 w 5215811"/>
                <a:gd name="connsiteY28" fmla="*/ 378777 h 6107388"/>
                <a:gd name="connsiteX29" fmla="*/ 1869139 w 5215811"/>
                <a:gd name="connsiteY29" fmla="*/ 9 h 61073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5811" h="6107388">
                  <a:moveTo>
                    <a:pt x="1869139" y="9"/>
                  </a:moveTo>
                  <a:cubicBezTo>
                    <a:pt x="2160924" y="-706"/>
                    <a:pt x="2465752" y="43039"/>
                    <a:pt x="2791149" y="130229"/>
                  </a:cubicBezTo>
                  <a:cubicBezTo>
                    <a:pt x="3651198" y="360678"/>
                    <a:pt x="4339884" y="907924"/>
                    <a:pt x="4760307" y="1608408"/>
                  </a:cubicBezTo>
                  <a:cubicBezTo>
                    <a:pt x="5188180" y="2321320"/>
                    <a:pt x="5338357" y="3192822"/>
                    <a:pt x="5108574" y="4050383"/>
                  </a:cubicBezTo>
                  <a:cubicBezTo>
                    <a:pt x="4880820" y="4900373"/>
                    <a:pt x="4152841" y="5098512"/>
                    <a:pt x="3434916" y="5503134"/>
                  </a:cubicBezTo>
                  <a:cubicBezTo>
                    <a:pt x="2717099" y="5907783"/>
                    <a:pt x="2005568" y="6266474"/>
                    <a:pt x="1137841" y="6033968"/>
                  </a:cubicBezTo>
                  <a:cubicBezTo>
                    <a:pt x="783079" y="5938910"/>
                    <a:pt x="479573" y="5790114"/>
                    <a:pt x="217555" y="5598945"/>
                  </a:cubicBezTo>
                  <a:lnTo>
                    <a:pt x="0" y="5419622"/>
                  </a:lnTo>
                  <a:lnTo>
                    <a:pt x="0" y="4571683"/>
                  </a:lnTo>
                  <a:lnTo>
                    <a:pt x="18056" y="4599282"/>
                  </a:lnTo>
                  <a:cubicBezTo>
                    <a:pt x="124071" y="4746782"/>
                    <a:pt x="237002" y="4875718"/>
                    <a:pt x="358324" y="4988154"/>
                  </a:cubicBezTo>
                  <a:cubicBezTo>
                    <a:pt x="621323" y="5231809"/>
                    <a:pt x="923667" y="5396979"/>
                    <a:pt x="1282741" y="5493193"/>
                  </a:cubicBezTo>
                  <a:cubicBezTo>
                    <a:pt x="1573894" y="5571207"/>
                    <a:pt x="1856732" y="5563878"/>
                    <a:pt x="2172794" y="5470630"/>
                  </a:cubicBezTo>
                  <a:cubicBezTo>
                    <a:pt x="2498985" y="5374183"/>
                    <a:pt x="2832844" y="5193315"/>
                    <a:pt x="3146893" y="5016296"/>
                  </a:cubicBezTo>
                  <a:cubicBezTo>
                    <a:pt x="3293538" y="4933641"/>
                    <a:pt x="3436182" y="4861160"/>
                    <a:pt x="3574114" y="4791124"/>
                  </a:cubicBezTo>
                  <a:cubicBezTo>
                    <a:pt x="3841238" y="4655550"/>
                    <a:pt x="4071901" y="4538375"/>
                    <a:pt x="4244948" y="4392664"/>
                  </a:cubicBezTo>
                  <a:cubicBezTo>
                    <a:pt x="4405844" y="4257259"/>
                    <a:pt x="4501845" y="4106204"/>
                    <a:pt x="4556385" y="3902656"/>
                  </a:cubicBezTo>
                  <a:cubicBezTo>
                    <a:pt x="4649063" y="3556776"/>
                    <a:pt x="4669271" y="3203187"/>
                    <a:pt x="4616354" y="2851680"/>
                  </a:cubicBezTo>
                  <a:cubicBezTo>
                    <a:pt x="4565198" y="2511774"/>
                    <a:pt x="4448474" y="2188147"/>
                    <a:pt x="4269266" y="1889625"/>
                  </a:cubicBezTo>
                  <a:cubicBezTo>
                    <a:pt x="3907781" y="1287586"/>
                    <a:pt x="3331245" y="854780"/>
                    <a:pt x="2645976" y="671162"/>
                  </a:cubicBezTo>
                  <a:cubicBezTo>
                    <a:pt x="2278249" y="572630"/>
                    <a:pt x="1952074" y="540526"/>
                    <a:pt x="1648930" y="573017"/>
                  </a:cubicBezTo>
                  <a:cubicBezTo>
                    <a:pt x="1351746" y="604901"/>
                    <a:pt x="1064785" y="700731"/>
                    <a:pt x="771768" y="865882"/>
                  </a:cubicBezTo>
                  <a:cubicBezTo>
                    <a:pt x="568061" y="980657"/>
                    <a:pt x="486465" y="1058486"/>
                    <a:pt x="433617" y="1119441"/>
                  </a:cubicBezTo>
                  <a:cubicBezTo>
                    <a:pt x="358307" y="1206256"/>
                    <a:pt x="292149" y="1323808"/>
                    <a:pt x="200571" y="1486480"/>
                  </a:cubicBezTo>
                  <a:cubicBezTo>
                    <a:pt x="156644" y="1564432"/>
                    <a:pt x="106654" y="1653214"/>
                    <a:pt x="47077" y="1753604"/>
                  </a:cubicBezTo>
                  <a:lnTo>
                    <a:pt x="0" y="1831655"/>
                  </a:lnTo>
                  <a:lnTo>
                    <a:pt x="0" y="751112"/>
                  </a:lnTo>
                  <a:lnTo>
                    <a:pt x="6994" y="742614"/>
                  </a:lnTo>
                  <a:cubicBezTo>
                    <a:pt x="117721" y="617683"/>
                    <a:pt x="259696" y="505222"/>
                    <a:pt x="484047" y="378777"/>
                  </a:cubicBezTo>
                  <a:cubicBezTo>
                    <a:pt x="932751" y="125890"/>
                    <a:pt x="1382831" y="1200"/>
                    <a:pt x="1869139" y="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AA399576-9FBE-2DDE-87C5-544AF2849F3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319367"/>
              <a:ext cx="5217956" cy="6100079"/>
            </a:xfrm>
            <a:custGeom>
              <a:avLst/>
              <a:gdLst>
                <a:gd name="connsiteX0" fmla="*/ 1951393 w 5217956"/>
                <a:gd name="connsiteY0" fmla="*/ 82 h 6100079"/>
                <a:gd name="connsiteX1" fmla="*/ 2855177 w 5217956"/>
                <a:gd name="connsiteY1" fmla="*/ 125419 h 6100079"/>
                <a:gd name="connsiteX2" fmla="*/ 4779341 w 5217956"/>
                <a:gd name="connsiteY2" fmla="*/ 1591542 h 6100079"/>
                <a:gd name="connsiteX3" fmla="*/ 5108573 w 5217956"/>
                <a:gd name="connsiteY3" fmla="*/ 4028416 h 6100079"/>
                <a:gd name="connsiteX4" fmla="*/ 3459358 w 5217956"/>
                <a:gd name="connsiteY4" fmla="*/ 5487716 h 6100079"/>
                <a:gd name="connsiteX5" fmla="*/ 1203274 w 5217956"/>
                <a:gd name="connsiteY5" fmla="*/ 6029534 h 6100079"/>
                <a:gd name="connsiteX6" fmla="*/ 59920 w 5217956"/>
                <a:gd name="connsiteY6" fmla="*/ 5396467 h 6100079"/>
                <a:gd name="connsiteX7" fmla="*/ 0 w 5217956"/>
                <a:gd name="connsiteY7" fmla="*/ 5333382 h 6100079"/>
                <a:gd name="connsiteX8" fmla="*/ 0 w 5217956"/>
                <a:gd name="connsiteY8" fmla="*/ 4205833 h 6100079"/>
                <a:gd name="connsiteX9" fmla="*/ 58036 w 5217956"/>
                <a:gd name="connsiteY9" fmla="*/ 4310048 h 6100079"/>
                <a:gd name="connsiteX10" fmla="*/ 520779 w 5217956"/>
                <a:gd name="connsiteY10" fmla="*/ 4907591 h 6100079"/>
                <a:gd name="connsiteX11" fmla="*/ 1377154 w 5217956"/>
                <a:gd name="connsiteY11" fmla="*/ 5380604 h 6100079"/>
                <a:gd name="connsiteX12" fmla="*/ 3123340 w 5217956"/>
                <a:gd name="connsiteY12" fmla="*/ 4905715 h 6100079"/>
                <a:gd name="connsiteX13" fmla="*/ 3547863 w 5217956"/>
                <a:gd name="connsiteY13" fmla="*/ 4676342 h 6100079"/>
                <a:gd name="connsiteX14" fmla="*/ 4186753 w 5217956"/>
                <a:gd name="connsiteY14" fmla="*/ 4289376 h 6100079"/>
                <a:gd name="connsiteX15" fmla="*/ 4459565 w 5217956"/>
                <a:gd name="connsiteY15" fmla="*/ 3854399 h 6100079"/>
                <a:gd name="connsiteX16" fmla="*/ 4521015 w 5217956"/>
                <a:gd name="connsiteY16" fmla="*/ 2849377 h 6100079"/>
                <a:gd name="connsiteX17" fmla="*/ 4199723 w 5217956"/>
                <a:gd name="connsiteY17" fmla="*/ 1931213 h 6100079"/>
                <a:gd name="connsiteX18" fmla="*/ 2681217 w 5217956"/>
                <a:gd name="connsiteY18" fmla="*/ 774211 h 6100079"/>
                <a:gd name="connsiteX19" fmla="*/ 926547 w 5217956"/>
                <a:gd name="connsiteY19" fmla="*/ 967112 h 6100079"/>
                <a:gd name="connsiteX20" fmla="*/ 622677 w 5217956"/>
                <a:gd name="connsiteY20" fmla="*/ 1197863 h 6100079"/>
                <a:gd name="connsiteX21" fmla="*/ 404892 w 5217956"/>
                <a:gd name="connsiteY21" fmla="*/ 1547314 h 6100079"/>
                <a:gd name="connsiteX22" fmla="*/ 40135 w 5217956"/>
                <a:gd name="connsiteY22" fmla="*/ 2159090 h 6100079"/>
                <a:gd name="connsiteX23" fmla="*/ 0 w 5217956"/>
                <a:gd name="connsiteY23" fmla="*/ 2219367 h 6100079"/>
                <a:gd name="connsiteX24" fmla="*/ 0 w 5217956"/>
                <a:gd name="connsiteY24" fmla="*/ 915659 h 6100079"/>
                <a:gd name="connsiteX25" fmla="*/ 58609 w 5217956"/>
                <a:gd name="connsiteY25" fmla="*/ 828051 h 6100079"/>
                <a:gd name="connsiteX26" fmla="*/ 590688 w 5217956"/>
                <a:gd name="connsiteY26" fmla="*/ 385385 h 6100079"/>
                <a:gd name="connsiteX27" fmla="*/ 1951393 w 5217956"/>
                <a:gd name="connsiteY27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5217956" h="6100079">
                  <a:moveTo>
                    <a:pt x="1951393" y="82"/>
                  </a:moveTo>
                  <a:cubicBezTo>
                    <a:pt x="2237631" y="-2119"/>
                    <a:pt x="2536431" y="40011"/>
                    <a:pt x="2855177" y="125419"/>
                  </a:cubicBezTo>
                  <a:cubicBezTo>
                    <a:pt x="3697704" y="351173"/>
                    <a:pt x="4370490" y="894159"/>
                    <a:pt x="4779341" y="1591542"/>
                  </a:cubicBezTo>
                  <a:cubicBezTo>
                    <a:pt x="5195534" y="2301324"/>
                    <a:pt x="5338356" y="3170855"/>
                    <a:pt x="5108573" y="4028416"/>
                  </a:cubicBezTo>
                  <a:cubicBezTo>
                    <a:pt x="4880819" y="4878406"/>
                    <a:pt x="4165603" y="5079965"/>
                    <a:pt x="3459358" y="5487716"/>
                  </a:cubicBezTo>
                  <a:cubicBezTo>
                    <a:pt x="2753114" y="5895466"/>
                    <a:pt x="2053264" y="6257288"/>
                    <a:pt x="1203274" y="6029534"/>
                  </a:cubicBezTo>
                  <a:cubicBezTo>
                    <a:pt x="739884" y="5905369"/>
                    <a:pt x="366399" y="5685345"/>
                    <a:pt x="59920" y="5396467"/>
                  </a:cubicBezTo>
                  <a:lnTo>
                    <a:pt x="0" y="5333382"/>
                  </a:lnTo>
                  <a:lnTo>
                    <a:pt x="0" y="4205833"/>
                  </a:lnTo>
                  <a:lnTo>
                    <a:pt x="58036" y="4310048"/>
                  </a:lnTo>
                  <a:cubicBezTo>
                    <a:pt x="197935" y="4550245"/>
                    <a:pt x="350594" y="4747142"/>
                    <a:pt x="520779" y="4907591"/>
                  </a:cubicBezTo>
                  <a:cubicBezTo>
                    <a:pt x="763600" y="5136565"/>
                    <a:pt x="1043821" y="5291288"/>
                    <a:pt x="1377154" y="5380604"/>
                  </a:cubicBezTo>
                  <a:cubicBezTo>
                    <a:pt x="1963029" y="5537589"/>
                    <a:pt x="2470519" y="5282804"/>
                    <a:pt x="3123340" y="4905715"/>
                  </a:cubicBezTo>
                  <a:cubicBezTo>
                    <a:pt x="3269800" y="4821157"/>
                    <a:pt x="3411134" y="4747512"/>
                    <a:pt x="3547863" y="4676342"/>
                  </a:cubicBezTo>
                  <a:cubicBezTo>
                    <a:pt x="3804497" y="4542710"/>
                    <a:pt x="4026085" y="4427393"/>
                    <a:pt x="4186753" y="4289376"/>
                  </a:cubicBezTo>
                  <a:cubicBezTo>
                    <a:pt x="4329009" y="4167293"/>
                    <a:pt x="4410589" y="4037181"/>
                    <a:pt x="4459565" y="3854399"/>
                  </a:cubicBezTo>
                  <a:cubicBezTo>
                    <a:pt x="4548302" y="3523229"/>
                    <a:pt x="4568981" y="3185183"/>
                    <a:pt x="4521015" y="2849377"/>
                  </a:cubicBezTo>
                  <a:cubicBezTo>
                    <a:pt x="4474709" y="2524680"/>
                    <a:pt x="4366564" y="2215756"/>
                    <a:pt x="4199723" y="1931213"/>
                  </a:cubicBezTo>
                  <a:cubicBezTo>
                    <a:pt x="3863270" y="1357325"/>
                    <a:pt x="3323982" y="946439"/>
                    <a:pt x="2681217" y="774211"/>
                  </a:cubicBezTo>
                  <a:cubicBezTo>
                    <a:pt x="2001139" y="591984"/>
                    <a:pt x="1476322" y="649699"/>
                    <a:pt x="926547" y="967112"/>
                  </a:cubicBezTo>
                  <a:cubicBezTo>
                    <a:pt x="740730" y="1074393"/>
                    <a:pt x="668642" y="1143989"/>
                    <a:pt x="622677" y="1197863"/>
                  </a:cubicBezTo>
                  <a:cubicBezTo>
                    <a:pt x="555599" y="1276450"/>
                    <a:pt x="492360" y="1390031"/>
                    <a:pt x="404892" y="1547314"/>
                  </a:cubicBezTo>
                  <a:cubicBezTo>
                    <a:pt x="317047" y="1705133"/>
                    <a:pt x="204816" y="1906756"/>
                    <a:pt x="40135" y="2159090"/>
                  </a:cubicBezTo>
                  <a:lnTo>
                    <a:pt x="0" y="2219367"/>
                  </a:lnTo>
                  <a:lnTo>
                    <a:pt x="0" y="915659"/>
                  </a:lnTo>
                  <a:lnTo>
                    <a:pt x="58609" y="828051"/>
                  </a:lnTo>
                  <a:cubicBezTo>
                    <a:pt x="177453" y="670481"/>
                    <a:pt x="325846" y="538291"/>
                    <a:pt x="590688" y="385385"/>
                  </a:cubicBezTo>
                  <a:cubicBezTo>
                    <a:pt x="1032158" y="130559"/>
                    <a:pt x="1474329" y="3750"/>
                    <a:pt x="1951393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2B447C54-8FDD-64D4-9E65-1D9B894B1BD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319367"/>
              <a:ext cx="5217957" cy="6100079"/>
            </a:xfrm>
            <a:custGeom>
              <a:avLst/>
              <a:gdLst>
                <a:gd name="connsiteX0" fmla="*/ 1951394 w 5217957"/>
                <a:gd name="connsiteY0" fmla="*/ 82 h 6100079"/>
                <a:gd name="connsiteX1" fmla="*/ 2855178 w 5217957"/>
                <a:gd name="connsiteY1" fmla="*/ 125419 h 6100079"/>
                <a:gd name="connsiteX2" fmla="*/ 4779341 w 5217957"/>
                <a:gd name="connsiteY2" fmla="*/ 1591542 h 6100079"/>
                <a:gd name="connsiteX3" fmla="*/ 5108574 w 5217957"/>
                <a:gd name="connsiteY3" fmla="*/ 4028416 h 6100079"/>
                <a:gd name="connsiteX4" fmla="*/ 3459359 w 5217957"/>
                <a:gd name="connsiteY4" fmla="*/ 5487716 h 6100079"/>
                <a:gd name="connsiteX5" fmla="*/ 1203275 w 5217957"/>
                <a:gd name="connsiteY5" fmla="*/ 6029534 h 6100079"/>
                <a:gd name="connsiteX6" fmla="*/ 59921 w 5217957"/>
                <a:gd name="connsiteY6" fmla="*/ 5396467 h 6100079"/>
                <a:gd name="connsiteX7" fmla="*/ 0 w 5217957"/>
                <a:gd name="connsiteY7" fmla="*/ 5333381 h 6100079"/>
                <a:gd name="connsiteX8" fmla="*/ 0 w 5217957"/>
                <a:gd name="connsiteY8" fmla="*/ 4427327 h 6100079"/>
                <a:gd name="connsiteX9" fmla="*/ 112056 w 5217957"/>
                <a:gd name="connsiteY9" fmla="*/ 4602502 h 6100079"/>
                <a:gd name="connsiteX10" fmla="*/ 443875 w 5217957"/>
                <a:gd name="connsiteY10" fmla="*/ 4989110 h 6100079"/>
                <a:gd name="connsiteX11" fmla="*/ 1348175 w 5217957"/>
                <a:gd name="connsiteY11" fmla="*/ 5488759 h 6100079"/>
                <a:gd name="connsiteX12" fmla="*/ 2221463 w 5217957"/>
                <a:gd name="connsiteY12" fmla="*/ 5461704 h 6100079"/>
                <a:gd name="connsiteX13" fmla="*/ 3179339 w 5217957"/>
                <a:gd name="connsiteY13" fmla="*/ 5003023 h 6100079"/>
                <a:gd name="connsiteX14" fmla="*/ 3599638 w 5217957"/>
                <a:gd name="connsiteY14" fmla="*/ 4775996 h 6100079"/>
                <a:gd name="connsiteX15" fmla="*/ 4259765 w 5217957"/>
                <a:gd name="connsiteY15" fmla="*/ 4374667 h 6100079"/>
                <a:gd name="connsiteX16" fmla="*/ 4567742 w 5217957"/>
                <a:gd name="connsiteY16" fmla="*/ 3883732 h 6100079"/>
                <a:gd name="connsiteX17" fmla="*/ 4631929 w 5217957"/>
                <a:gd name="connsiteY17" fmla="*/ 2833886 h 6100079"/>
                <a:gd name="connsiteX18" fmla="*/ 4296412 w 5217957"/>
                <a:gd name="connsiteY18" fmla="*/ 1874932 h 6100079"/>
                <a:gd name="connsiteX19" fmla="*/ 2710219 w 5217957"/>
                <a:gd name="connsiteY19" fmla="*/ 666410 h 6100079"/>
                <a:gd name="connsiteX20" fmla="*/ 1732642 w 5217957"/>
                <a:gd name="connsiteY20" fmla="*/ 573480 h 6100079"/>
                <a:gd name="connsiteX21" fmla="*/ 870621 w 5217957"/>
                <a:gd name="connsiteY21" fmla="*/ 870402 h 6100079"/>
                <a:gd name="connsiteX22" fmla="*/ 537555 w 5217957"/>
                <a:gd name="connsiteY22" fmla="*/ 1125324 h 6100079"/>
                <a:gd name="connsiteX23" fmla="*/ 306995 w 5217957"/>
                <a:gd name="connsiteY23" fmla="*/ 1493030 h 6100079"/>
                <a:gd name="connsiteX24" fmla="*/ 23579 w 5217957"/>
                <a:gd name="connsiteY24" fmla="*/ 1977465 h 6100079"/>
                <a:gd name="connsiteX25" fmla="*/ 0 w 5217957"/>
                <a:gd name="connsiteY25" fmla="*/ 2014291 h 6100079"/>
                <a:gd name="connsiteX26" fmla="*/ 0 w 5217957"/>
                <a:gd name="connsiteY26" fmla="*/ 915660 h 6100079"/>
                <a:gd name="connsiteX27" fmla="*/ 58609 w 5217957"/>
                <a:gd name="connsiteY27" fmla="*/ 828051 h 6100079"/>
                <a:gd name="connsiteX28" fmla="*/ 590689 w 5217957"/>
                <a:gd name="connsiteY28" fmla="*/ 385385 h 6100079"/>
                <a:gd name="connsiteX29" fmla="*/ 1951394 w 5217957"/>
                <a:gd name="connsiteY29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7957" h="6100079">
                  <a:moveTo>
                    <a:pt x="1951394" y="82"/>
                  </a:moveTo>
                  <a:cubicBezTo>
                    <a:pt x="2237632" y="-2119"/>
                    <a:pt x="2536431" y="40011"/>
                    <a:pt x="2855178" y="125419"/>
                  </a:cubicBezTo>
                  <a:cubicBezTo>
                    <a:pt x="3697704" y="351173"/>
                    <a:pt x="4370491" y="894159"/>
                    <a:pt x="4779341" y="1591542"/>
                  </a:cubicBezTo>
                  <a:cubicBezTo>
                    <a:pt x="5195535" y="2301324"/>
                    <a:pt x="5338357" y="3170855"/>
                    <a:pt x="5108574" y="4028416"/>
                  </a:cubicBezTo>
                  <a:cubicBezTo>
                    <a:pt x="4880820" y="4878406"/>
                    <a:pt x="4165604" y="5079965"/>
                    <a:pt x="3459359" y="5487716"/>
                  </a:cubicBezTo>
                  <a:cubicBezTo>
                    <a:pt x="2753115" y="5895466"/>
                    <a:pt x="2053265" y="6257288"/>
                    <a:pt x="1203275" y="6029534"/>
                  </a:cubicBezTo>
                  <a:cubicBezTo>
                    <a:pt x="739885" y="5905369"/>
                    <a:pt x="366400" y="5685345"/>
                    <a:pt x="59921" y="5396467"/>
                  </a:cubicBezTo>
                  <a:lnTo>
                    <a:pt x="0" y="5333381"/>
                  </a:lnTo>
                  <a:lnTo>
                    <a:pt x="0" y="4427327"/>
                  </a:lnTo>
                  <a:lnTo>
                    <a:pt x="112056" y="4602502"/>
                  </a:lnTo>
                  <a:cubicBezTo>
                    <a:pt x="215300" y="4749260"/>
                    <a:pt x="325419" y="4877443"/>
                    <a:pt x="443875" y="4989110"/>
                  </a:cubicBezTo>
                  <a:cubicBezTo>
                    <a:pt x="700709" y="5231113"/>
                    <a:pt x="996455" y="5394516"/>
                    <a:pt x="1348175" y="5488759"/>
                  </a:cubicBezTo>
                  <a:cubicBezTo>
                    <a:pt x="1633379" y="5565179"/>
                    <a:pt x="1910917" y="5556430"/>
                    <a:pt x="2221463" y="5461704"/>
                  </a:cubicBezTo>
                  <a:cubicBezTo>
                    <a:pt x="2541923" y="5363721"/>
                    <a:pt x="2870374" y="5181404"/>
                    <a:pt x="3179339" y="5003023"/>
                  </a:cubicBezTo>
                  <a:cubicBezTo>
                    <a:pt x="3323713" y="4919760"/>
                    <a:pt x="3463978" y="4846641"/>
                    <a:pt x="3599638" y="4775996"/>
                  </a:cubicBezTo>
                  <a:cubicBezTo>
                    <a:pt x="3862436" y="4639263"/>
                    <a:pt x="4089314" y="4521074"/>
                    <a:pt x="4259765" y="4374667"/>
                  </a:cubicBezTo>
                  <a:cubicBezTo>
                    <a:pt x="4418282" y="4238625"/>
                    <a:pt x="4513201" y="4087280"/>
                    <a:pt x="4567742" y="3883732"/>
                  </a:cubicBezTo>
                  <a:cubicBezTo>
                    <a:pt x="4660420" y="3537853"/>
                    <a:pt x="4682033" y="3184640"/>
                    <a:pt x="4631929" y="2833886"/>
                  </a:cubicBezTo>
                  <a:cubicBezTo>
                    <a:pt x="4583584" y="2494734"/>
                    <a:pt x="4470646" y="2172121"/>
                    <a:pt x="4296412" y="1874932"/>
                  </a:cubicBezTo>
                  <a:cubicBezTo>
                    <a:pt x="3944879" y="1275559"/>
                    <a:pt x="3381537" y="846289"/>
                    <a:pt x="2710219" y="666410"/>
                  </a:cubicBezTo>
                  <a:cubicBezTo>
                    <a:pt x="2349955" y="569877"/>
                    <a:pt x="2030161" y="539483"/>
                    <a:pt x="1732642" y="573480"/>
                  </a:cubicBezTo>
                  <a:cubicBezTo>
                    <a:pt x="1440866" y="606814"/>
                    <a:pt x="1158880" y="703976"/>
                    <a:pt x="870621" y="870402"/>
                  </a:cubicBezTo>
                  <a:cubicBezTo>
                    <a:pt x="670160" y="986048"/>
                    <a:pt x="589753" y="1064195"/>
                    <a:pt x="537555" y="1125324"/>
                  </a:cubicBezTo>
                  <a:cubicBezTo>
                    <a:pt x="463218" y="1212400"/>
                    <a:pt x="397708" y="1330125"/>
                    <a:pt x="306995" y="1493030"/>
                  </a:cubicBezTo>
                  <a:cubicBezTo>
                    <a:pt x="234596" y="1623167"/>
                    <a:pt x="145436" y="1783409"/>
                    <a:pt x="23579" y="1977465"/>
                  </a:cubicBezTo>
                  <a:lnTo>
                    <a:pt x="0" y="2014291"/>
                  </a:lnTo>
                  <a:lnTo>
                    <a:pt x="0" y="915660"/>
                  </a:lnTo>
                  <a:lnTo>
                    <a:pt x="58609" y="828051"/>
                  </a:lnTo>
                  <a:cubicBezTo>
                    <a:pt x="177453" y="670481"/>
                    <a:pt x="325847" y="538291"/>
                    <a:pt x="590689" y="385385"/>
                  </a:cubicBezTo>
                  <a:cubicBezTo>
                    <a:pt x="1032159" y="130559"/>
                    <a:pt x="1474330" y="3750"/>
                    <a:pt x="1951394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2" name="Titel 1">
            <a:extLst>
              <a:ext uri="{FF2B5EF4-FFF2-40B4-BE49-F238E27FC236}">
                <a16:creationId xmlns:a16="http://schemas.microsoft.com/office/drawing/2014/main" id="{A2F00488-445A-F574-A8AF-C92ECE90BC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38070" y="1493962"/>
            <a:ext cx="3855720" cy="4371974"/>
          </a:xfrm>
        </p:spPr>
        <p:txBody>
          <a:bodyPr>
            <a:normAutofit/>
          </a:bodyPr>
          <a:lstStyle/>
          <a:p>
            <a:r>
              <a:rPr lang="de-DE" sz="3600" b="1" dirty="0">
                <a:solidFill>
                  <a:schemeClr val="accent2"/>
                </a:solidFill>
                <a:latin typeface="Orbitron" pitchFamily="2" charset="0"/>
              </a:rPr>
              <a:t>Zeitplan</a:t>
            </a:r>
          </a:p>
        </p:txBody>
      </p:sp>
      <p:pic>
        <p:nvPicPr>
          <p:cNvPr id="3" name="Grafik 2" descr="Ein Bild, das Text, Screenshot, Schrift, Zahl enthält.&#10;&#10;KI-generierte Inhalte können fehlerhaft sein.">
            <a:extLst>
              <a:ext uri="{FF2B5EF4-FFF2-40B4-BE49-F238E27FC236}">
                <a16:creationId xmlns:a16="http://schemas.microsoft.com/office/drawing/2014/main" id="{7B7876F2-8524-94D8-AFD1-43B1CBDD7D40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65087" y="2256700"/>
            <a:ext cx="5479241" cy="1735017"/>
          </a:xfrm>
          <a:prstGeom prst="rect">
            <a:avLst/>
          </a:prstGeom>
        </p:spPr>
      </p:pic>
      <p:sp>
        <p:nvSpPr>
          <p:cNvPr id="7" name="Textfeld 6">
            <a:extLst>
              <a:ext uri="{FF2B5EF4-FFF2-40B4-BE49-F238E27FC236}">
                <a16:creationId xmlns:a16="http://schemas.microsoft.com/office/drawing/2014/main" id="{5DE53ECB-D46B-2237-FADF-E446F031E5BE}"/>
              </a:ext>
            </a:extLst>
          </p:cNvPr>
          <p:cNvSpPr txBox="1"/>
          <p:nvPr/>
        </p:nvSpPr>
        <p:spPr>
          <a:xfrm>
            <a:off x="327465" y="3124208"/>
            <a:ext cx="422522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3600" b="1" dirty="0">
                <a:solidFill>
                  <a:schemeClr val="accent2"/>
                </a:solidFill>
                <a:latin typeface="Orbitron" pitchFamily="2" charset="0"/>
                <a:ea typeface="+mj-ea"/>
                <a:cs typeface="+mj-cs"/>
              </a:rPr>
              <a:t>Neue Roadmap</a:t>
            </a:r>
          </a:p>
        </p:txBody>
      </p:sp>
      <p:sp>
        <p:nvSpPr>
          <p:cNvPr id="17" name="Textfeld 16">
            <a:extLst>
              <a:ext uri="{FF2B5EF4-FFF2-40B4-BE49-F238E27FC236}">
                <a16:creationId xmlns:a16="http://schemas.microsoft.com/office/drawing/2014/main" id="{78FE0CCF-9D57-A829-08D8-383EA1EF75A7}"/>
              </a:ext>
            </a:extLst>
          </p:cNvPr>
          <p:cNvSpPr txBox="1"/>
          <p:nvPr/>
        </p:nvSpPr>
        <p:spPr>
          <a:xfrm>
            <a:off x="6215768" y="2581082"/>
            <a:ext cx="209627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Alte Roadmap</a:t>
            </a:r>
          </a:p>
        </p:txBody>
      </p:sp>
      <p:pic>
        <p:nvPicPr>
          <p:cNvPr id="6" name="Grafik 5">
            <a:extLst>
              <a:ext uri="{FF2B5EF4-FFF2-40B4-BE49-F238E27FC236}">
                <a16:creationId xmlns:a16="http://schemas.microsoft.com/office/drawing/2014/main" id="{4062647E-401C-4DDA-DA73-76A991A3B64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31493"/>
          <a:stretch>
            <a:fillRect/>
          </a:stretch>
        </p:blipFill>
        <p:spPr>
          <a:xfrm>
            <a:off x="5594728" y="1426154"/>
            <a:ext cx="6785531" cy="4296344"/>
          </a:xfrm>
          <a:prstGeom prst="rect">
            <a:avLst/>
          </a:prstGeom>
        </p:spPr>
      </p:pic>
      <p:sp>
        <p:nvSpPr>
          <p:cNvPr id="4" name="Rechteck 3">
            <a:extLst>
              <a:ext uri="{FF2B5EF4-FFF2-40B4-BE49-F238E27FC236}">
                <a16:creationId xmlns:a16="http://schemas.microsoft.com/office/drawing/2014/main" id="{2481D33A-5BE9-B709-3269-B3D8083198C1}"/>
              </a:ext>
            </a:extLst>
          </p:cNvPr>
          <p:cNvSpPr/>
          <p:nvPr/>
        </p:nvSpPr>
        <p:spPr>
          <a:xfrm>
            <a:off x="10810984" y="0"/>
            <a:ext cx="1019991" cy="147437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5" name="Grafik 4" descr="Uhr Silhouette">
            <a:extLst>
              <a:ext uri="{FF2B5EF4-FFF2-40B4-BE49-F238E27FC236}">
                <a16:creationId xmlns:a16="http://schemas.microsoft.com/office/drawing/2014/main" id="{A018B95E-311C-608F-04B6-7743A980833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863779" y="508838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2559270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D81B70E-4A13-7767-1E5B-1600E1CDAB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88DB214D-61DC-86D7-667A-58A8947B64F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A3B8BA2-CB3F-161A-2ED0-634346916B4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800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A64A5DD9-E3F4-5D86-84CE-32DDA11A7EB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21863" y="508838"/>
            <a:ext cx="5217958" cy="6239661"/>
            <a:chOff x="-19221" y="251144"/>
            <a:chExt cx="5217958" cy="6239661"/>
          </a:xfrm>
        </p:grpSpPr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1F0B636E-231F-FD69-1D3B-7211C467BDE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251144"/>
              <a:ext cx="5187198" cy="6239661"/>
            </a:xfrm>
            <a:custGeom>
              <a:avLst/>
              <a:gdLst>
                <a:gd name="connsiteX0" fmla="*/ 2011811 w 5187198"/>
                <a:gd name="connsiteY0" fmla="*/ 4 h 6239661"/>
                <a:gd name="connsiteX1" fmla="*/ 2617011 w 5187198"/>
                <a:gd name="connsiteY1" fmla="*/ 70590 h 6239661"/>
                <a:gd name="connsiteX2" fmla="*/ 2690321 w 5187198"/>
                <a:gd name="connsiteY2" fmla="*/ 88146 h 6239661"/>
                <a:gd name="connsiteX3" fmla="*/ 2726863 w 5187198"/>
                <a:gd name="connsiteY3" fmla="*/ 97127 h 6239661"/>
                <a:gd name="connsiteX4" fmla="*/ 2762951 w 5187198"/>
                <a:gd name="connsiteY4" fmla="*/ 107375 h 6239661"/>
                <a:gd name="connsiteX5" fmla="*/ 2834843 w 5187198"/>
                <a:gd name="connsiteY5" fmla="*/ 128493 h 6239661"/>
                <a:gd name="connsiteX6" fmla="*/ 2906574 w 5187198"/>
                <a:gd name="connsiteY6" fmla="*/ 151076 h 6239661"/>
                <a:gd name="connsiteX7" fmla="*/ 3049504 w 5187198"/>
                <a:gd name="connsiteY7" fmla="*/ 202124 h 6239661"/>
                <a:gd name="connsiteX8" fmla="*/ 3189518 w 5187198"/>
                <a:gd name="connsiteY8" fmla="*/ 260159 h 6239661"/>
                <a:gd name="connsiteX9" fmla="*/ 3326048 w 5187198"/>
                <a:gd name="connsiteY9" fmla="*/ 325143 h 6239661"/>
                <a:gd name="connsiteX10" fmla="*/ 3459166 w 5187198"/>
                <a:gd name="connsiteY10" fmla="*/ 395936 h 6239661"/>
                <a:gd name="connsiteX11" fmla="*/ 3588578 w 5187198"/>
                <a:gd name="connsiteY11" fmla="*/ 472343 h 6239661"/>
                <a:gd name="connsiteX12" fmla="*/ 3651864 w 5187198"/>
                <a:gd name="connsiteY12" fmla="*/ 512600 h 6239661"/>
                <a:gd name="connsiteX13" fmla="*/ 3714514 w 5187198"/>
                <a:gd name="connsiteY13" fmla="*/ 553499 h 6239661"/>
                <a:gd name="connsiteX14" fmla="*/ 4181221 w 5187198"/>
                <a:gd name="connsiteY14" fmla="*/ 922912 h 6239661"/>
                <a:gd name="connsiteX15" fmla="*/ 4582963 w 5187198"/>
                <a:gd name="connsiteY15" fmla="*/ 1358264 h 6239661"/>
                <a:gd name="connsiteX16" fmla="*/ 4670721 w 5187198"/>
                <a:gd name="connsiteY16" fmla="*/ 1477644 h 6239661"/>
                <a:gd name="connsiteX17" fmla="*/ 4752378 w 5187198"/>
                <a:gd name="connsiteY17" fmla="*/ 1601187 h 6239661"/>
                <a:gd name="connsiteX18" fmla="*/ 4772168 w 5187198"/>
                <a:gd name="connsiteY18" fmla="*/ 1632456 h 6239661"/>
                <a:gd name="connsiteX19" fmla="*/ 4782117 w 5187198"/>
                <a:gd name="connsiteY19" fmla="*/ 1648104 h 6239661"/>
                <a:gd name="connsiteX20" fmla="*/ 4791381 w 5187198"/>
                <a:gd name="connsiteY20" fmla="*/ 1664150 h 6239661"/>
                <a:gd name="connsiteX21" fmla="*/ 4828190 w 5187198"/>
                <a:gd name="connsiteY21" fmla="*/ 1728379 h 6239661"/>
                <a:gd name="connsiteX22" fmla="*/ 4864832 w 5187198"/>
                <a:gd name="connsiteY22" fmla="*/ 1792796 h 6239661"/>
                <a:gd name="connsiteX23" fmla="*/ 4899201 w 5187198"/>
                <a:gd name="connsiteY23" fmla="*/ 1858342 h 6239661"/>
                <a:gd name="connsiteX24" fmla="*/ 4933266 w 5187198"/>
                <a:gd name="connsiteY24" fmla="*/ 1924155 h 6239661"/>
                <a:gd name="connsiteX25" fmla="*/ 4964403 w 5187198"/>
                <a:gd name="connsiteY25" fmla="*/ 1991384 h 6239661"/>
                <a:gd name="connsiteX26" fmla="*/ 4995019 w 5187198"/>
                <a:gd name="connsiteY26" fmla="*/ 2058823 h 6239661"/>
                <a:gd name="connsiteX27" fmla="*/ 5021999 w 5187198"/>
                <a:gd name="connsiteY27" fmla="*/ 2127723 h 6239661"/>
                <a:gd name="connsiteX28" fmla="*/ 5048321 w 5187198"/>
                <a:gd name="connsiteY28" fmla="*/ 2196908 h 6239661"/>
                <a:gd name="connsiteX29" fmla="*/ 5070546 w 5187198"/>
                <a:gd name="connsiteY29" fmla="*/ 2267547 h 6239661"/>
                <a:gd name="connsiteX30" fmla="*/ 5092171 w 5187198"/>
                <a:gd name="connsiteY30" fmla="*/ 2338256 h 6239661"/>
                <a:gd name="connsiteX31" fmla="*/ 5110305 w 5187198"/>
                <a:gd name="connsiteY31" fmla="*/ 2409886 h 6239661"/>
                <a:gd name="connsiteX32" fmla="*/ 5186393 w 5187198"/>
                <a:gd name="connsiteY32" fmla="*/ 2992022 h 6239661"/>
                <a:gd name="connsiteX33" fmla="*/ 5149045 w 5187198"/>
                <a:gd name="connsiteY33" fmla="*/ 3571816 h 6239661"/>
                <a:gd name="connsiteX34" fmla="*/ 5126572 w 5187198"/>
                <a:gd name="connsiteY34" fmla="*/ 3714520 h 6239661"/>
                <a:gd name="connsiteX35" fmla="*/ 5099067 w 5187198"/>
                <a:gd name="connsiteY35" fmla="*/ 3856108 h 6239661"/>
                <a:gd name="connsiteX36" fmla="*/ 5095699 w 5187198"/>
                <a:gd name="connsiteY36" fmla="*/ 3873868 h 6239661"/>
                <a:gd name="connsiteX37" fmla="*/ 5091573 w 5187198"/>
                <a:gd name="connsiteY37" fmla="*/ 3891426 h 6239661"/>
                <a:gd name="connsiteX38" fmla="*/ 5083324 w 5187198"/>
                <a:gd name="connsiteY38" fmla="*/ 3926541 h 6239661"/>
                <a:gd name="connsiteX39" fmla="*/ 5067256 w 5187198"/>
                <a:gd name="connsiteY39" fmla="*/ 3996889 h 6239661"/>
                <a:gd name="connsiteX40" fmla="*/ 5059194 w 5187198"/>
                <a:gd name="connsiteY40" fmla="*/ 4032171 h 6239661"/>
                <a:gd name="connsiteX41" fmla="*/ 5049522 w 5187198"/>
                <a:gd name="connsiteY41" fmla="*/ 4067833 h 6239661"/>
                <a:gd name="connsiteX42" fmla="*/ 5040067 w 5187198"/>
                <a:gd name="connsiteY42" fmla="*/ 4103553 h 6239661"/>
                <a:gd name="connsiteX43" fmla="*/ 5028960 w 5187198"/>
                <a:gd name="connsiteY43" fmla="*/ 4138946 h 6239661"/>
                <a:gd name="connsiteX44" fmla="*/ 4917351 w 5187198"/>
                <a:gd name="connsiteY44" fmla="*/ 4417041 h 6239661"/>
                <a:gd name="connsiteX45" fmla="*/ 4756163 w 5187198"/>
                <a:gd name="connsiteY45" fmla="*/ 4676402 h 6239661"/>
                <a:gd name="connsiteX46" fmla="*/ 4322493 w 5187198"/>
                <a:gd name="connsiteY46" fmla="*/ 5105604 h 6239661"/>
                <a:gd name="connsiteX47" fmla="*/ 3840510 w 5187198"/>
                <a:gd name="connsiteY47" fmla="*/ 5429590 h 6239661"/>
                <a:gd name="connsiteX48" fmla="*/ 3606447 w 5187198"/>
                <a:gd name="connsiteY48" fmla="*/ 5572862 h 6239661"/>
                <a:gd name="connsiteX49" fmla="*/ 3488814 w 5187198"/>
                <a:gd name="connsiteY49" fmla="*/ 5647178 h 6239661"/>
                <a:gd name="connsiteX50" fmla="*/ 3365864 w 5187198"/>
                <a:gd name="connsiteY50" fmla="*/ 5722735 h 6239661"/>
                <a:gd name="connsiteX51" fmla="*/ 2839486 w 5187198"/>
                <a:gd name="connsiteY51" fmla="*/ 5999120 h 6239661"/>
                <a:gd name="connsiteX52" fmla="*/ 2242423 w 5187198"/>
                <a:gd name="connsiteY52" fmla="*/ 6192346 h 6239661"/>
                <a:gd name="connsiteX53" fmla="*/ 1589380 w 5187198"/>
                <a:gd name="connsiteY53" fmla="*/ 6230657 h 6239661"/>
                <a:gd name="connsiteX54" fmla="*/ 1548244 w 5187198"/>
                <a:gd name="connsiteY54" fmla="*/ 6226706 h 6239661"/>
                <a:gd name="connsiteX55" fmla="*/ 1507348 w 5187198"/>
                <a:gd name="connsiteY55" fmla="*/ 6221428 h 6239661"/>
                <a:gd name="connsiteX56" fmla="*/ 1466401 w 5187198"/>
                <a:gd name="connsiteY56" fmla="*/ 6215904 h 6239661"/>
                <a:gd name="connsiteX57" fmla="*/ 1425773 w 5187198"/>
                <a:gd name="connsiteY57" fmla="*/ 6209191 h 6239661"/>
                <a:gd name="connsiteX58" fmla="*/ 1344960 w 5187198"/>
                <a:gd name="connsiteY58" fmla="*/ 6193681 h 6239661"/>
                <a:gd name="connsiteX59" fmla="*/ 1265007 w 5187198"/>
                <a:gd name="connsiteY59" fmla="*/ 6175388 h 6239661"/>
                <a:gd name="connsiteX60" fmla="*/ 1225415 w 5187198"/>
                <a:gd name="connsiteY60" fmla="*/ 6165243 h 6239661"/>
                <a:gd name="connsiteX61" fmla="*/ 1186567 w 5187198"/>
                <a:gd name="connsiteY61" fmla="*/ 6154486 h 6239661"/>
                <a:gd name="connsiteX62" fmla="*/ 1111158 w 5187198"/>
                <a:gd name="connsiteY62" fmla="*/ 6130918 h 6239661"/>
                <a:gd name="connsiteX63" fmla="*/ 1035915 w 5187198"/>
                <a:gd name="connsiteY63" fmla="*/ 6107163 h 6239661"/>
                <a:gd name="connsiteX64" fmla="*/ 961579 w 5187198"/>
                <a:gd name="connsiteY64" fmla="*/ 6079594 h 6239661"/>
                <a:gd name="connsiteX65" fmla="*/ 395297 w 5187198"/>
                <a:gd name="connsiteY65" fmla="*/ 5792812 h 6239661"/>
                <a:gd name="connsiteX66" fmla="*/ 265239 w 5187198"/>
                <a:gd name="connsiteY66" fmla="*/ 5701511 h 6239661"/>
                <a:gd name="connsiteX67" fmla="*/ 233756 w 5187198"/>
                <a:gd name="connsiteY67" fmla="*/ 5677542 h 6239661"/>
                <a:gd name="connsiteX68" fmla="*/ 202800 w 5187198"/>
                <a:gd name="connsiteY68" fmla="*/ 5652902 h 6239661"/>
                <a:gd name="connsiteX69" fmla="*/ 140918 w 5187198"/>
                <a:gd name="connsiteY69" fmla="*/ 5603515 h 6239661"/>
                <a:gd name="connsiteX70" fmla="*/ 110625 w 5187198"/>
                <a:gd name="connsiteY70" fmla="*/ 5578127 h 6239661"/>
                <a:gd name="connsiteX71" fmla="*/ 95631 w 5187198"/>
                <a:gd name="connsiteY71" fmla="*/ 5565299 h 6239661"/>
                <a:gd name="connsiteX72" fmla="*/ 81966 w 5187198"/>
                <a:gd name="connsiteY72" fmla="*/ 5550973 h 6239661"/>
                <a:gd name="connsiteX73" fmla="*/ 27991 w 5187198"/>
                <a:gd name="connsiteY73" fmla="*/ 5493272 h 6239661"/>
                <a:gd name="connsiteX74" fmla="*/ 1454 w 5187198"/>
                <a:gd name="connsiteY74" fmla="*/ 5464252 h 6239661"/>
                <a:gd name="connsiteX75" fmla="*/ 0 w 5187198"/>
                <a:gd name="connsiteY75" fmla="*/ 5462518 h 6239661"/>
                <a:gd name="connsiteX76" fmla="*/ 0 w 5187198"/>
                <a:gd name="connsiteY76" fmla="*/ 4720187 h 6239661"/>
                <a:gd name="connsiteX77" fmla="*/ 109684 w 5187198"/>
                <a:gd name="connsiteY77" fmla="*/ 4836724 h 6239661"/>
                <a:gd name="connsiteX78" fmla="*/ 306959 w 5187198"/>
                <a:gd name="connsiteY78" fmla="*/ 5007200 h 6239661"/>
                <a:gd name="connsiteX79" fmla="*/ 358101 w 5187198"/>
                <a:gd name="connsiteY79" fmla="*/ 5046057 h 6239661"/>
                <a:gd name="connsiteX80" fmla="*/ 383328 w 5187198"/>
                <a:gd name="connsiteY80" fmla="*/ 5065684 h 6239661"/>
                <a:gd name="connsiteX81" fmla="*/ 409503 w 5187198"/>
                <a:gd name="connsiteY81" fmla="*/ 5083942 h 6239661"/>
                <a:gd name="connsiteX82" fmla="*/ 461889 w 5187198"/>
                <a:gd name="connsiteY82" fmla="*/ 5119888 h 6239661"/>
                <a:gd name="connsiteX83" fmla="*/ 474883 w 5187198"/>
                <a:gd name="connsiteY83" fmla="*/ 5128933 h 6239661"/>
                <a:gd name="connsiteX84" fmla="*/ 486410 w 5187198"/>
                <a:gd name="connsiteY84" fmla="*/ 5139557 h 6239661"/>
                <a:gd name="connsiteX85" fmla="*/ 510852 w 5187198"/>
                <a:gd name="connsiteY85" fmla="*/ 5159089 h 6239661"/>
                <a:gd name="connsiteX86" fmla="*/ 560653 w 5187198"/>
                <a:gd name="connsiteY86" fmla="*/ 5196893 h 6239661"/>
                <a:gd name="connsiteX87" fmla="*/ 585485 w 5187198"/>
                <a:gd name="connsiteY87" fmla="*/ 5215834 h 6239661"/>
                <a:gd name="connsiteX88" fmla="*/ 610707 w 5187198"/>
                <a:gd name="connsiteY88" fmla="*/ 5234185 h 6239661"/>
                <a:gd name="connsiteX89" fmla="*/ 714768 w 5187198"/>
                <a:gd name="connsiteY89" fmla="*/ 5303103 h 6239661"/>
                <a:gd name="connsiteX90" fmla="*/ 1166634 w 5187198"/>
                <a:gd name="connsiteY90" fmla="*/ 5513322 h 6239661"/>
                <a:gd name="connsiteX91" fmla="*/ 1225991 w 5187198"/>
                <a:gd name="connsiteY91" fmla="*/ 5533632 h 6239661"/>
                <a:gd name="connsiteX92" fmla="*/ 1286680 w 5187198"/>
                <a:gd name="connsiteY92" fmla="*/ 5550705 h 6239661"/>
                <a:gd name="connsiteX93" fmla="*/ 1347310 w 5187198"/>
                <a:gd name="connsiteY93" fmla="*/ 5567995 h 6239661"/>
                <a:gd name="connsiteX94" fmla="*/ 1377002 w 5187198"/>
                <a:gd name="connsiteY94" fmla="*/ 5575719 h 6239661"/>
                <a:gd name="connsiteX95" fmla="*/ 1406328 w 5187198"/>
                <a:gd name="connsiteY95" fmla="*/ 5582649 h 6239661"/>
                <a:gd name="connsiteX96" fmla="*/ 1465060 w 5187198"/>
                <a:gd name="connsiteY96" fmla="*/ 5594909 h 6239661"/>
                <a:gd name="connsiteX97" fmla="*/ 1523881 w 5187198"/>
                <a:gd name="connsiteY97" fmla="*/ 5605105 h 6239661"/>
                <a:gd name="connsiteX98" fmla="*/ 1553325 w 5187198"/>
                <a:gd name="connsiteY98" fmla="*/ 5609865 h 6239661"/>
                <a:gd name="connsiteX99" fmla="*/ 1582813 w 5187198"/>
                <a:gd name="connsiteY99" fmla="*/ 5613593 h 6239661"/>
                <a:gd name="connsiteX100" fmla="*/ 1612301 w 5187198"/>
                <a:gd name="connsiteY100" fmla="*/ 5617321 h 6239661"/>
                <a:gd name="connsiteX101" fmla="*/ 1641863 w 5187198"/>
                <a:gd name="connsiteY101" fmla="*/ 5619910 h 6239661"/>
                <a:gd name="connsiteX102" fmla="*/ 2117508 w 5187198"/>
                <a:gd name="connsiteY102" fmla="*/ 5595156 h 6239661"/>
                <a:gd name="connsiteX103" fmla="*/ 2597368 w 5187198"/>
                <a:gd name="connsiteY103" fmla="*/ 5447381 h 6239661"/>
                <a:gd name="connsiteX104" fmla="*/ 3082968 w 5187198"/>
                <a:gd name="connsiteY104" fmla="*/ 5223245 h 6239661"/>
                <a:gd name="connsiteX105" fmla="*/ 3334855 w 5187198"/>
                <a:gd name="connsiteY105" fmla="*/ 5097383 h 6239661"/>
                <a:gd name="connsiteX106" fmla="*/ 3599509 w 5187198"/>
                <a:gd name="connsiteY106" fmla="*/ 4976217 h 6239661"/>
                <a:gd name="connsiteX107" fmla="*/ 4112002 w 5187198"/>
                <a:gd name="connsiteY107" fmla="*/ 4766359 h 6239661"/>
                <a:gd name="connsiteX108" fmla="*/ 4348983 w 5187198"/>
                <a:gd name="connsiteY108" fmla="*/ 4649833 h 6239661"/>
                <a:gd name="connsiteX109" fmla="*/ 4560505 w 5187198"/>
                <a:gd name="connsiteY109" fmla="*/ 4501564 h 6239661"/>
                <a:gd name="connsiteX110" fmla="*/ 4731963 w 5187198"/>
                <a:gd name="connsiteY110" fmla="*/ 4309870 h 6239661"/>
                <a:gd name="connsiteX111" fmla="*/ 4852344 w 5187198"/>
                <a:gd name="connsiteY111" fmla="*/ 4078640 h 6239661"/>
                <a:gd name="connsiteX112" fmla="*/ 4863972 w 5187198"/>
                <a:gd name="connsiteY112" fmla="*/ 4047790 h 6239661"/>
                <a:gd name="connsiteX113" fmla="*/ 4874144 w 5187198"/>
                <a:gd name="connsiteY113" fmla="*/ 4016320 h 6239661"/>
                <a:gd name="connsiteX114" fmla="*/ 4884127 w 5187198"/>
                <a:gd name="connsiteY114" fmla="*/ 3984682 h 6239661"/>
                <a:gd name="connsiteX115" fmla="*/ 4892800 w 5187198"/>
                <a:gd name="connsiteY115" fmla="*/ 3951883 h 6239661"/>
                <a:gd name="connsiteX116" fmla="*/ 4909526 w 5187198"/>
                <a:gd name="connsiteY116" fmla="*/ 3886001 h 6239661"/>
                <a:gd name="connsiteX117" fmla="*/ 4917687 w 5187198"/>
                <a:gd name="connsiteY117" fmla="*/ 3852948 h 6239661"/>
                <a:gd name="connsiteX118" fmla="*/ 4921768 w 5187198"/>
                <a:gd name="connsiteY118" fmla="*/ 3836422 h 6239661"/>
                <a:gd name="connsiteX119" fmla="*/ 4924845 w 5187198"/>
                <a:gd name="connsiteY119" fmla="*/ 3819742 h 6239661"/>
                <a:gd name="connsiteX120" fmla="*/ 4948230 w 5187198"/>
                <a:gd name="connsiteY120" fmla="*/ 3685744 h 6239661"/>
                <a:gd name="connsiteX121" fmla="*/ 4962782 w 5187198"/>
                <a:gd name="connsiteY121" fmla="*/ 3550540 h 6239661"/>
                <a:gd name="connsiteX122" fmla="*/ 4939468 w 5187198"/>
                <a:gd name="connsiteY122" fmla="*/ 3010249 h 6239661"/>
                <a:gd name="connsiteX123" fmla="*/ 4816901 w 5187198"/>
                <a:gd name="connsiteY123" fmla="*/ 2488224 h 6239661"/>
                <a:gd name="connsiteX124" fmla="*/ 4797005 w 5187198"/>
                <a:gd name="connsiteY124" fmla="*/ 2424470 h 6239661"/>
                <a:gd name="connsiteX125" fmla="*/ 4774433 w 5187198"/>
                <a:gd name="connsiteY125" fmla="*/ 2361620 h 6239661"/>
                <a:gd name="connsiteX126" fmla="*/ 4752459 w 5187198"/>
                <a:gd name="connsiteY126" fmla="*/ 2298700 h 6239661"/>
                <a:gd name="connsiteX127" fmla="*/ 4728083 w 5187198"/>
                <a:gd name="connsiteY127" fmla="*/ 2236526 h 6239661"/>
                <a:gd name="connsiteX128" fmla="*/ 4704471 w 5187198"/>
                <a:gd name="connsiteY128" fmla="*/ 2174095 h 6239661"/>
                <a:gd name="connsiteX129" fmla="*/ 4678399 w 5187198"/>
                <a:gd name="connsiteY129" fmla="*/ 2112626 h 6239661"/>
                <a:gd name="connsiteX130" fmla="*/ 4652601 w 5187198"/>
                <a:gd name="connsiteY130" fmla="*/ 2050999 h 6239661"/>
                <a:gd name="connsiteX131" fmla="*/ 4624205 w 5187198"/>
                <a:gd name="connsiteY131" fmla="*/ 1990415 h 6239661"/>
                <a:gd name="connsiteX132" fmla="*/ 4595398 w 5187198"/>
                <a:gd name="connsiteY132" fmla="*/ 1930069 h 6239661"/>
                <a:gd name="connsiteX133" fmla="*/ 4563827 w 5187198"/>
                <a:gd name="connsiteY133" fmla="*/ 1870952 h 6239661"/>
                <a:gd name="connsiteX134" fmla="*/ 4531433 w 5187198"/>
                <a:gd name="connsiteY134" fmla="*/ 1812311 h 6239661"/>
                <a:gd name="connsiteX135" fmla="*/ 4523315 w 5187198"/>
                <a:gd name="connsiteY135" fmla="*/ 1797616 h 6239661"/>
                <a:gd name="connsiteX136" fmla="*/ 4514482 w 5187198"/>
                <a:gd name="connsiteY136" fmla="*/ 1783425 h 6239661"/>
                <a:gd name="connsiteX137" fmla="*/ 4496845 w 5187198"/>
                <a:gd name="connsiteY137" fmla="*/ 1754936 h 6239661"/>
                <a:gd name="connsiteX138" fmla="*/ 4461463 w 5187198"/>
                <a:gd name="connsiteY138" fmla="*/ 1697929 h 6239661"/>
                <a:gd name="connsiteX139" fmla="*/ 4452660 w 5187198"/>
                <a:gd name="connsiteY139" fmla="*/ 1683629 h 6239661"/>
                <a:gd name="connsiteX140" fmla="*/ 4443141 w 5187198"/>
                <a:gd name="connsiteY140" fmla="*/ 1669834 h 6239661"/>
                <a:gd name="connsiteX141" fmla="*/ 4424241 w 5187198"/>
                <a:gd name="connsiteY141" fmla="*/ 1642166 h 6239661"/>
                <a:gd name="connsiteX142" fmla="*/ 4346886 w 5187198"/>
                <a:gd name="connsiteY142" fmla="*/ 1532412 h 6239661"/>
                <a:gd name="connsiteX143" fmla="*/ 3985497 w 5187198"/>
                <a:gd name="connsiteY143" fmla="*/ 1134649 h 6239661"/>
                <a:gd name="connsiteX144" fmla="*/ 3545665 w 5187198"/>
                <a:gd name="connsiteY144" fmla="*/ 825877 h 6239661"/>
                <a:gd name="connsiteX145" fmla="*/ 3486190 w 5187198"/>
                <a:gd name="connsiteY145" fmla="*/ 794756 h 6239661"/>
                <a:gd name="connsiteX146" fmla="*/ 3426182 w 5187198"/>
                <a:gd name="connsiteY146" fmla="*/ 764765 h 6239661"/>
                <a:gd name="connsiteX147" fmla="*/ 3365044 w 5187198"/>
                <a:gd name="connsiteY147" fmla="*/ 737255 h 6239661"/>
                <a:gd name="connsiteX148" fmla="*/ 3334529 w 5187198"/>
                <a:gd name="connsiteY148" fmla="*/ 723514 h 6239661"/>
                <a:gd name="connsiteX149" fmla="*/ 3303733 w 5187198"/>
                <a:gd name="connsiteY149" fmla="*/ 710395 h 6239661"/>
                <a:gd name="connsiteX150" fmla="*/ 3179033 w 5187198"/>
                <a:gd name="connsiteY150" fmla="*/ 662259 h 6239661"/>
                <a:gd name="connsiteX151" fmla="*/ 3052408 w 5187198"/>
                <a:gd name="connsiteY151" fmla="*/ 620447 h 6239661"/>
                <a:gd name="connsiteX152" fmla="*/ 2924325 w 5187198"/>
                <a:gd name="connsiteY152" fmla="*/ 584505 h 6239661"/>
                <a:gd name="connsiteX153" fmla="*/ 2859667 w 5187198"/>
                <a:gd name="connsiteY153" fmla="*/ 569266 h 6239661"/>
                <a:gd name="connsiteX154" fmla="*/ 2795226 w 5187198"/>
                <a:gd name="connsiteY154" fmla="*/ 554085 h 6239661"/>
                <a:gd name="connsiteX155" fmla="*/ 2729702 w 5187198"/>
                <a:gd name="connsiteY155" fmla="*/ 540354 h 6239661"/>
                <a:gd name="connsiteX156" fmla="*/ 2663758 w 5187198"/>
                <a:gd name="connsiteY156" fmla="*/ 527322 h 6239661"/>
                <a:gd name="connsiteX157" fmla="*/ 2630927 w 5187198"/>
                <a:gd name="connsiteY157" fmla="*/ 520495 h 6239661"/>
                <a:gd name="connsiteX158" fmla="*/ 2597965 w 5187198"/>
                <a:gd name="connsiteY158" fmla="*/ 515024 h 6239661"/>
                <a:gd name="connsiteX159" fmla="*/ 2532205 w 5187198"/>
                <a:gd name="connsiteY159" fmla="*/ 503895 h 6239661"/>
                <a:gd name="connsiteX160" fmla="*/ 2010064 w 5187198"/>
                <a:gd name="connsiteY160" fmla="*/ 452552 h 6239661"/>
                <a:gd name="connsiteX161" fmla="*/ 1494552 w 5187198"/>
                <a:gd name="connsiteY161" fmla="*/ 485055 h 6239661"/>
                <a:gd name="connsiteX162" fmla="*/ 1366896 w 5187198"/>
                <a:gd name="connsiteY162" fmla="*/ 509389 h 6239661"/>
                <a:gd name="connsiteX163" fmla="*/ 1240175 w 5187198"/>
                <a:gd name="connsiteY163" fmla="*/ 541045 h 6239661"/>
                <a:gd name="connsiteX164" fmla="*/ 1177438 w 5187198"/>
                <a:gd name="connsiteY164" fmla="*/ 560170 h 6239661"/>
                <a:gd name="connsiteX165" fmla="*/ 1145987 w 5187198"/>
                <a:gd name="connsiteY165" fmla="*/ 569826 h 6239661"/>
                <a:gd name="connsiteX166" fmla="*/ 1130315 w 5187198"/>
                <a:gd name="connsiteY166" fmla="*/ 574669 h 6239661"/>
                <a:gd name="connsiteX167" fmla="*/ 1114873 w 5187198"/>
                <a:gd name="connsiteY167" fmla="*/ 580384 h 6239661"/>
                <a:gd name="connsiteX168" fmla="*/ 1052839 w 5187198"/>
                <a:gd name="connsiteY168" fmla="*/ 602943 h 6239661"/>
                <a:gd name="connsiteX169" fmla="*/ 991135 w 5187198"/>
                <a:gd name="connsiteY169" fmla="*/ 626866 h 6239661"/>
                <a:gd name="connsiteX170" fmla="*/ 930179 w 5187198"/>
                <a:gd name="connsiteY170" fmla="*/ 653191 h 6239661"/>
                <a:gd name="connsiteX171" fmla="*/ 869768 w 5187198"/>
                <a:gd name="connsiteY171" fmla="*/ 680937 h 6239661"/>
                <a:gd name="connsiteX172" fmla="*/ 810085 w 5187198"/>
                <a:gd name="connsiteY172" fmla="*/ 710734 h 6239661"/>
                <a:gd name="connsiteX173" fmla="*/ 751220 w 5187198"/>
                <a:gd name="connsiteY173" fmla="*/ 741794 h 6239661"/>
                <a:gd name="connsiteX174" fmla="*/ 532669 w 5187198"/>
                <a:gd name="connsiteY174" fmla="*/ 881688 h 6239661"/>
                <a:gd name="connsiteX175" fmla="*/ 354185 w 5187198"/>
                <a:gd name="connsiteY175" fmla="*/ 1050286 h 6239661"/>
                <a:gd name="connsiteX176" fmla="*/ 315980 w 5187198"/>
                <a:gd name="connsiteY176" fmla="*/ 1098125 h 6239661"/>
                <a:gd name="connsiteX177" fmla="*/ 280345 w 5187198"/>
                <a:gd name="connsiteY177" fmla="*/ 1149782 h 6239661"/>
                <a:gd name="connsiteX178" fmla="*/ 245890 w 5187198"/>
                <a:gd name="connsiteY178" fmla="*/ 1203959 h 6239661"/>
                <a:gd name="connsiteX179" fmla="*/ 212162 w 5187198"/>
                <a:gd name="connsiteY179" fmla="*/ 1260184 h 6239661"/>
                <a:gd name="connsiteX180" fmla="*/ 80716 w 5187198"/>
                <a:gd name="connsiteY180" fmla="*/ 1502476 h 6239661"/>
                <a:gd name="connsiteX181" fmla="*/ 0 w 5187198"/>
                <a:gd name="connsiteY181" fmla="*/ 1648841 h 6239661"/>
                <a:gd name="connsiteX182" fmla="*/ 0 w 5187198"/>
                <a:gd name="connsiteY182" fmla="*/ 954863 h 6239661"/>
                <a:gd name="connsiteX183" fmla="*/ 43491 w 5187198"/>
                <a:gd name="connsiteY183" fmla="*/ 895513 h 6239661"/>
                <a:gd name="connsiteX184" fmla="*/ 93923 w 5187198"/>
                <a:gd name="connsiteY184" fmla="*/ 834489 h 6239661"/>
                <a:gd name="connsiteX185" fmla="*/ 323465 w 5187198"/>
                <a:gd name="connsiteY185" fmla="*/ 617671 h 6239661"/>
                <a:gd name="connsiteX186" fmla="*/ 574777 w 5187198"/>
                <a:gd name="connsiteY186" fmla="*/ 446794 h 6239661"/>
                <a:gd name="connsiteX187" fmla="*/ 638943 w 5187198"/>
                <a:gd name="connsiteY187" fmla="*/ 408925 h 6239661"/>
                <a:gd name="connsiteX188" fmla="*/ 703505 w 5187198"/>
                <a:gd name="connsiteY188" fmla="*/ 371742 h 6239661"/>
                <a:gd name="connsiteX189" fmla="*/ 769262 w 5187198"/>
                <a:gd name="connsiteY189" fmla="*/ 336154 h 6239661"/>
                <a:gd name="connsiteX190" fmla="*/ 835552 w 5187198"/>
                <a:gd name="connsiteY190" fmla="*/ 301173 h 6239661"/>
                <a:gd name="connsiteX191" fmla="*/ 902979 w 5187198"/>
                <a:gd name="connsiteY191" fmla="*/ 268004 h 6239661"/>
                <a:gd name="connsiteX192" fmla="*/ 971127 w 5187198"/>
                <a:gd name="connsiteY192" fmla="*/ 235607 h 6239661"/>
                <a:gd name="connsiteX193" fmla="*/ 988238 w 5187198"/>
                <a:gd name="connsiteY193" fmla="*/ 227556 h 6239661"/>
                <a:gd name="connsiteX194" fmla="*/ 1005744 w 5187198"/>
                <a:gd name="connsiteY194" fmla="*/ 220191 h 6239661"/>
                <a:gd name="connsiteX195" fmla="*/ 1040729 w 5187198"/>
                <a:gd name="connsiteY195" fmla="*/ 205569 h 6239661"/>
                <a:gd name="connsiteX196" fmla="*/ 1110835 w 5187198"/>
                <a:gd name="connsiteY196" fmla="*/ 176248 h 6239661"/>
                <a:gd name="connsiteX197" fmla="*/ 1254256 w 5187198"/>
                <a:gd name="connsiteY197" fmla="*/ 123796 h 6239661"/>
                <a:gd name="connsiteX198" fmla="*/ 1401310 w 5187198"/>
                <a:gd name="connsiteY198" fmla="*/ 79852 h 6239661"/>
                <a:gd name="connsiteX199" fmla="*/ 2011811 w 5187198"/>
                <a:gd name="connsiteY199" fmla="*/ 4 h 62396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</a:cxnLst>
              <a:rect l="l" t="t" r="r" b="b"/>
              <a:pathLst>
                <a:path w="5187198" h="6239661">
                  <a:moveTo>
                    <a:pt x="2011811" y="4"/>
                  </a:moveTo>
                  <a:cubicBezTo>
                    <a:pt x="2217306" y="120"/>
                    <a:pt x="2420903" y="25925"/>
                    <a:pt x="2617011" y="70590"/>
                  </a:cubicBezTo>
                  <a:lnTo>
                    <a:pt x="2690321" y="88146"/>
                  </a:lnTo>
                  <a:lnTo>
                    <a:pt x="2726863" y="97127"/>
                  </a:lnTo>
                  <a:lnTo>
                    <a:pt x="2762951" y="107375"/>
                  </a:lnTo>
                  <a:lnTo>
                    <a:pt x="2834843" y="128493"/>
                  </a:lnTo>
                  <a:cubicBezTo>
                    <a:pt x="2858788" y="135605"/>
                    <a:pt x="2882632" y="142226"/>
                    <a:pt x="2906574" y="151076"/>
                  </a:cubicBezTo>
                  <a:cubicBezTo>
                    <a:pt x="2954475" y="167852"/>
                    <a:pt x="3002363" y="183813"/>
                    <a:pt x="3049504" y="202124"/>
                  </a:cubicBezTo>
                  <a:lnTo>
                    <a:pt x="3189518" y="260159"/>
                  </a:lnTo>
                  <a:lnTo>
                    <a:pt x="3326048" y="325143"/>
                  </a:lnTo>
                  <a:cubicBezTo>
                    <a:pt x="3370687" y="348464"/>
                    <a:pt x="3414908" y="372485"/>
                    <a:pt x="3459166" y="395936"/>
                  </a:cubicBezTo>
                  <a:cubicBezTo>
                    <a:pt x="3502947" y="420302"/>
                    <a:pt x="3545491" y="447118"/>
                    <a:pt x="3588578" y="472343"/>
                  </a:cubicBezTo>
                  <a:cubicBezTo>
                    <a:pt x="3610346" y="484551"/>
                    <a:pt x="3630797" y="499072"/>
                    <a:pt x="3651864" y="512600"/>
                  </a:cubicBezTo>
                  <a:lnTo>
                    <a:pt x="3714514" y="553499"/>
                  </a:lnTo>
                  <a:cubicBezTo>
                    <a:pt x="3880005" y="664844"/>
                    <a:pt x="4036083" y="788388"/>
                    <a:pt x="4181221" y="922912"/>
                  </a:cubicBezTo>
                  <a:cubicBezTo>
                    <a:pt x="4326221" y="1057515"/>
                    <a:pt x="4461955" y="1202038"/>
                    <a:pt x="4582963" y="1358264"/>
                  </a:cubicBezTo>
                  <a:cubicBezTo>
                    <a:pt x="4614206" y="1396543"/>
                    <a:pt x="4642091" y="1437400"/>
                    <a:pt x="4670721" y="1477644"/>
                  </a:cubicBezTo>
                  <a:cubicBezTo>
                    <a:pt x="4700172" y="1517414"/>
                    <a:pt x="4725864" y="1559538"/>
                    <a:pt x="4752378" y="1601187"/>
                  </a:cubicBezTo>
                  <a:lnTo>
                    <a:pt x="4772168" y="1632456"/>
                  </a:lnTo>
                  <a:lnTo>
                    <a:pt x="4782117" y="1648104"/>
                  </a:lnTo>
                  <a:lnTo>
                    <a:pt x="4791381" y="1664150"/>
                  </a:lnTo>
                  <a:lnTo>
                    <a:pt x="4828190" y="1728379"/>
                  </a:lnTo>
                  <a:cubicBezTo>
                    <a:pt x="4840266" y="1749930"/>
                    <a:pt x="4853470" y="1770740"/>
                    <a:pt x="4864832" y="1792796"/>
                  </a:cubicBezTo>
                  <a:lnTo>
                    <a:pt x="4899201" y="1858342"/>
                  </a:lnTo>
                  <a:cubicBezTo>
                    <a:pt x="4910484" y="1880260"/>
                    <a:pt x="4922532" y="1901920"/>
                    <a:pt x="4933266" y="1924155"/>
                  </a:cubicBezTo>
                  <a:lnTo>
                    <a:pt x="4964403" y="1991384"/>
                  </a:lnTo>
                  <a:cubicBezTo>
                    <a:pt x="4974618" y="2013829"/>
                    <a:pt x="4985323" y="2036171"/>
                    <a:pt x="4995019" y="2058823"/>
                  </a:cubicBezTo>
                  <a:lnTo>
                    <a:pt x="5021999" y="2127723"/>
                  </a:lnTo>
                  <a:lnTo>
                    <a:pt x="5048321" y="2196908"/>
                  </a:lnTo>
                  <a:lnTo>
                    <a:pt x="5070546" y="2267547"/>
                  </a:lnTo>
                  <a:cubicBezTo>
                    <a:pt x="5078054" y="2291004"/>
                    <a:pt x="5085044" y="2314670"/>
                    <a:pt x="5092171" y="2338256"/>
                  </a:cubicBezTo>
                  <a:cubicBezTo>
                    <a:pt x="5098670" y="2362023"/>
                    <a:pt x="5104296" y="2386019"/>
                    <a:pt x="5110305" y="2409886"/>
                  </a:cubicBezTo>
                  <a:cubicBezTo>
                    <a:pt x="5158097" y="2600976"/>
                    <a:pt x="5182068" y="2797044"/>
                    <a:pt x="5186393" y="2992022"/>
                  </a:cubicBezTo>
                  <a:cubicBezTo>
                    <a:pt x="5191013" y="3187195"/>
                    <a:pt x="5175397" y="3380886"/>
                    <a:pt x="5149045" y="3571816"/>
                  </a:cubicBezTo>
                  <a:cubicBezTo>
                    <a:pt x="5141154" y="3619431"/>
                    <a:pt x="5133539" y="3666889"/>
                    <a:pt x="5126572" y="3714520"/>
                  </a:cubicBezTo>
                  <a:cubicBezTo>
                    <a:pt x="5117276" y="3761759"/>
                    <a:pt x="5107793" y="3808831"/>
                    <a:pt x="5099067" y="3856108"/>
                  </a:cubicBezTo>
                  <a:lnTo>
                    <a:pt x="5095699" y="3873868"/>
                  </a:lnTo>
                  <a:lnTo>
                    <a:pt x="5091573" y="3891426"/>
                  </a:lnTo>
                  <a:lnTo>
                    <a:pt x="5083324" y="3926541"/>
                  </a:lnTo>
                  <a:lnTo>
                    <a:pt x="5067256" y="3996889"/>
                  </a:lnTo>
                  <a:cubicBezTo>
                    <a:pt x="5064451" y="4008657"/>
                    <a:pt x="5062244" y="4020353"/>
                    <a:pt x="5059194" y="4032171"/>
                  </a:cubicBezTo>
                  <a:lnTo>
                    <a:pt x="5049522" y="4067833"/>
                  </a:lnTo>
                  <a:lnTo>
                    <a:pt x="5040067" y="4103553"/>
                  </a:lnTo>
                  <a:cubicBezTo>
                    <a:pt x="5036554" y="4115363"/>
                    <a:pt x="5032689" y="4127194"/>
                    <a:pt x="5028960" y="4138946"/>
                  </a:cubicBezTo>
                  <a:cubicBezTo>
                    <a:pt x="4999693" y="4233462"/>
                    <a:pt x="4962869" y="4326764"/>
                    <a:pt x="4917351" y="4417041"/>
                  </a:cubicBezTo>
                  <a:cubicBezTo>
                    <a:pt x="4871860" y="4507209"/>
                    <a:pt x="4817597" y="4594215"/>
                    <a:pt x="4756163" y="4676402"/>
                  </a:cubicBezTo>
                  <a:cubicBezTo>
                    <a:pt x="4632803" y="4840875"/>
                    <a:pt x="4480597" y="4982783"/>
                    <a:pt x="4322493" y="5105604"/>
                  </a:cubicBezTo>
                  <a:cubicBezTo>
                    <a:pt x="4163928" y="5228420"/>
                    <a:pt x="3999564" y="5332640"/>
                    <a:pt x="3840510" y="5429590"/>
                  </a:cubicBezTo>
                  <a:cubicBezTo>
                    <a:pt x="3760954" y="5478172"/>
                    <a:pt x="3682353" y="5524924"/>
                    <a:pt x="3606447" y="5572862"/>
                  </a:cubicBezTo>
                  <a:lnTo>
                    <a:pt x="3488814" y="5647178"/>
                  </a:lnTo>
                  <a:cubicBezTo>
                    <a:pt x="3448270" y="5672597"/>
                    <a:pt x="3407323" y="5697792"/>
                    <a:pt x="3365864" y="5722735"/>
                  </a:cubicBezTo>
                  <a:cubicBezTo>
                    <a:pt x="3200163" y="5822424"/>
                    <a:pt x="3026125" y="5917328"/>
                    <a:pt x="2839486" y="5999120"/>
                  </a:cubicBezTo>
                  <a:cubicBezTo>
                    <a:pt x="2653201" y="6080891"/>
                    <a:pt x="2453560" y="6149344"/>
                    <a:pt x="2242423" y="6192346"/>
                  </a:cubicBezTo>
                  <a:cubicBezTo>
                    <a:pt x="2031719" y="6235463"/>
                    <a:pt x="1808952" y="6251353"/>
                    <a:pt x="1589380" y="6230657"/>
                  </a:cubicBezTo>
                  <a:lnTo>
                    <a:pt x="1548244" y="6226706"/>
                  </a:lnTo>
                  <a:cubicBezTo>
                    <a:pt x="1534528" y="6225117"/>
                    <a:pt x="1520898" y="6223203"/>
                    <a:pt x="1507348" y="6221428"/>
                  </a:cubicBezTo>
                  <a:lnTo>
                    <a:pt x="1466401" y="6215904"/>
                  </a:lnTo>
                  <a:cubicBezTo>
                    <a:pt x="1452772" y="6213991"/>
                    <a:pt x="1439316" y="6211428"/>
                    <a:pt x="1425773" y="6209191"/>
                  </a:cubicBezTo>
                  <a:cubicBezTo>
                    <a:pt x="1398775" y="6204391"/>
                    <a:pt x="1371610" y="6199779"/>
                    <a:pt x="1344960" y="6193681"/>
                  </a:cubicBezTo>
                  <a:cubicBezTo>
                    <a:pt x="1318251" y="6187799"/>
                    <a:pt x="1291260" y="6182538"/>
                    <a:pt x="1265007" y="6175388"/>
                  </a:cubicBezTo>
                  <a:lnTo>
                    <a:pt x="1225415" y="6165243"/>
                  </a:lnTo>
                  <a:cubicBezTo>
                    <a:pt x="1212163" y="6161924"/>
                    <a:pt x="1198939" y="6158496"/>
                    <a:pt x="1186567" y="6154486"/>
                  </a:cubicBezTo>
                  <a:lnTo>
                    <a:pt x="1111158" y="6130918"/>
                  </a:lnTo>
                  <a:lnTo>
                    <a:pt x="1035915" y="6107163"/>
                  </a:lnTo>
                  <a:cubicBezTo>
                    <a:pt x="1010846" y="6099055"/>
                    <a:pt x="986357" y="6088784"/>
                    <a:pt x="961579" y="6079594"/>
                  </a:cubicBezTo>
                  <a:cubicBezTo>
                    <a:pt x="763709" y="6005594"/>
                    <a:pt x="572401" y="5909703"/>
                    <a:pt x="395297" y="5792812"/>
                  </a:cubicBezTo>
                  <a:lnTo>
                    <a:pt x="265239" y="5701511"/>
                  </a:lnTo>
                  <a:cubicBezTo>
                    <a:pt x="254227" y="5694155"/>
                    <a:pt x="244103" y="5685646"/>
                    <a:pt x="233756" y="5677542"/>
                  </a:cubicBezTo>
                  <a:lnTo>
                    <a:pt x="202800" y="5652902"/>
                  </a:lnTo>
                  <a:lnTo>
                    <a:pt x="140918" y="5603515"/>
                  </a:lnTo>
                  <a:cubicBezTo>
                    <a:pt x="130598" y="5595302"/>
                    <a:pt x="120280" y="5587089"/>
                    <a:pt x="110625" y="5578127"/>
                  </a:cubicBezTo>
                  <a:cubicBezTo>
                    <a:pt x="105647" y="5573779"/>
                    <a:pt x="100444" y="5569834"/>
                    <a:pt x="95631" y="5565299"/>
                  </a:cubicBezTo>
                  <a:cubicBezTo>
                    <a:pt x="90955" y="5560684"/>
                    <a:pt x="86505" y="5555666"/>
                    <a:pt x="81966" y="5550973"/>
                  </a:cubicBezTo>
                  <a:lnTo>
                    <a:pt x="27991" y="5493272"/>
                  </a:lnTo>
                  <a:cubicBezTo>
                    <a:pt x="19109" y="5483589"/>
                    <a:pt x="9758" y="5474359"/>
                    <a:pt x="1454" y="5464252"/>
                  </a:cubicBezTo>
                  <a:lnTo>
                    <a:pt x="0" y="5462518"/>
                  </a:lnTo>
                  <a:lnTo>
                    <a:pt x="0" y="4720187"/>
                  </a:lnTo>
                  <a:lnTo>
                    <a:pt x="109684" y="4836724"/>
                  </a:lnTo>
                  <a:cubicBezTo>
                    <a:pt x="173316" y="4897375"/>
                    <a:pt x="239447" y="4954160"/>
                    <a:pt x="306959" y="5007200"/>
                  </a:cubicBezTo>
                  <a:lnTo>
                    <a:pt x="358101" y="5046057"/>
                  </a:lnTo>
                  <a:lnTo>
                    <a:pt x="383328" y="5065684"/>
                  </a:lnTo>
                  <a:cubicBezTo>
                    <a:pt x="391637" y="5072316"/>
                    <a:pt x="400805" y="5077902"/>
                    <a:pt x="409503" y="5083942"/>
                  </a:cubicBezTo>
                  <a:lnTo>
                    <a:pt x="461889" y="5119888"/>
                  </a:lnTo>
                  <a:cubicBezTo>
                    <a:pt x="466184" y="5122893"/>
                    <a:pt x="470616" y="5125820"/>
                    <a:pt x="474883" y="5128933"/>
                  </a:cubicBezTo>
                  <a:cubicBezTo>
                    <a:pt x="478982" y="5132235"/>
                    <a:pt x="482476" y="5136069"/>
                    <a:pt x="486410" y="5139557"/>
                  </a:cubicBezTo>
                  <a:cubicBezTo>
                    <a:pt x="494140" y="5146613"/>
                    <a:pt x="502565" y="5152812"/>
                    <a:pt x="510852" y="5159089"/>
                  </a:cubicBezTo>
                  <a:lnTo>
                    <a:pt x="560653" y="5196893"/>
                  </a:lnTo>
                  <a:lnTo>
                    <a:pt x="585485" y="5215834"/>
                  </a:lnTo>
                  <a:cubicBezTo>
                    <a:pt x="593773" y="5222111"/>
                    <a:pt x="601864" y="5228685"/>
                    <a:pt x="610707" y="5234185"/>
                  </a:cubicBezTo>
                  <a:lnTo>
                    <a:pt x="714768" y="5303103"/>
                  </a:lnTo>
                  <a:cubicBezTo>
                    <a:pt x="856162" y="5390603"/>
                    <a:pt x="1008099" y="5459947"/>
                    <a:pt x="1166634" y="5513322"/>
                  </a:cubicBezTo>
                  <a:cubicBezTo>
                    <a:pt x="1186540" y="5519932"/>
                    <a:pt x="1205774" y="5527751"/>
                    <a:pt x="1225991" y="5533632"/>
                  </a:cubicBezTo>
                  <a:lnTo>
                    <a:pt x="1286680" y="5550705"/>
                  </a:lnTo>
                  <a:lnTo>
                    <a:pt x="1347310" y="5567995"/>
                  </a:lnTo>
                  <a:cubicBezTo>
                    <a:pt x="1357469" y="5571180"/>
                    <a:pt x="1367261" y="5573572"/>
                    <a:pt x="1377002" y="5575719"/>
                  </a:cubicBezTo>
                  <a:lnTo>
                    <a:pt x="1406328" y="5582649"/>
                  </a:lnTo>
                  <a:cubicBezTo>
                    <a:pt x="1425825" y="5587757"/>
                    <a:pt x="1445490" y="5590939"/>
                    <a:pt x="1465060" y="5594909"/>
                  </a:cubicBezTo>
                  <a:cubicBezTo>
                    <a:pt x="1484652" y="5599231"/>
                    <a:pt x="1504324" y="5601952"/>
                    <a:pt x="1523881" y="5605105"/>
                  </a:cubicBezTo>
                  <a:cubicBezTo>
                    <a:pt x="1533660" y="5606682"/>
                    <a:pt x="1543460" y="5608613"/>
                    <a:pt x="1553325" y="5609865"/>
                  </a:cubicBezTo>
                  <a:lnTo>
                    <a:pt x="1582813" y="5613593"/>
                  </a:lnTo>
                  <a:lnTo>
                    <a:pt x="1612301" y="5617321"/>
                  </a:lnTo>
                  <a:lnTo>
                    <a:pt x="1641863" y="5619910"/>
                  </a:lnTo>
                  <a:cubicBezTo>
                    <a:pt x="1799348" y="5633940"/>
                    <a:pt x="1957913" y="5625770"/>
                    <a:pt x="2117508" y="5595156"/>
                  </a:cubicBezTo>
                  <a:cubicBezTo>
                    <a:pt x="2277124" y="5564895"/>
                    <a:pt x="2437004" y="5512449"/>
                    <a:pt x="2597368" y="5447381"/>
                  </a:cubicBezTo>
                  <a:cubicBezTo>
                    <a:pt x="2757791" y="5382096"/>
                    <a:pt x="2918855" y="5304464"/>
                    <a:pt x="3082968" y="5223245"/>
                  </a:cubicBezTo>
                  <a:lnTo>
                    <a:pt x="3334855" y="5097383"/>
                  </a:lnTo>
                  <a:cubicBezTo>
                    <a:pt x="3423528" y="5054142"/>
                    <a:pt x="3511773" y="5013798"/>
                    <a:pt x="3599509" y="4976217"/>
                  </a:cubicBezTo>
                  <a:cubicBezTo>
                    <a:pt x="3774960" y="4900701"/>
                    <a:pt x="3948276" y="4837481"/>
                    <a:pt x="4112002" y="4766359"/>
                  </a:cubicBezTo>
                  <a:cubicBezTo>
                    <a:pt x="4193972" y="4730827"/>
                    <a:pt x="4273429" y="4692997"/>
                    <a:pt x="4348983" y="4649833"/>
                  </a:cubicBezTo>
                  <a:cubicBezTo>
                    <a:pt x="4424508" y="4606778"/>
                    <a:pt x="4496050" y="4558250"/>
                    <a:pt x="4560505" y="4501564"/>
                  </a:cubicBezTo>
                  <a:cubicBezTo>
                    <a:pt x="4625198" y="4445289"/>
                    <a:pt x="4682991" y="4381021"/>
                    <a:pt x="4731963" y="4309870"/>
                  </a:cubicBezTo>
                  <a:cubicBezTo>
                    <a:pt x="4781043" y="4238747"/>
                    <a:pt x="4821275" y="4160848"/>
                    <a:pt x="4852344" y="4078640"/>
                  </a:cubicBezTo>
                  <a:lnTo>
                    <a:pt x="4863972" y="4047790"/>
                  </a:lnTo>
                  <a:lnTo>
                    <a:pt x="4874144" y="4016320"/>
                  </a:lnTo>
                  <a:lnTo>
                    <a:pt x="4884127" y="3984682"/>
                  </a:lnTo>
                  <a:cubicBezTo>
                    <a:pt x="4887242" y="3973925"/>
                    <a:pt x="4889981" y="3962835"/>
                    <a:pt x="4892800" y="3951883"/>
                  </a:cubicBezTo>
                  <a:lnTo>
                    <a:pt x="4909526" y="3886001"/>
                  </a:lnTo>
                  <a:lnTo>
                    <a:pt x="4917687" y="3852948"/>
                  </a:lnTo>
                  <a:lnTo>
                    <a:pt x="4921768" y="3836422"/>
                  </a:lnTo>
                  <a:lnTo>
                    <a:pt x="4924845" y="3819742"/>
                  </a:lnTo>
                  <a:cubicBezTo>
                    <a:pt x="4933092" y="3775120"/>
                    <a:pt x="4941231" y="3730469"/>
                    <a:pt x="4948230" y="3685744"/>
                  </a:cubicBezTo>
                  <a:cubicBezTo>
                    <a:pt x="4953579" y="3640694"/>
                    <a:pt x="4958249" y="3595577"/>
                    <a:pt x="4962782" y="3550540"/>
                  </a:cubicBezTo>
                  <a:cubicBezTo>
                    <a:pt x="4976580" y="3369692"/>
                    <a:pt x="4965812" y="3187942"/>
                    <a:pt x="4939468" y="3010249"/>
                  </a:cubicBezTo>
                  <a:cubicBezTo>
                    <a:pt x="4912965" y="2832281"/>
                    <a:pt x="4870237" y="2658196"/>
                    <a:pt x="4816901" y="2488224"/>
                  </a:cubicBezTo>
                  <a:cubicBezTo>
                    <a:pt x="4810197" y="2466954"/>
                    <a:pt x="4803984" y="2445582"/>
                    <a:pt x="4797005" y="2424470"/>
                  </a:cubicBezTo>
                  <a:cubicBezTo>
                    <a:pt x="4789399" y="2403537"/>
                    <a:pt x="4781686" y="2382574"/>
                    <a:pt x="4774433" y="2361620"/>
                  </a:cubicBezTo>
                  <a:lnTo>
                    <a:pt x="4752459" y="2298700"/>
                  </a:lnTo>
                  <a:lnTo>
                    <a:pt x="4728083" y="2236526"/>
                  </a:lnTo>
                  <a:cubicBezTo>
                    <a:pt x="4719957" y="2215802"/>
                    <a:pt x="4712352" y="2194869"/>
                    <a:pt x="4704471" y="2174095"/>
                  </a:cubicBezTo>
                  <a:lnTo>
                    <a:pt x="4678399" y="2112626"/>
                  </a:lnTo>
                  <a:lnTo>
                    <a:pt x="4652601" y="2050999"/>
                  </a:lnTo>
                  <a:cubicBezTo>
                    <a:pt x="4643711" y="2030533"/>
                    <a:pt x="4633616" y="2010672"/>
                    <a:pt x="4624205" y="1990415"/>
                  </a:cubicBezTo>
                  <a:lnTo>
                    <a:pt x="4595398" y="1930069"/>
                  </a:lnTo>
                  <a:cubicBezTo>
                    <a:pt x="4585714" y="1909969"/>
                    <a:pt x="4574413" y="1890713"/>
                    <a:pt x="4563827" y="1870952"/>
                  </a:cubicBezTo>
                  <a:lnTo>
                    <a:pt x="4531433" y="1812311"/>
                  </a:lnTo>
                  <a:lnTo>
                    <a:pt x="4523315" y="1797616"/>
                  </a:lnTo>
                  <a:lnTo>
                    <a:pt x="4514482" y="1783425"/>
                  </a:lnTo>
                  <a:lnTo>
                    <a:pt x="4496845" y="1754936"/>
                  </a:lnTo>
                  <a:lnTo>
                    <a:pt x="4461463" y="1697929"/>
                  </a:lnTo>
                  <a:lnTo>
                    <a:pt x="4452660" y="1683629"/>
                  </a:lnTo>
                  <a:lnTo>
                    <a:pt x="4443141" y="1669834"/>
                  </a:lnTo>
                  <a:lnTo>
                    <a:pt x="4424241" y="1642166"/>
                  </a:lnTo>
                  <a:cubicBezTo>
                    <a:pt x="4399005" y="1605265"/>
                    <a:pt x="4374512" y="1567751"/>
                    <a:pt x="4346886" y="1532412"/>
                  </a:cubicBezTo>
                  <a:cubicBezTo>
                    <a:pt x="4240477" y="1388328"/>
                    <a:pt x="4120362" y="1253437"/>
                    <a:pt x="3985497" y="1134649"/>
                  </a:cubicBezTo>
                  <a:cubicBezTo>
                    <a:pt x="3850799" y="1015675"/>
                    <a:pt x="3702920" y="911715"/>
                    <a:pt x="3545665" y="825877"/>
                  </a:cubicBezTo>
                  <a:lnTo>
                    <a:pt x="3486190" y="794756"/>
                  </a:lnTo>
                  <a:cubicBezTo>
                    <a:pt x="3466181" y="784640"/>
                    <a:pt x="3446893" y="773560"/>
                    <a:pt x="3426182" y="764765"/>
                  </a:cubicBezTo>
                  <a:lnTo>
                    <a:pt x="3365044" y="737255"/>
                  </a:lnTo>
                  <a:lnTo>
                    <a:pt x="3334529" y="723514"/>
                  </a:lnTo>
                  <a:cubicBezTo>
                    <a:pt x="3324394" y="718943"/>
                    <a:pt x="3314287" y="714265"/>
                    <a:pt x="3303733" y="710395"/>
                  </a:cubicBezTo>
                  <a:cubicBezTo>
                    <a:pt x="3262013" y="694346"/>
                    <a:pt x="3220711" y="677599"/>
                    <a:pt x="3179033" y="662259"/>
                  </a:cubicBezTo>
                  <a:lnTo>
                    <a:pt x="3052408" y="620447"/>
                  </a:lnTo>
                  <a:lnTo>
                    <a:pt x="2924325" y="584505"/>
                  </a:lnTo>
                  <a:cubicBezTo>
                    <a:pt x="2903106" y="578471"/>
                    <a:pt x="2881119" y="574434"/>
                    <a:pt x="2859667" y="569266"/>
                  </a:cubicBezTo>
                  <a:lnTo>
                    <a:pt x="2795226" y="554085"/>
                  </a:lnTo>
                  <a:cubicBezTo>
                    <a:pt x="2774078" y="548652"/>
                    <a:pt x="2751709" y="544744"/>
                    <a:pt x="2729702" y="540354"/>
                  </a:cubicBezTo>
                  <a:lnTo>
                    <a:pt x="2663758" y="527322"/>
                  </a:lnTo>
                  <a:lnTo>
                    <a:pt x="2630927" y="520495"/>
                  </a:lnTo>
                  <a:lnTo>
                    <a:pt x="2597965" y="515024"/>
                  </a:lnTo>
                  <a:cubicBezTo>
                    <a:pt x="2575970" y="511449"/>
                    <a:pt x="2554112" y="507795"/>
                    <a:pt x="2532205" y="503895"/>
                  </a:cubicBezTo>
                  <a:cubicBezTo>
                    <a:pt x="2357016" y="475037"/>
                    <a:pt x="2182954" y="456682"/>
                    <a:pt x="2010064" y="452552"/>
                  </a:cubicBezTo>
                  <a:cubicBezTo>
                    <a:pt x="1837255" y="448558"/>
                    <a:pt x="1665388" y="457916"/>
                    <a:pt x="1494552" y="485055"/>
                  </a:cubicBezTo>
                  <a:cubicBezTo>
                    <a:pt x="1452133" y="492816"/>
                    <a:pt x="1409569" y="501117"/>
                    <a:pt x="1366896" y="509389"/>
                  </a:cubicBezTo>
                  <a:cubicBezTo>
                    <a:pt x="1324862" y="520035"/>
                    <a:pt x="1282333" y="529505"/>
                    <a:pt x="1240175" y="541045"/>
                  </a:cubicBezTo>
                  <a:lnTo>
                    <a:pt x="1177438" y="560170"/>
                  </a:lnTo>
                  <a:lnTo>
                    <a:pt x="1145987" y="569826"/>
                  </a:lnTo>
                  <a:lnTo>
                    <a:pt x="1130315" y="574669"/>
                  </a:lnTo>
                  <a:lnTo>
                    <a:pt x="1114873" y="580384"/>
                  </a:lnTo>
                  <a:lnTo>
                    <a:pt x="1052839" y="602943"/>
                  </a:lnTo>
                  <a:cubicBezTo>
                    <a:pt x="1032151" y="610499"/>
                    <a:pt x="1011255" y="617535"/>
                    <a:pt x="991135" y="626866"/>
                  </a:cubicBezTo>
                  <a:lnTo>
                    <a:pt x="930179" y="653191"/>
                  </a:lnTo>
                  <a:cubicBezTo>
                    <a:pt x="909850" y="662002"/>
                    <a:pt x="889443" y="670676"/>
                    <a:pt x="869768" y="680937"/>
                  </a:cubicBezTo>
                  <a:lnTo>
                    <a:pt x="810085" y="710734"/>
                  </a:lnTo>
                  <a:cubicBezTo>
                    <a:pt x="790331" y="720859"/>
                    <a:pt x="770124" y="730514"/>
                    <a:pt x="751220" y="741794"/>
                  </a:cubicBezTo>
                  <a:cubicBezTo>
                    <a:pt x="673929" y="784955"/>
                    <a:pt x="598827" y="830326"/>
                    <a:pt x="532669" y="881688"/>
                  </a:cubicBezTo>
                  <a:cubicBezTo>
                    <a:pt x="464226" y="931625"/>
                    <a:pt x="406969" y="988270"/>
                    <a:pt x="354185" y="1050286"/>
                  </a:cubicBezTo>
                  <a:lnTo>
                    <a:pt x="315980" y="1098125"/>
                  </a:lnTo>
                  <a:lnTo>
                    <a:pt x="280345" y="1149782"/>
                  </a:lnTo>
                  <a:cubicBezTo>
                    <a:pt x="268144" y="1166335"/>
                    <a:pt x="257438" y="1185955"/>
                    <a:pt x="245890" y="1203959"/>
                  </a:cubicBezTo>
                  <a:cubicBezTo>
                    <a:pt x="234552" y="1222481"/>
                    <a:pt x="223171" y="1240298"/>
                    <a:pt x="212162" y="1260184"/>
                  </a:cubicBezTo>
                  <a:cubicBezTo>
                    <a:pt x="168299" y="1337574"/>
                    <a:pt x="125055" y="1419360"/>
                    <a:pt x="80716" y="1502476"/>
                  </a:cubicBezTo>
                  <a:lnTo>
                    <a:pt x="0" y="1648841"/>
                  </a:lnTo>
                  <a:lnTo>
                    <a:pt x="0" y="954863"/>
                  </a:lnTo>
                  <a:lnTo>
                    <a:pt x="43491" y="895513"/>
                  </a:lnTo>
                  <a:cubicBezTo>
                    <a:pt x="59888" y="874984"/>
                    <a:pt x="77014" y="854766"/>
                    <a:pt x="93923" y="834489"/>
                  </a:cubicBezTo>
                  <a:cubicBezTo>
                    <a:pt x="163245" y="754880"/>
                    <a:pt x="240806" y="679565"/>
                    <a:pt x="323465" y="617671"/>
                  </a:cubicBezTo>
                  <a:cubicBezTo>
                    <a:pt x="405002" y="553042"/>
                    <a:pt x="490132" y="499230"/>
                    <a:pt x="574777" y="446794"/>
                  </a:cubicBezTo>
                  <a:cubicBezTo>
                    <a:pt x="595733" y="433050"/>
                    <a:pt x="617442" y="421248"/>
                    <a:pt x="638943" y="408925"/>
                  </a:cubicBezTo>
                  <a:lnTo>
                    <a:pt x="703505" y="371742"/>
                  </a:lnTo>
                  <a:cubicBezTo>
                    <a:pt x="724798" y="358900"/>
                    <a:pt x="747120" y="347842"/>
                    <a:pt x="769262" y="336154"/>
                  </a:cubicBezTo>
                  <a:lnTo>
                    <a:pt x="835552" y="301173"/>
                  </a:lnTo>
                  <a:cubicBezTo>
                    <a:pt x="857427" y="289183"/>
                    <a:pt x="880470" y="278896"/>
                    <a:pt x="902979" y="268004"/>
                  </a:cubicBezTo>
                  <a:lnTo>
                    <a:pt x="971127" y="235607"/>
                  </a:lnTo>
                  <a:lnTo>
                    <a:pt x="988238" y="227556"/>
                  </a:lnTo>
                  <a:lnTo>
                    <a:pt x="1005744" y="220191"/>
                  </a:lnTo>
                  <a:lnTo>
                    <a:pt x="1040729" y="205569"/>
                  </a:lnTo>
                  <a:lnTo>
                    <a:pt x="1110835" y="176248"/>
                  </a:lnTo>
                  <a:cubicBezTo>
                    <a:pt x="1157999" y="157703"/>
                    <a:pt x="1206322" y="141323"/>
                    <a:pt x="1254256" y="123796"/>
                  </a:cubicBezTo>
                  <a:cubicBezTo>
                    <a:pt x="1302938" y="108671"/>
                    <a:pt x="1352074" y="94017"/>
                    <a:pt x="1401310" y="79852"/>
                  </a:cubicBezTo>
                  <a:cubicBezTo>
                    <a:pt x="1599497" y="26774"/>
                    <a:pt x="1806373" y="-329"/>
                    <a:pt x="2011811" y="4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36BD843F-1BC9-DF7B-13A7-0FD98209877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297400"/>
              <a:ext cx="5215811" cy="6107388"/>
            </a:xfrm>
            <a:custGeom>
              <a:avLst/>
              <a:gdLst>
                <a:gd name="connsiteX0" fmla="*/ 1869139 w 5215811"/>
                <a:gd name="connsiteY0" fmla="*/ 9 h 6107388"/>
                <a:gd name="connsiteX1" fmla="*/ 2791149 w 5215811"/>
                <a:gd name="connsiteY1" fmla="*/ 130229 h 6107388"/>
                <a:gd name="connsiteX2" fmla="*/ 4760307 w 5215811"/>
                <a:gd name="connsiteY2" fmla="*/ 1608408 h 6107388"/>
                <a:gd name="connsiteX3" fmla="*/ 5108574 w 5215811"/>
                <a:gd name="connsiteY3" fmla="*/ 4050383 h 6107388"/>
                <a:gd name="connsiteX4" fmla="*/ 3434916 w 5215811"/>
                <a:gd name="connsiteY4" fmla="*/ 5503134 h 6107388"/>
                <a:gd name="connsiteX5" fmla="*/ 1137841 w 5215811"/>
                <a:gd name="connsiteY5" fmla="*/ 6033968 h 6107388"/>
                <a:gd name="connsiteX6" fmla="*/ 217555 w 5215811"/>
                <a:gd name="connsiteY6" fmla="*/ 5598945 h 6107388"/>
                <a:gd name="connsiteX7" fmla="*/ 0 w 5215811"/>
                <a:gd name="connsiteY7" fmla="*/ 5419622 h 6107388"/>
                <a:gd name="connsiteX8" fmla="*/ 0 w 5215811"/>
                <a:gd name="connsiteY8" fmla="*/ 4571683 h 6107388"/>
                <a:gd name="connsiteX9" fmla="*/ 18056 w 5215811"/>
                <a:gd name="connsiteY9" fmla="*/ 4599282 h 6107388"/>
                <a:gd name="connsiteX10" fmla="*/ 358324 w 5215811"/>
                <a:gd name="connsiteY10" fmla="*/ 4988154 h 6107388"/>
                <a:gd name="connsiteX11" fmla="*/ 1282741 w 5215811"/>
                <a:gd name="connsiteY11" fmla="*/ 5493193 h 6107388"/>
                <a:gd name="connsiteX12" fmla="*/ 2172794 w 5215811"/>
                <a:gd name="connsiteY12" fmla="*/ 5470630 h 6107388"/>
                <a:gd name="connsiteX13" fmla="*/ 3146893 w 5215811"/>
                <a:gd name="connsiteY13" fmla="*/ 5016296 h 6107388"/>
                <a:gd name="connsiteX14" fmla="*/ 3574114 w 5215811"/>
                <a:gd name="connsiteY14" fmla="*/ 4791124 h 6107388"/>
                <a:gd name="connsiteX15" fmla="*/ 4244948 w 5215811"/>
                <a:gd name="connsiteY15" fmla="*/ 4392664 h 6107388"/>
                <a:gd name="connsiteX16" fmla="*/ 4556385 w 5215811"/>
                <a:gd name="connsiteY16" fmla="*/ 3902656 h 6107388"/>
                <a:gd name="connsiteX17" fmla="*/ 4616354 w 5215811"/>
                <a:gd name="connsiteY17" fmla="*/ 2851680 h 6107388"/>
                <a:gd name="connsiteX18" fmla="*/ 4269266 w 5215811"/>
                <a:gd name="connsiteY18" fmla="*/ 1889625 h 6107388"/>
                <a:gd name="connsiteX19" fmla="*/ 2645976 w 5215811"/>
                <a:gd name="connsiteY19" fmla="*/ 671162 h 6107388"/>
                <a:gd name="connsiteX20" fmla="*/ 1648930 w 5215811"/>
                <a:gd name="connsiteY20" fmla="*/ 573017 h 6107388"/>
                <a:gd name="connsiteX21" fmla="*/ 771768 w 5215811"/>
                <a:gd name="connsiteY21" fmla="*/ 865882 h 6107388"/>
                <a:gd name="connsiteX22" fmla="*/ 433617 w 5215811"/>
                <a:gd name="connsiteY22" fmla="*/ 1119441 h 6107388"/>
                <a:gd name="connsiteX23" fmla="*/ 200571 w 5215811"/>
                <a:gd name="connsiteY23" fmla="*/ 1486480 h 6107388"/>
                <a:gd name="connsiteX24" fmla="*/ 47077 w 5215811"/>
                <a:gd name="connsiteY24" fmla="*/ 1753604 h 6107388"/>
                <a:gd name="connsiteX25" fmla="*/ 0 w 5215811"/>
                <a:gd name="connsiteY25" fmla="*/ 1831655 h 6107388"/>
                <a:gd name="connsiteX26" fmla="*/ 0 w 5215811"/>
                <a:gd name="connsiteY26" fmla="*/ 751112 h 6107388"/>
                <a:gd name="connsiteX27" fmla="*/ 6994 w 5215811"/>
                <a:gd name="connsiteY27" fmla="*/ 742614 h 6107388"/>
                <a:gd name="connsiteX28" fmla="*/ 484047 w 5215811"/>
                <a:gd name="connsiteY28" fmla="*/ 378777 h 6107388"/>
                <a:gd name="connsiteX29" fmla="*/ 1869139 w 5215811"/>
                <a:gd name="connsiteY29" fmla="*/ 9 h 61073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5811" h="6107388">
                  <a:moveTo>
                    <a:pt x="1869139" y="9"/>
                  </a:moveTo>
                  <a:cubicBezTo>
                    <a:pt x="2160924" y="-706"/>
                    <a:pt x="2465752" y="43039"/>
                    <a:pt x="2791149" y="130229"/>
                  </a:cubicBezTo>
                  <a:cubicBezTo>
                    <a:pt x="3651198" y="360678"/>
                    <a:pt x="4339884" y="907924"/>
                    <a:pt x="4760307" y="1608408"/>
                  </a:cubicBezTo>
                  <a:cubicBezTo>
                    <a:pt x="5188180" y="2321320"/>
                    <a:pt x="5338357" y="3192822"/>
                    <a:pt x="5108574" y="4050383"/>
                  </a:cubicBezTo>
                  <a:cubicBezTo>
                    <a:pt x="4880820" y="4900373"/>
                    <a:pt x="4152841" y="5098512"/>
                    <a:pt x="3434916" y="5503134"/>
                  </a:cubicBezTo>
                  <a:cubicBezTo>
                    <a:pt x="2717099" y="5907783"/>
                    <a:pt x="2005568" y="6266474"/>
                    <a:pt x="1137841" y="6033968"/>
                  </a:cubicBezTo>
                  <a:cubicBezTo>
                    <a:pt x="783079" y="5938910"/>
                    <a:pt x="479573" y="5790114"/>
                    <a:pt x="217555" y="5598945"/>
                  </a:cubicBezTo>
                  <a:lnTo>
                    <a:pt x="0" y="5419622"/>
                  </a:lnTo>
                  <a:lnTo>
                    <a:pt x="0" y="4571683"/>
                  </a:lnTo>
                  <a:lnTo>
                    <a:pt x="18056" y="4599282"/>
                  </a:lnTo>
                  <a:cubicBezTo>
                    <a:pt x="124071" y="4746782"/>
                    <a:pt x="237002" y="4875718"/>
                    <a:pt x="358324" y="4988154"/>
                  </a:cubicBezTo>
                  <a:cubicBezTo>
                    <a:pt x="621323" y="5231809"/>
                    <a:pt x="923667" y="5396979"/>
                    <a:pt x="1282741" y="5493193"/>
                  </a:cubicBezTo>
                  <a:cubicBezTo>
                    <a:pt x="1573894" y="5571207"/>
                    <a:pt x="1856732" y="5563878"/>
                    <a:pt x="2172794" y="5470630"/>
                  </a:cubicBezTo>
                  <a:cubicBezTo>
                    <a:pt x="2498985" y="5374183"/>
                    <a:pt x="2832844" y="5193315"/>
                    <a:pt x="3146893" y="5016296"/>
                  </a:cubicBezTo>
                  <a:cubicBezTo>
                    <a:pt x="3293538" y="4933641"/>
                    <a:pt x="3436182" y="4861160"/>
                    <a:pt x="3574114" y="4791124"/>
                  </a:cubicBezTo>
                  <a:cubicBezTo>
                    <a:pt x="3841238" y="4655550"/>
                    <a:pt x="4071901" y="4538375"/>
                    <a:pt x="4244948" y="4392664"/>
                  </a:cubicBezTo>
                  <a:cubicBezTo>
                    <a:pt x="4405844" y="4257259"/>
                    <a:pt x="4501845" y="4106204"/>
                    <a:pt x="4556385" y="3902656"/>
                  </a:cubicBezTo>
                  <a:cubicBezTo>
                    <a:pt x="4649063" y="3556776"/>
                    <a:pt x="4669271" y="3203187"/>
                    <a:pt x="4616354" y="2851680"/>
                  </a:cubicBezTo>
                  <a:cubicBezTo>
                    <a:pt x="4565198" y="2511774"/>
                    <a:pt x="4448474" y="2188147"/>
                    <a:pt x="4269266" y="1889625"/>
                  </a:cubicBezTo>
                  <a:cubicBezTo>
                    <a:pt x="3907781" y="1287586"/>
                    <a:pt x="3331245" y="854780"/>
                    <a:pt x="2645976" y="671162"/>
                  </a:cubicBezTo>
                  <a:cubicBezTo>
                    <a:pt x="2278249" y="572630"/>
                    <a:pt x="1952074" y="540526"/>
                    <a:pt x="1648930" y="573017"/>
                  </a:cubicBezTo>
                  <a:cubicBezTo>
                    <a:pt x="1351746" y="604901"/>
                    <a:pt x="1064785" y="700731"/>
                    <a:pt x="771768" y="865882"/>
                  </a:cubicBezTo>
                  <a:cubicBezTo>
                    <a:pt x="568061" y="980657"/>
                    <a:pt x="486465" y="1058486"/>
                    <a:pt x="433617" y="1119441"/>
                  </a:cubicBezTo>
                  <a:cubicBezTo>
                    <a:pt x="358307" y="1206256"/>
                    <a:pt x="292149" y="1323808"/>
                    <a:pt x="200571" y="1486480"/>
                  </a:cubicBezTo>
                  <a:cubicBezTo>
                    <a:pt x="156644" y="1564432"/>
                    <a:pt x="106654" y="1653214"/>
                    <a:pt x="47077" y="1753604"/>
                  </a:cubicBezTo>
                  <a:lnTo>
                    <a:pt x="0" y="1831655"/>
                  </a:lnTo>
                  <a:lnTo>
                    <a:pt x="0" y="751112"/>
                  </a:lnTo>
                  <a:lnTo>
                    <a:pt x="6994" y="742614"/>
                  </a:lnTo>
                  <a:cubicBezTo>
                    <a:pt x="117721" y="617683"/>
                    <a:pt x="259696" y="505222"/>
                    <a:pt x="484047" y="378777"/>
                  </a:cubicBezTo>
                  <a:cubicBezTo>
                    <a:pt x="932751" y="125890"/>
                    <a:pt x="1382831" y="1200"/>
                    <a:pt x="1869139" y="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27A0CE3C-C21D-A53F-D7BE-FD4C93EB332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319367"/>
              <a:ext cx="5217956" cy="6100079"/>
            </a:xfrm>
            <a:custGeom>
              <a:avLst/>
              <a:gdLst>
                <a:gd name="connsiteX0" fmla="*/ 1951393 w 5217956"/>
                <a:gd name="connsiteY0" fmla="*/ 82 h 6100079"/>
                <a:gd name="connsiteX1" fmla="*/ 2855177 w 5217956"/>
                <a:gd name="connsiteY1" fmla="*/ 125419 h 6100079"/>
                <a:gd name="connsiteX2" fmla="*/ 4779341 w 5217956"/>
                <a:gd name="connsiteY2" fmla="*/ 1591542 h 6100079"/>
                <a:gd name="connsiteX3" fmla="*/ 5108573 w 5217956"/>
                <a:gd name="connsiteY3" fmla="*/ 4028416 h 6100079"/>
                <a:gd name="connsiteX4" fmla="*/ 3459358 w 5217956"/>
                <a:gd name="connsiteY4" fmla="*/ 5487716 h 6100079"/>
                <a:gd name="connsiteX5" fmla="*/ 1203274 w 5217956"/>
                <a:gd name="connsiteY5" fmla="*/ 6029534 h 6100079"/>
                <a:gd name="connsiteX6" fmla="*/ 59920 w 5217956"/>
                <a:gd name="connsiteY6" fmla="*/ 5396467 h 6100079"/>
                <a:gd name="connsiteX7" fmla="*/ 0 w 5217956"/>
                <a:gd name="connsiteY7" fmla="*/ 5333382 h 6100079"/>
                <a:gd name="connsiteX8" fmla="*/ 0 w 5217956"/>
                <a:gd name="connsiteY8" fmla="*/ 4205833 h 6100079"/>
                <a:gd name="connsiteX9" fmla="*/ 58036 w 5217956"/>
                <a:gd name="connsiteY9" fmla="*/ 4310048 h 6100079"/>
                <a:gd name="connsiteX10" fmla="*/ 520779 w 5217956"/>
                <a:gd name="connsiteY10" fmla="*/ 4907591 h 6100079"/>
                <a:gd name="connsiteX11" fmla="*/ 1377154 w 5217956"/>
                <a:gd name="connsiteY11" fmla="*/ 5380604 h 6100079"/>
                <a:gd name="connsiteX12" fmla="*/ 3123340 w 5217956"/>
                <a:gd name="connsiteY12" fmla="*/ 4905715 h 6100079"/>
                <a:gd name="connsiteX13" fmla="*/ 3547863 w 5217956"/>
                <a:gd name="connsiteY13" fmla="*/ 4676342 h 6100079"/>
                <a:gd name="connsiteX14" fmla="*/ 4186753 w 5217956"/>
                <a:gd name="connsiteY14" fmla="*/ 4289376 h 6100079"/>
                <a:gd name="connsiteX15" fmla="*/ 4459565 w 5217956"/>
                <a:gd name="connsiteY15" fmla="*/ 3854399 h 6100079"/>
                <a:gd name="connsiteX16" fmla="*/ 4521015 w 5217956"/>
                <a:gd name="connsiteY16" fmla="*/ 2849377 h 6100079"/>
                <a:gd name="connsiteX17" fmla="*/ 4199723 w 5217956"/>
                <a:gd name="connsiteY17" fmla="*/ 1931213 h 6100079"/>
                <a:gd name="connsiteX18" fmla="*/ 2681217 w 5217956"/>
                <a:gd name="connsiteY18" fmla="*/ 774211 h 6100079"/>
                <a:gd name="connsiteX19" fmla="*/ 926547 w 5217956"/>
                <a:gd name="connsiteY19" fmla="*/ 967112 h 6100079"/>
                <a:gd name="connsiteX20" fmla="*/ 622677 w 5217956"/>
                <a:gd name="connsiteY20" fmla="*/ 1197863 h 6100079"/>
                <a:gd name="connsiteX21" fmla="*/ 404892 w 5217956"/>
                <a:gd name="connsiteY21" fmla="*/ 1547314 h 6100079"/>
                <a:gd name="connsiteX22" fmla="*/ 40135 w 5217956"/>
                <a:gd name="connsiteY22" fmla="*/ 2159090 h 6100079"/>
                <a:gd name="connsiteX23" fmla="*/ 0 w 5217956"/>
                <a:gd name="connsiteY23" fmla="*/ 2219367 h 6100079"/>
                <a:gd name="connsiteX24" fmla="*/ 0 w 5217956"/>
                <a:gd name="connsiteY24" fmla="*/ 915659 h 6100079"/>
                <a:gd name="connsiteX25" fmla="*/ 58609 w 5217956"/>
                <a:gd name="connsiteY25" fmla="*/ 828051 h 6100079"/>
                <a:gd name="connsiteX26" fmla="*/ 590688 w 5217956"/>
                <a:gd name="connsiteY26" fmla="*/ 385385 h 6100079"/>
                <a:gd name="connsiteX27" fmla="*/ 1951393 w 5217956"/>
                <a:gd name="connsiteY27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5217956" h="6100079">
                  <a:moveTo>
                    <a:pt x="1951393" y="82"/>
                  </a:moveTo>
                  <a:cubicBezTo>
                    <a:pt x="2237631" y="-2119"/>
                    <a:pt x="2536431" y="40011"/>
                    <a:pt x="2855177" y="125419"/>
                  </a:cubicBezTo>
                  <a:cubicBezTo>
                    <a:pt x="3697704" y="351173"/>
                    <a:pt x="4370490" y="894159"/>
                    <a:pt x="4779341" y="1591542"/>
                  </a:cubicBezTo>
                  <a:cubicBezTo>
                    <a:pt x="5195534" y="2301324"/>
                    <a:pt x="5338356" y="3170855"/>
                    <a:pt x="5108573" y="4028416"/>
                  </a:cubicBezTo>
                  <a:cubicBezTo>
                    <a:pt x="4880819" y="4878406"/>
                    <a:pt x="4165603" y="5079965"/>
                    <a:pt x="3459358" y="5487716"/>
                  </a:cubicBezTo>
                  <a:cubicBezTo>
                    <a:pt x="2753114" y="5895466"/>
                    <a:pt x="2053264" y="6257288"/>
                    <a:pt x="1203274" y="6029534"/>
                  </a:cubicBezTo>
                  <a:cubicBezTo>
                    <a:pt x="739884" y="5905369"/>
                    <a:pt x="366399" y="5685345"/>
                    <a:pt x="59920" y="5396467"/>
                  </a:cubicBezTo>
                  <a:lnTo>
                    <a:pt x="0" y="5333382"/>
                  </a:lnTo>
                  <a:lnTo>
                    <a:pt x="0" y="4205833"/>
                  </a:lnTo>
                  <a:lnTo>
                    <a:pt x="58036" y="4310048"/>
                  </a:lnTo>
                  <a:cubicBezTo>
                    <a:pt x="197935" y="4550245"/>
                    <a:pt x="350594" y="4747142"/>
                    <a:pt x="520779" y="4907591"/>
                  </a:cubicBezTo>
                  <a:cubicBezTo>
                    <a:pt x="763600" y="5136565"/>
                    <a:pt x="1043821" y="5291288"/>
                    <a:pt x="1377154" y="5380604"/>
                  </a:cubicBezTo>
                  <a:cubicBezTo>
                    <a:pt x="1963029" y="5537589"/>
                    <a:pt x="2470519" y="5282804"/>
                    <a:pt x="3123340" y="4905715"/>
                  </a:cubicBezTo>
                  <a:cubicBezTo>
                    <a:pt x="3269800" y="4821157"/>
                    <a:pt x="3411134" y="4747512"/>
                    <a:pt x="3547863" y="4676342"/>
                  </a:cubicBezTo>
                  <a:cubicBezTo>
                    <a:pt x="3804497" y="4542710"/>
                    <a:pt x="4026085" y="4427393"/>
                    <a:pt x="4186753" y="4289376"/>
                  </a:cubicBezTo>
                  <a:cubicBezTo>
                    <a:pt x="4329009" y="4167293"/>
                    <a:pt x="4410589" y="4037181"/>
                    <a:pt x="4459565" y="3854399"/>
                  </a:cubicBezTo>
                  <a:cubicBezTo>
                    <a:pt x="4548302" y="3523229"/>
                    <a:pt x="4568981" y="3185183"/>
                    <a:pt x="4521015" y="2849377"/>
                  </a:cubicBezTo>
                  <a:cubicBezTo>
                    <a:pt x="4474709" y="2524680"/>
                    <a:pt x="4366564" y="2215756"/>
                    <a:pt x="4199723" y="1931213"/>
                  </a:cubicBezTo>
                  <a:cubicBezTo>
                    <a:pt x="3863270" y="1357325"/>
                    <a:pt x="3323982" y="946439"/>
                    <a:pt x="2681217" y="774211"/>
                  </a:cubicBezTo>
                  <a:cubicBezTo>
                    <a:pt x="2001139" y="591984"/>
                    <a:pt x="1476322" y="649699"/>
                    <a:pt x="926547" y="967112"/>
                  </a:cubicBezTo>
                  <a:cubicBezTo>
                    <a:pt x="740730" y="1074393"/>
                    <a:pt x="668642" y="1143989"/>
                    <a:pt x="622677" y="1197863"/>
                  </a:cubicBezTo>
                  <a:cubicBezTo>
                    <a:pt x="555599" y="1276450"/>
                    <a:pt x="492360" y="1390031"/>
                    <a:pt x="404892" y="1547314"/>
                  </a:cubicBezTo>
                  <a:cubicBezTo>
                    <a:pt x="317047" y="1705133"/>
                    <a:pt x="204816" y="1906756"/>
                    <a:pt x="40135" y="2159090"/>
                  </a:cubicBezTo>
                  <a:lnTo>
                    <a:pt x="0" y="2219367"/>
                  </a:lnTo>
                  <a:lnTo>
                    <a:pt x="0" y="915659"/>
                  </a:lnTo>
                  <a:lnTo>
                    <a:pt x="58609" y="828051"/>
                  </a:lnTo>
                  <a:cubicBezTo>
                    <a:pt x="177453" y="670481"/>
                    <a:pt x="325846" y="538291"/>
                    <a:pt x="590688" y="385385"/>
                  </a:cubicBezTo>
                  <a:cubicBezTo>
                    <a:pt x="1032158" y="130559"/>
                    <a:pt x="1474329" y="3750"/>
                    <a:pt x="1951393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246E010E-B398-4D15-5E68-501931B2F32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319367"/>
              <a:ext cx="5217957" cy="6100079"/>
            </a:xfrm>
            <a:custGeom>
              <a:avLst/>
              <a:gdLst>
                <a:gd name="connsiteX0" fmla="*/ 1951394 w 5217957"/>
                <a:gd name="connsiteY0" fmla="*/ 82 h 6100079"/>
                <a:gd name="connsiteX1" fmla="*/ 2855178 w 5217957"/>
                <a:gd name="connsiteY1" fmla="*/ 125419 h 6100079"/>
                <a:gd name="connsiteX2" fmla="*/ 4779341 w 5217957"/>
                <a:gd name="connsiteY2" fmla="*/ 1591542 h 6100079"/>
                <a:gd name="connsiteX3" fmla="*/ 5108574 w 5217957"/>
                <a:gd name="connsiteY3" fmla="*/ 4028416 h 6100079"/>
                <a:gd name="connsiteX4" fmla="*/ 3459359 w 5217957"/>
                <a:gd name="connsiteY4" fmla="*/ 5487716 h 6100079"/>
                <a:gd name="connsiteX5" fmla="*/ 1203275 w 5217957"/>
                <a:gd name="connsiteY5" fmla="*/ 6029534 h 6100079"/>
                <a:gd name="connsiteX6" fmla="*/ 59921 w 5217957"/>
                <a:gd name="connsiteY6" fmla="*/ 5396467 h 6100079"/>
                <a:gd name="connsiteX7" fmla="*/ 0 w 5217957"/>
                <a:gd name="connsiteY7" fmla="*/ 5333381 h 6100079"/>
                <a:gd name="connsiteX8" fmla="*/ 0 w 5217957"/>
                <a:gd name="connsiteY8" fmla="*/ 4427327 h 6100079"/>
                <a:gd name="connsiteX9" fmla="*/ 112056 w 5217957"/>
                <a:gd name="connsiteY9" fmla="*/ 4602502 h 6100079"/>
                <a:gd name="connsiteX10" fmla="*/ 443875 w 5217957"/>
                <a:gd name="connsiteY10" fmla="*/ 4989110 h 6100079"/>
                <a:gd name="connsiteX11" fmla="*/ 1348175 w 5217957"/>
                <a:gd name="connsiteY11" fmla="*/ 5488759 h 6100079"/>
                <a:gd name="connsiteX12" fmla="*/ 2221463 w 5217957"/>
                <a:gd name="connsiteY12" fmla="*/ 5461704 h 6100079"/>
                <a:gd name="connsiteX13" fmla="*/ 3179339 w 5217957"/>
                <a:gd name="connsiteY13" fmla="*/ 5003023 h 6100079"/>
                <a:gd name="connsiteX14" fmla="*/ 3599638 w 5217957"/>
                <a:gd name="connsiteY14" fmla="*/ 4775996 h 6100079"/>
                <a:gd name="connsiteX15" fmla="*/ 4259765 w 5217957"/>
                <a:gd name="connsiteY15" fmla="*/ 4374667 h 6100079"/>
                <a:gd name="connsiteX16" fmla="*/ 4567742 w 5217957"/>
                <a:gd name="connsiteY16" fmla="*/ 3883732 h 6100079"/>
                <a:gd name="connsiteX17" fmla="*/ 4631929 w 5217957"/>
                <a:gd name="connsiteY17" fmla="*/ 2833886 h 6100079"/>
                <a:gd name="connsiteX18" fmla="*/ 4296412 w 5217957"/>
                <a:gd name="connsiteY18" fmla="*/ 1874932 h 6100079"/>
                <a:gd name="connsiteX19" fmla="*/ 2710219 w 5217957"/>
                <a:gd name="connsiteY19" fmla="*/ 666410 h 6100079"/>
                <a:gd name="connsiteX20" fmla="*/ 1732642 w 5217957"/>
                <a:gd name="connsiteY20" fmla="*/ 573480 h 6100079"/>
                <a:gd name="connsiteX21" fmla="*/ 870621 w 5217957"/>
                <a:gd name="connsiteY21" fmla="*/ 870402 h 6100079"/>
                <a:gd name="connsiteX22" fmla="*/ 537555 w 5217957"/>
                <a:gd name="connsiteY22" fmla="*/ 1125324 h 6100079"/>
                <a:gd name="connsiteX23" fmla="*/ 306995 w 5217957"/>
                <a:gd name="connsiteY23" fmla="*/ 1493030 h 6100079"/>
                <a:gd name="connsiteX24" fmla="*/ 23579 w 5217957"/>
                <a:gd name="connsiteY24" fmla="*/ 1977465 h 6100079"/>
                <a:gd name="connsiteX25" fmla="*/ 0 w 5217957"/>
                <a:gd name="connsiteY25" fmla="*/ 2014291 h 6100079"/>
                <a:gd name="connsiteX26" fmla="*/ 0 w 5217957"/>
                <a:gd name="connsiteY26" fmla="*/ 915660 h 6100079"/>
                <a:gd name="connsiteX27" fmla="*/ 58609 w 5217957"/>
                <a:gd name="connsiteY27" fmla="*/ 828051 h 6100079"/>
                <a:gd name="connsiteX28" fmla="*/ 590689 w 5217957"/>
                <a:gd name="connsiteY28" fmla="*/ 385385 h 6100079"/>
                <a:gd name="connsiteX29" fmla="*/ 1951394 w 5217957"/>
                <a:gd name="connsiteY29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7957" h="6100079">
                  <a:moveTo>
                    <a:pt x="1951394" y="82"/>
                  </a:moveTo>
                  <a:cubicBezTo>
                    <a:pt x="2237632" y="-2119"/>
                    <a:pt x="2536431" y="40011"/>
                    <a:pt x="2855178" y="125419"/>
                  </a:cubicBezTo>
                  <a:cubicBezTo>
                    <a:pt x="3697704" y="351173"/>
                    <a:pt x="4370491" y="894159"/>
                    <a:pt x="4779341" y="1591542"/>
                  </a:cubicBezTo>
                  <a:cubicBezTo>
                    <a:pt x="5195535" y="2301324"/>
                    <a:pt x="5338357" y="3170855"/>
                    <a:pt x="5108574" y="4028416"/>
                  </a:cubicBezTo>
                  <a:cubicBezTo>
                    <a:pt x="4880820" y="4878406"/>
                    <a:pt x="4165604" y="5079965"/>
                    <a:pt x="3459359" y="5487716"/>
                  </a:cubicBezTo>
                  <a:cubicBezTo>
                    <a:pt x="2753115" y="5895466"/>
                    <a:pt x="2053265" y="6257288"/>
                    <a:pt x="1203275" y="6029534"/>
                  </a:cubicBezTo>
                  <a:cubicBezTo>
                    <a:pt x="739885" y="5905369"/>
                    <a:pt x="366400" y="5685345"/>
                    <a:pt x="59921" y="5396467"/>
                  </a:cubicBezTo>
                  <a:lnTo>
                    <a:pt x="0" y="5333381"/>
                  </a:lnTo>
                  <a:lnTo>
                    <a:pt x="0" y="4427327"/>
                  </a:lnTo>
                  <a:lnTo>
                    <a:pt x="112056" y="4602502"/>
                  </a:lnTo>
                  <a:cubicBezTo>
                    <a:pt x="215300" y="4749260"/>
                    <a:pt x="325419" y="4877443"/>
                    <a:pt x="443875" y="4989110"/>
                  </a:cubicBezTo>
                  <a:cubicBezTo>
                    <a:pt x="700709" y="5231113"/>
                    <a:pt x="996455" y="5394516"/>
                    <a:pt x="1348175" y="5488759"/>
                  </a:cubicBezTo>
                  <a:cubicBezTo>
                    <a:pt x="1633379" y="5565179"/>
                    <a:pt x="1910917" y="5556430"/>
                    <a:pt x="2221463" y="5461704"/>
                  </a:cubicBezTo>
                  <a:cubicBezTo>
                    <a:pt x="2541923" y="5363721"/>
                    <a:pt x="2870374" y="5181404"/>
                    <a:pt x="3179339" y="5003023"/>
                  </a:cubicBezTo>
                  <a:cubicBezTo>
                    <a:pt x="3323713" y="4919760"/>
                    <a:pt x="3463978" y="4846641"/>
                    <a:pt x="3599638" y="4775996"/>
                  </a:cubicBezTo>
                  <a:cubicBezTo>
                    <a:pt x="3862436" y="4639263"/>
                    <a:pt x="4089314" y="4521074"/>
                    <a:pt x="4259765" y="4374667"/>
                  </a:cubicBezTo>
                  <a:cubicBezTo>
                    <a:pt x="4418282" y="4238625"/>
                    <a:pt x="4513201" y="4087280"/>
                    <a:pt x="4567742" y="3883732"/>
                  </a:cubicBezTo>
                  <a:cubicBezTo>
                    <a:pt x="4660420" y="3537853"/>
                    <a:pt x="4682033" y="3184640"/>
                    <a:pt x="4631929" y="2833886"/>
                  </a:cubicBezTo>
                  <a:cubicBezTo>
                    <a:pt x="4583584" y="2494734"/>
                    <a:pt x="4470646" y="2172121"/>
                    <a:pt x="4296412" y="1874932"/>
                  </a:cubicBezTo>
                  <a:cubicBezTo>
                    <a:pt x="3944879" y="1275559"/>
                    <a:pt x="3381537" y="846289"/>
                    <a:pt x="2710219" y="666410"/>
                  </a:cubicBezTo>
                  <a:cubicBezTo>
                    <a:pt x="2349955" y="569877"/>
                    <a:pt x="2030161" y="539483"/>
                    <a:pt x="1732642" y="573480"/>
                  </a:cubicBezTo>
                  <a:cubicBezTo>
                    <a:pt x="1440866" y="606814"/>
                    <a:pt x="1158880" y="703976"/>
                    <a:pt x="870621" y="870402"/>
                  </a:cubicBezTo>
                  <a:cubicBezTo>
                    <a:pt x="670160" y="986048"/>
                    <a:pt x="589753" y="1064195"/>
                    <a:pt x="537555" y="1125324"/>
                  </a:cubicBezTo>
                  <a:cubicBezTo>
                    <a:pt x="463218" y="1212400"/>
                    <a:pt x="397708" y="1330125"/>
                    <a:pt x="306995" y="1493030"/>
                  </a:cubicBezTo>
                  <a:cubicBezTo>
                    <a:pt x="234596" y="1623167"/>
                    <a:pt x="145436" y="1783409"/>
                    <a:pt x="23579" y="1977465"/>
                  </a:cubicBezTo>
                  <a:lnTo>
                    <a:pt x="0" y="2014291"/>
                  </a:lnTo>
                  <a:lnTo>
                    <a:pt x="0" y="915660"/>
                  </a:lnTo>
                  <a:lnTo>
                    <a:pt x="58609" y="828051"/>
                  </a:lnTo>
                  <a:cubicBezTo>
                    <a:pt x="177453" y="670481"/>
                    <a:pt x="325847" y="538291"/>
                    <a:pt x="590689" y="385385"/>
                  </a:cubicBezTo>
                  <a:cubicBezTo>
                    <a:pt x="1032159" y="130559"/>
                    <a:pt x="1474330" y="3750"/>
                    <a:pt x="1951394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2" name="Titel 1">
            <a:extLst>
              <a:ext uri="{FF2B5EF4-FFF2-40B4-BE49-F238E27FC236}">
                <a16:creationId xmlns:a16="http://schemas.microsoft.com/office/drawing/2014/main" id="{490F4188-10D1-6D68-5C21-4A66AB5143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5837" y="1293813"/>
            <a:ext cx="3855720" cy="4371974"/>
          </a:xfrm>
        </p:spPr>
        <p:txBody>
          <a:bodyPr>
            <a:normAutofit/>
          </a:bodyPr>
          <a:lstStyle/>
          <a:p>
            <a:r>
              <a:rPr lang="de-DE" sz="3600" b="1" dirty="0">
                <a:solidFill>
                  <a:srgbClr val="FFC000"/>
                </a:solidFill>
                <a:latin typeface="Orbitron" pitchFamily="2" charset="0"/>
              </a:rPr>
              <a:t>Entscheiden</a:t>
            </a:r>
            <a:endParaRPr lang="de-DE" sz="3600" b="1" dirty="0">
              <a:solidFill>
                <a:schemeClr val="accent2"/>
              </a:solidFill>
              <a:latin typeface="Orbitron" pitchFamily="2" charset="0"/>
            </a:endParaRP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9DE99788-A748-9FA7-B7A7-F3EA49BB559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74939" y="577061"/>
            <a:ext cx="5221224" cy="5230368"/>
          </a:xfrm>
        </p:spPr>
        <p:txBody>
          <a:bodyPr anchor="ctr">
            <a:normAutofit/>
          </a:bodyPr>
          <a:lstStyle/>
          <a:p>
            <a:pPr marL="0" indent="0">
              <a:buNone/>
            </a:pPr>
            <a:endParaRPr lang="de-DE" sz="2000" dirty="0">
              <a:solidFill>
                <a:schemeClr val="tx2"/>
              </a:solidFill>
            </a:endParaRPr>
          </a:p>
          <a:p>
            <a:pPr>
              <a:buFont typeface="Wingdings" panose="05000000000000000000" pitchFamily="2" charset="2"/>
              <a:buChar char="Ø"/>
            </a:pPr>
            <a:endParaRPr lang="de-DE" sz="2000" dirty="0">
              <a:solidFill>
                <a:schemeClr val="tx2"/>
              </a:solidFill>
            </a:endParaRPr>
          </a:p>
          <a:p>
            <a:pPr>
              <a:buFont typeface="Wingdings" panose="05000000000000000000" pitchFamily="2" charset="2"/>
              <a:buChar char="Ø"/>
            </a:pPr>
            <a:r>
              <a:rPr lang="de-DE" sz="2000" dirty="0">
                <a:solidFill>
                  <a:schemeClr val="tx2"/>
                </a:solidFill>
              </a:rPr>
              <a:t> Entscheidungstabelle</a:t>
            </a:r>
          </a:p>
          <a:p>
            <a:pPr marL="0" indent="0">
              <a:buNone/>
            </a:pPr>
            <a:endParaRPr lang="de-DE" sz="2000" dirty="0">
              <a:solidFill>
                <a:schemeClr val="tx2"/>
              </a:solidFill>
            </a:endParaRPr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491384CA-E2EC-3766-21DD-237CFDBECCAB}"/>
              </a:ext>
            </a:extLst>
          </p:cNvPr>
          <p:cNvSpPr/>
          <p:nvPr/>
        </p:nvSpPr>
        <p:spPr>
          <a:xfrm>
            <a:off x="10810984" y="0"/>
            <a:ext cx="1019991" cy="147437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6" name="Grafik 5" descr="Shuffle Silhouette">
            <a:extLst>
              <a:ext uri="{FF2B5EF4-FFF2-40B4-BE49-F238E27FC236}">
                <a16:creationId xmlns:a16="http://schemas.microsoft.com/office/drawing/2014/main" id="{6A019356-D0E5-8C77-5FED-0B962296B04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16200000">
            <a:off x="10881916" y="438150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6900678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8D07D8C-335D-C65E-CE5B-25415CBB9E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7BE5A8E7-2A4D-9949-02CF-7E53CE0F034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B459457-0724-E9F7-3B26-3993FC06731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800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40418A0F-06CC-30A2-90B4-6F1A02DC273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21863" y="508838"/>
            <a:ext cx="5217958" cy="6239661"/>
            <a:chOff x="-19221" y="251144"/>
            <a:chExt cx="5217958" cy="6239661"/>
          </a:xfrm>
        </p:grpSpPr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FAF90907-DFEA-12DB-442F-114EB646B26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251144"/>
              <a:ext cx="5187198" cy="6239661"/>
            </a:xfrm>
            <a:custGeom>
              <a:avLst/>
              <a:gdLst>
                <a:gd name="connsiteX0" fmla="*/ 2011811 w 5187198"/>
                <a:gd name="connsiteY0" fmla="*/ 4 h 6239661"/>
                <a:gd name="connsiteX1" fmla="*/ 2617011 w 5187198"/>
                <a:gd name="connsiteY1" fmla="*/ 70590 h 6239661"/>
                <a:gd name="connsiteX2" fmla="*/ 2690321 w 5187198"/>
                <a:gd name="connsiteY2" fmla="*/ 88146 h 6239661"/>
                <a:gd name="connsiteX3" fmla="*/ 2726863 w 5187198"/>
                <a:gd name="connsiteY3" fmla="*/ 97127 h 6239661"/>
                <a:gd name="connsiteX4" fmla="*/ 2762951 w 5187198"/>
                <a:gd name="connsiteY4" fmla="*/ 107375 h 6239661"/>
                <a:gd name="connsiteX5" fmla="*/ 2834843 w 5187198"/>
                <a:gd name="connsiteY5" fmla="*/ 128493 h 6239661"/>
                <a:gd name="connsiteX6" fmla="*/ 2906574 w 5187198"/>
                <a:gd name="connsiteY6" fmla="*/ 151076 h 6239661"/>
                <a:gd name="connsiteX7" fmla="*/ 3049504 w 5187198"/>
                <a:gd name="connsiteY7" fmla="*/ 202124 h 6239661"/>
                <a:gd name="connsiteX8" fmla="*/ 3189518 w 5187198"/>
                <a:gd name="connsiteY8" fmla="*/ 260159 h 6239661"/>
                <a:gd name="connsiteX9" fmla="*/ 3326048 w 5187198"/>
                <a:gd name="connsiteY9" fmla="*/ 325143 h 6239661"/>
                <a:gd name="connsiteX10" fmla="*/ 3459166 w 5187198"/>
                <a:gd name="connsiteY10" fmla="*/ 395936 h 6239661"/>
                <a:gd name="connsiteX11" fmla="*/ 3588578 w 5187198"/>
                <a:gd name="connsiteY11" fmla="*/ 472343 h 6239661"/>
                <a:gd name="connsiteX12" fmla="*/ 3651864 w 5187198"/>
                <a:gd name="connsiteY12" fmla="*/ 512600 h 6239661"/>
                <a:gd name="connsiteX13" fmla="*/ 3714514 w 5187198"/>
                <a:gd name="connsiteY13" fmla="*/ 553499 h 6239661"/>
                <a:gd name="connsiteX14" fmla="*/ 4181221 w 5187198"/>
                <a:gd name="connsiteY14" fmla="*/ 922912 h 6239661"/>
                <a:gd name="connsiteX15" fmla="*/ 4582963 w 5187198"/>
                <a:gd name="connsiteY15" fmla="*/ 1358264 h 6239661"/>
                <a:gd name="connsiteX16" fmla="*/ 4670721 w 5187198"/>
                <a:gd name="connsiteY16" fmla="*/ 1477644 h 6239661"/>
                <a:gd name="connsiteX17" fmla="*/ 4752378 w 5187198"/>
                <a:gd name="connsiteY17" fmla="*/ 1601187 h 6239661"/>
                <a:gd name="connsiteX18" fmla="*/ 4772168 w 5187198"/>
                <a:gd name="connsiteY18" fmla="*/ 1632456 h 6239661"/>
                <a:gd name="connsiteX19" fmla="*/ 4782117 w 5187198"/>
                <a:gd name="connsiteY19" fmla="*/ 1648104 h 6239661"/>
                <a:gd name="connsiteX20" fmla="*/ 4791381 w 5187198"/>
                <a:gd name="connsiteY20" fmla="*/ 1664150 h 6239661"/>
                <a:gd name="connsiteX21" fmla="*/ 4828190 w 5187198"/>
                <a:gd name="connsiteY21" fmla="*/ 1728379 h 6239661"/>
                <a:gd name="connsiteX22" fmla="*/ 4864832 w 5187198"/>
                <a:gd name="connsiteY22" fmla="*/ 1792796 h 6239661"/>
                <a:gd name="connsiteX23" fmla="*/ 4899201 w 5187198"/>
                <a:gd name="connsiteY23" fmla="*/ 1858342 h 6239661"/>
                <a:gd name="connsiteX24" fmla="*/ 4933266 w 5187198"/>
                <a:gd name="connsiteY24" fmla="*/ 1924155 h 6239661"/>
                <a:gd name="connsiteX25" fmla="*/ 4964403 w 5187198"/>
                <a:gd name="connsiteY25" fmla="*/ 1991384 h 6239661"/>
                <a:gd name="connsiteX26" fmla="*/ 4995019 w 5187198"/>
                <a:gd name="connsiteY26" fmla="*/ 2058823 h 6239661"/>
                <a:gd name="connsiteX27" fmla="*/ 5021999 w 5187198"/>
                <a:gd name="connsiteY27" fmla="*/ 2127723 h 6239661"/>
                <a:gd name="connsiteX28" fmla="*/ 5048321 w 5187198"/>
                <a:gd name="connsiteY28" fmla="*/ 2196908 h 6239661"/>
                <a:gd name="connsiteX29" fmla="*/ 5070546 w 5187198"/>
                <a:gd name="connsiteY29" fmla="*/ 2267547 h 6239661"/>
                <a:gd name="connsiteX30" fmla="*/ 5092171 w 5187198"/>
                <a:gd name="connsiteY30" fmla="*/ 2338256 h 6239661"/>
                <a:gd name="connsiteX31" fmla="*/ 5110305 w 5187198"/>
                <a:gd name="connsiteY31" fmla="*/ 2409886 h 6239661"/>
                <a:gd name="connsiteX32" fmla="*/ 5186393 w 5187198"/>
                <a:gd name="connsiteY32" fmla="*/ 2992022 h 6239661"/>
                <a:gd name="connsiteX33" fmla="*/ 5149045 w 5187198"/>
                <a:gd name="connsiteY33" fmla="*/ 3571816 h 6239661"/>
                <a:gd name="connsiteX34" fmla="*/ 5126572 w 5187198"/>
                <a:gd name="connsiteY34" fmla="*/ 3714520 h 6239661"/>
                <a:gd name="connsiteX35" fmla="*/ 5099067 w 5187198"/>
                <a:gd name="connsiteY35" fmla="*/ 3856108 h 6239661"/>
                <a:gd name="connsiteX36" fmla="*/ 5095699 w 5187198"/>
                <a:gd name="connsiteY36" fmla="*/ 3873868 h 6239661"/>
                <a:gd name="connsiteX37" fmla="*/ 5091573 w 5187198"/>
                <a:gd name="connsiteY37" fmla="*/ 3891426 h 6239661"/>
                <a:gd name="connsiteX38" fmla="*/ 5083324 w 5187198"/>
                <a:gd name="connsiteY38" fmla="*/ 3926541 h 6239661"/>
                <a:gd name="connsiteX39" fmla="*/ 5067256 w 5187198"/>
                <a:gd name="connsiteY39" fmla="*/ 3996889 h 6239661"/>
                <a:gd name="connsiteX40" fmla="*/ 5059194 w 5187198"/>
                <a:gd name="connsiteY40" fmla="*/ 4032171 h 6239661"/>
                <a:gd name="connsiteX41" fmla="*/ 5049522 w 5187198"/>
                <a:gd name="connsiteY41" fmla="*/ 4067833 h 6239661"/>
                <a:gd name="connsiteX42" fmla="*/ 5040067 w 5187198"/>
                <a:gd name="connsiteY42" fmla="*/ 4103553 h 6239661"/>
                <a:gd name="connsiteX43" fmla="*/ 5028960 w 5187198"/>
                <a:gd name="connsiteY43" fmla="*/ 4138946 h 6239661"/>
                <a:gd name="connsiteX44" fmla="*/ 4917351 w 5187198"/>
                <a:gd name="connsiteY44" fmla="*/ 4417041 h 6239661"/>
                <a:gd name="connsiteX45" fmla="*/ 4756163 w 5187198"/>
                <a:gd name="connsiteY45" fmla="*/ 4676402 h 6239661"/>
                <a:gd name="connsiteX46" fmla="*/ 4322493 w 5187198"/>
                <a:gd name="connsiteY46" fmla="*/ 5105604 h 6239661"/>
                <a:gd name="connsiteX47" fmla="*/ 3840510 w 5187198"/>
                <a:gd name="connsiteY47" fmla="*/ 5429590 h 6239661"/>
                <a:gd name="connsiteX48" fmla="*/ 3606447 w 5187198"/>
                <a:gd name="connsiteY48" fmla="*/ 5572862 h 6239661"/>
                <a:gd name="connsiteX49" fmla="*/ 3488814 w 5187198"/>
                <a:gd name="connsiteY49" fmla="*/ 5647178 h 6239661"/>
                <a:gd name="connsiteX50" fmla="*/ 3365864 w 5187198"/>
                <a:gd name="connsiteY50" fmla="*/ 5722735 h 6239661"/>
                <a:gd name="connsiteX51" fmla="*/ 2839486 w 5187198"/>
                <a:gd name="connsiteY51" fmla="*/ 5999120 h 6239661"/>
                <a:gd name="connsiteX52" fmla="*/ 2242423 w 5187198"/>
                <a:gd name="connsiteY52" fmla="*/ 6192346 h 6239661"/>
                <a:gd name="connsiteX53" fmla="*/ 1589380 w 5187198"/>
                <a:gd name="connsiteY53" fmla="*/ 6230657 h 6239661"/>
                <a:gd name="connsiteX54" fmla="*/ 1548244 w 5187198"/>
                <a:gd name="connsiteY54" fmla="*/ 6226706 h 6239661"/>
                <a:gd name="connsiteX55" fmla="*/ 1507348 w 5187198"/>
                <a:gd name="connsiteY55" fmla="*/ 6221428 h 6239661"/>
                <a:gd name="connsiteX56" fmla="*/ 1466401 w 5187198"/>
                <a:gd name="connsiteY56" fmla="*/ 6215904 h 6239661"/>
                <a:gd name="connsiteX57" fmla="*/ 1425773 w 5187198"/>
                <a:gd name="connsiteY57" fmla="*/ 6209191 h 6239661"/>
                <a:gd name="connsiteX58" fmla="*/ 1344960 w 5187198"/>
                <a:gd name="connsiteY58" fmla="*/ 6193681 h 6239661"/>
                <a:gd name="connsiteX59" fmla="*/ 1265007 w 5187198"/>
                <a:gd name="connsiteY59" fmla="*/ 6175388 h 6239661"/>
                <a:gd name="connsiteX60" fmla="*/ 1225415 w 5187198"/>
                <a:gd name="connsiteY60" fmla="*/ 6165243 h 6239661"/>
                <a:gd name="connsiteX61" fmla="*/ 1186567 w 5187198"/>
                <a:gd name="connsiteY61" fmla="*/ 6154486 h 6239661"/>
                <a:gd name="connsiteX62" fmla="*/ 1111158 w 5187198"/>
                <a:gd name="connsiteY62" fmla="*/ 6130918 h 6239661"/>
                <a:gd name="connsiteX63" fmla="*/ 1035915 w 5187198"/>
                <a:gd name="connsiteY63" fmla="*/ 6107163 h 6239661"/>
                <a:gd name="connsiteX64" fmla="*/ 961579 w 5187198"/>
                <a:gd name="connsiteY64" fmla="*/ 6079594 h 6239661"/>
                <a:gd name="connsiteX65" fmla="*/ 395297 w 5187198"/>
                <a:gd name="connsiteY65" fmla="*/ 5792812 h 6239661"/>
                <a:gd name="connsiteX66" fmla="*/ 265239 w 5187198"/>
                <a:gd name="connsiteY66" fmla="*/ 5701511 h 6239661"/>
                <a:gd name="connsiteX67" fmla="*/ 233756 w 5187198"/>
                <a:gd name="connsiteY67" fmla="*/ 5677542 h 6239661"/>
                <a:gd name="connsiteX68" fmla="*/ 202800 w 5187198"/>
                <a:gd name="connsiteY68" fmla="*/ 5652902 h 6239661"/>
                <a:gd name="connsiteX69" fmla="*/ 140918 w 5187198"/>
                <a:gd name="connsiteY69" fmla="*/ 5603515 h 6239661"/>
                <a:gd name="connsiteX70" fmla="*/ 110625 w 5187198"/>
                <a:gd name="connsiteY70" fmla="*/ 5578127 h 6239661"/>
                <a:gd name="connsiteX71" fmla="*/ 95631 w 5187198"/>
                <a:gd name="connsiteY71" fmla="*/ 5565299 h 6239661"/>
                <a:gd name="connsiteX72" fmla="*/ 81966 w 5187198"/>
                <a:gd name="connsiteY72" fmla="*/ 5550973 h 6239661"/>
                <a:gd name="connsiteX73" fmla="*/ 27991 w 5187198"/>
                <a:gd name="connsiteY73" fmla="*/ 5493272 h 6239661"/>
                <a:gd name="connsiteX74" fmla="*/ 1454 w 5187198"/>
                <a:gd name="connsiteY74" fmla="*/ 5464252 h 6239661"/>
                <a:gd name="connsiteX75" fmla="*/ 0 w 5187198"/>
                <a:gd name="connsiteY75" fmla="*/ 5462518 h 6239661"/>
                <a:gd name="connsiteX76" fmla="*/ 0 w 5187198"/>
                <a:gd name="connsiteY76" fmla="*/ 4720187 h 6239661"/>
                <a:gd name="connsiteX77" fmla="*/ 109684 w 5187198"/>
                <a:gd name="connsiteY77" fmla="*/ 4836724 h 6239661"/>
                <a:gd name="connsiteX78" fmla="*/ 306959 w 5187198"/>
                <a:gd name="connsiteY78" fmla="*/ 5007200 h 6239661"/>
                <a:gd name="connsiteX79" fmla="*/ 358101 w 5187198"/>
                <a:gd name="connsiteY79" fmla="*/ 5046057 h 6239661"/>
                <a:gd name="connsiteX80" fmla="*/ 383328 w 5187198"/>
                <a:gd name="connsiteY80" fmla="*/ 5065684 h 6239661"/>
                <a:gd name="connsiteX81" fmla="*/ 409503 w 5187198"/>
                <a:gd name="connsiteY81" fmla="*/ 5083942 h 6239661"/>
                <a:gd name="connsiteX82" fmla="*/ 461889 w 5187198"/>
                <a:gd name="connsiteY82" fmla="*/ 5119888 h 6239661"/>
                <a:gd name="connsiteX83" fmla="*/ 474883 w 5187198"/>
                <a:gd name="connsiteY83" fmla="*/ 5128933 h 6239661"/>
                <a:gd name="connsiteX84" fmla="*/ 486410 w 5187198"/>
                <a:gd name="connsiteY84" fmla="*/ 5139557 h 6239661"/>
                <a:gd name="connsiteX85" fmla="*/ 510852 w 5187198"/>
                <a:gd name="connsiteY85" fmla="*/ 5159089 h 6239661"/>
                <a:gd name="connsiteX86" fmla="*/ 560653 w 5187198"/>
                <a:gd name="connsiteY86" fmla="*/ 5196893 h 6239661"/>
                <a:gd name="connsiteX87" fmla="*/ 585485 w 5187198"/>
                <a:gd name="connsiteY87" fmla="*/ 5215834 h 6239661"/>
                <a:gd name="connsiteX88" fmla="*/ 610707 w 5187198"/>
                <a:gd name="connsiteY88" fmla="*/ 5234185 h 6239661"/>
                <a:gd name="connsiteX89" fmla="*/ 714768 w 5187198"/>
                <a:gd name="connsiteY89" fmla="*/ 5303103 h 6239661"/>
                <a:gd name="connsiteX90" fmla="*/ 1166634 w 5187198"/>
                <a:gd name="connsiteY90" fmla="*/ 5513322 h 6239661"/>
                <a:gd name="connsiteX91" fmla="*/ 1225991 w 5187198"/>
                <a:gd name="connsiteY91" fmla="*/ 5533632 h 6239661"/>
                <a:gd name="connsiteX92" fmla="*/ 1286680 w 5187198"/>
                <a:gd name="connsiteY92" fmla="*/ 5550705 h 6239661"/>
                <a:gd name="connsiteX93" fmla="*/ 1347310 w 5187198"/>
                <a:gd name="connsiteY93" fmla="*/ 5567995 h 6239661"/>
                <a:gd name="connsiteX94" fmla="*/ 1377002 w 5187198"/>
                <a:gd name="connsiteY94" fmla="*/ 5575719 h 6239661"/>
                <a:gd name="connsiteX95" fmla="*/ 1406328 w 5187198"/>
                <a:gd name="connsiteY95" fmla="*/ 5582649 h 6239661"/>
                <a:gd name="connsiteX96" fmla="*/ 1465060 w 5187198"/>
                <a:gd name="connsiteY96" fmla="*/ 5594909 h 6239661"/>
                <a:gd name="connsiteX97" fmla="*/ 1523881 w 5187198"/>
                <a:gd name="connsiteY97" fmla="*/ 5605105 h 6239661"/>
                <a:gd name="connsiteX98" fmla="*/ 1553325 w 5187198"/>
                <a:gd name="connsiteY98" fmla="*/ 5609865 h 6239661"/>
                <a:gd name="connsiteX99" fmla="*/ 1582813 w 5187198"/>
                <a:gd name="connsiteY99" fmla="*/ 5613593 h 6239661"/>
                <a:gd name="connsiteX100" fmla="*/ 1612301 w 5187198"/>
                <a:gd name="connsiteY100" fmla="*/ 5617321 h 6239661"/>
                <a:gd name="connsiteX101" fmla="*/ 1641863 w 5187198"/>
                <a:gd name="connsiteY101" fmla="*/ 5619910 h 6239661"/>
                <a:gd name="connsiteX102" fmla="*/ 2117508 w 5187198"/>
                <a:gd name="connsiteY102" fmla="*/ 5595156 h 6239661"/>
                <a:gd name="connsiteX103" fmla="*/ 2597368 w 5187198"/>
                <a:gd name="connsiteY103" fmla="*/ 5447381 h 6239661"/>
                <a:gd name="connsiteX104" fmla="*/ 3082968 w 5187198"/>
                <a:gd name="connsiteY104" fmla="*/ 5223245 h 6239661"/>
                <a:gd name="connsiteX105" fmla="*/ 3334855 w 5187198"/>
                <a:gd name="connsiteY105" fmla="*/ 5097383 h 6239661"/>
                <a:gd name="connsiteX106" fmla="*/ 3599509 w 5187198"/>
                <a:gd name="connsiteY106" fmla="*/ 4976217 h 6239661"/>
                <a:gd name="connsiteX107" fmla="*/ 4112002 w 5187198"/>
                <a:gd name="connsiteY107" fmla="*/ 4766359 h 6239661"/>
                <a:gd name="connsiteX108" fmla="*/ 4348983 w 5187198"/>
                <a:gd name="connsiteY108" fmla="*/ 4649833 h 6239661"/>
                <a:gd name="connsiteX109" fmla="*/ 4560505 w 5187198"/>
                <a:gd name="connsiteY109" fmla="*/ 4501564 h 6239661"/>
                <a:gd name="connsiteX110" fmla="*/ 4731963 w 5187198"/>
                <a:gd name="connsiteY110" fmla="*/ 4309870 h 6239661"/>
                <a:gd name="connsiteX111" fmla="*/ 4852344 w 5187198"/>
                <a:gd name="connsiteY111" fmla="*/ 4078640 h 6239661"/>
                <a:gd name="connsiteX112" fmla="*/ 4863972 w 5187198"/>
                <a:gd name="connsiteY112" fmla="*/ 4047790 h 6239661"/>
                <a:gd name="connsiteX113" fmla="*/ 4874144 w 5187198"/>
                <a:gd name="connsiteY113" fmla="*/ 4016320 h 6239661"/>
                <a:gd name="connsiteX114" fmla="*/ 4884127 w 5187198"/>
                <a:gd name="connsiteY114" fmla="*/ 3984682 h 6239661"/>
                <a:gd name="connsiteX115" fmla="*/ 4892800 w 5187198"/>
                <a:gd name="connsiteY115" fmla="*/ 3951883 h 6239661"/>
                <a:gd name="connsiteX116" fmla="*/ 4909526 w 5187198"/>
                <a:gd name="connsiteY116" fmla="*/ 3886001 h 6239661"/>
                <a:gd name="connsiteX117" fmla="*/ 4917687 w 5187198"/>
                <a:gd name="connsiteY117" fmla="*/ 3852948 h 6239661"/>
                <a:gd name="connsiteX118" fmla="*/ 4921768 w 5187198"/>
                <a:gd name="connsiteY118" fmla="*/ 3836422 h 6239661"/>
                <a:gd name="connsiteX119" fmla="*/ 4924845 w 5187198"/>
                <a:gd name="connsiteY119" fmla="*/ 3819742 h 6239661"/>
                <a:gd name="connsiteX120" fmla="*/ 4948230 w 5187198"/>
                <a:gd name="connsiteY120" fmla="*/ 3685744 h 6239661"/>
                <a:gd name="connsiteX121" fmla="*/ 4962782 w 5187198"/>
                <a:gd name="connsiteY121" fmla="*/ 3550540 h 6239661"/>
                <a:gd name="connsiteX122" fmla="*/ 4939468 w 5187198"/>
                <a:gd name="connsiteY122" fmla="*/ 3010249 h 6239661"/>
                <a:gd name="connsiteX123" fmla="*/ 4816901 w 5187198"/>
                <a:gd name="connsiteY123" fmla="*/ 2488224 h 6239661"/>
                <a:gd name="connsiteX124" fmla="*/ 4797005 w 5187198"/>
                <a:gd name="connsiteY124" fmla="*/ 2424470 h 6239661"/>
                <a:gd name="connsiteX125" fmla="*/ 4774433 w 5187198"/>
                <a:gd name="connsiteY125" fmla="*/ 2361620 h 6239661"/>
                <a:gd name="connsiteX126" fmla="*/ 4752459 w 5187198"/>
                <a:gd name="connsiteY126" fmla="*/ 2298700 h 6239661"/>
                <a:gd name="connsiteX127" fmla="*/ 4728083 w 5187198"/>
                <a:gd name="connsiteY127" fmla="*/ 2236526 h 6239661"/>
                <a:gd name="connsiteX128" fmla="*/ 4704471 w 5187198"/>
                <a:gd name="connsiteY128" fmla="*/ 2174095 h 6239661"/>
                <a:gd name="connsiteX129" fmla="*/ 4678399 w 5187198"/>
                <a:gd name="connsiteY129" fmla="*/ 2112626 h 6239661"/>
                <a:gd name="connsiteX130" fmla="*/ 4652601 w 5187198"/>
                <a:gd name="connsiteY130" fmla="*/ 2050999 h 6239661"/>
                <a:gd name="connsiteX131" fmla="*/ 4624205 w 5187198"/>
                <a:gd name="connsiteY131" fmla="*/ 1990415 h 6239661"/>
                <a:gd name="connsiteX132" fmla="*/ 4595398 w 5187198"/>
                <a:gd name="connsiteY132" fmla="*/ 1930069 h 6239661"/>
                <a:gd name="connsiteX133" fmla="*/ 4563827 w 5187198"/>
                <a:gd name="connsiteY133" fmla="*/ 1870952 h 6239661"/>
                <a:gd name="connsiteX134" fmla="*/ 4531433 w 5187198"/>
                <a:gd name="connsiteY134" fmla="*/ 1812311 h 6239661"/>
                <a:gd name="connsiteX135" fmla="*/ 4523315 w 5187198"/>
                <a:gd name="connsiteY135" fmla="*/ 1797616 h 6239661"/>
                <a:gd name="connsiteX136" fmla="*/ 4514482 w 5187198"/>
                <a:gd name="connsiteY136" fmla="*/ 1783425 h 6239661"/>
                <a:gd name="connsiteX137" fmla="*/ 4496845 w 5187198"/>
                <a:gd name="connsiteY137" fmla="*/ 1754936 h 6239661"/>
                <a:gd name="connsiteX138" fmla="*/ 4461463 w 5187198"/>
                <a:gd name="connsiteY138" fmla="*/ 1697929 h 6239661"/>
                <a:gd name="connsiteX139" fmla="*/ 4452660 w 5187198"/>
                <a:gd name="connsiteY139" fmla="*/ 1683629 h 6239661"/>
                <a:gd name="connsiteX140" fmla="*/ 4443141 w 5187198"/>
                <a:gd name="connsiteY140" fmla="*/ 1669834 h 6239661"/>
                <a:gd name="connsiteX141" fmla="*/ 4424241 w 5187198"/>
                <a:gd name="connsiteY141" fmla="*/ 1642166 h 6239661"/>
                <a:gd name="connsiteX142" fmla="*/ 4346886 w 5187198"/>
                <a:gd name="connsiteY142" fmla="*/ 1532412 h 6239661"/>
                <a:gd name="connsiteX143" fmla="*/ 3985497 w 5187198"/>
                <a:gd name="connsiteY143" fmla="*/ 1134649 h 6239661"/>
                <a:gd name="connsiteX144" fmla="*/ 3545665 w 5187198"/>
                <a:gd name="connsiteY144" fmla="*/ 825877 h 6239661"/>
                <a:gd name="connsiteX145" fmla="*/ 3486190 w 5187198"/>
                <a:gd name="connsiteY145" fmla="*/ 794756 h 6239661"/>
                <a:gd name="connsiteX146" fmla="*/ 3426182 w 5187198"/>
                <a:gd name="connsiteY146" fmla="*/ 764765 h 6239661"/>
                <a:gd name="connsiteX147" fmla="*/ 3365044 w 5187198"/>
                <a:gd name="connsiteY147" fmla="*/ 737255 h 6239661"/>
                <a:gd name="connsiteX148" fmla="*/ 3334529 w 5187198"/>
                <a:gd name="connsiteY148" fmla="*/ 723514 h 6239661"/>
                <a:gd name="connsiteX149" fmla="*/ 3303733 w 5187198"/>
                <a:gd name="connsiteY149" fmla="*/ 710395 h 6239661"/>
                <a:gd name="connsiteX150" fmla="*/ 3179033 w 5187198"/>
                <a:gd name="connsiteY150" fmla="*/ 662259 h 6239661"/>
                <a:gd name="connsiteX151" fmla="*/ 3052408 w 5187198"/>
                <a:gd name="connsiteY151" fmla="*/ 620447 h 6239661"/>
                <a:gd name="connsiteX152" fmla="*/ 2924325 w 5187198"/>
                <a:gd name="connsiteY152" fmla="*/ 584505 h 6239661"/>
                <a:gd name="connsiteX153" fmla="*/ 2859667 w 5187198"/>
                <a:gd name="connsiteY153" fmla="*/ 569266 h 6239661"/>
                <a:gd name="connsiteX154" fmla="*/ 2795226 w 5187198"/>
                <a:gd name="connsiteY154" fmla="*/ 554085 h 6239661"/>
                <a:gd name="connsiteX155" fmla="*/ 2729702 w 5187198"/>
                <a:gd name="connsiteY155" fmla="*/ 540354 h 6239661"/>
                <a:gd name="connsiteX156" fmla="*/ 2663758 w 5187198"/>
                <a:gd name="connsiteY156" fmla="*/ 527322 h 6239661"/>
                <a:gd name="connsiteX157" fmla="*/ 2630927 w 5187198"/>
                <a:gd name="connsiteY157" fmla="*/ 520495 h 6239661"/>
                <a:gd name="connsiteX158" fmla="*/ 2597965 w 5187198"/>
                <a:gd name="connsiteY158" fmla="*/ 515024 h 6239661"/>
                <a:gd name="connsiteX159" fmla="*/ 2532205 w 5187198"/>
                <a:gd name="connsiteY159" fmla="*/ 503895 h 6239661"/>
                <a:gd name="connsiteX160" fmla="*/ 2010064 w 5187198"/>
                <a:gd name="connsiteY160" fmla="*/ 452552 h 6239661"/>
                <a:gd name="connsiteX161" fmla="*/ 1494552 w 5187198"/>
                <a:gd name="connsiteY161" fmla="*/ 485055 h 6239661"/>
                <a:gd name="connsiteX162" fmla="*/ 1366896 w 5187198"/>
                <a:gd name="connsiteY162" fmla="*/ 509389 h 6239661"/>
                <a:gd name="connsiteX163" fmla="*/ 1240175 w 5187198"/>
                <a:gd name="connsiteY163" fmla="*/ 541045 h 6239661"/>
                <a:gd name="connsiteX164" fmla="*/ 1177438 w 5187198"/>
                <a:gd name="connsiteY164" fmla="*/ 560170 h 6239661"/>
                <a:gd name="connsiteX165" fmla="*/ 1145987 w 5187198"/>
                <a:gd name="connsiteY165" fmla="*/ 569826 h 6239661"/>
                <a:gd name="connsiteX166" fmla="*/ 1130315 w 5187198"/>
                <a:gd name="connsiteY166" fmla="*/ 574669 h 6239661"/>
                <a:gd name="connsiteX167" fmla="*/ 1114873 w 5187198"/>
                <a:gd name="connsiteY167" fmla="*/ 580384 h 6239661"/>
                <a:gd name="connsiteX168" fmla="*/ 1052839 w 5187198"/>
                <a:gd name="connsiteY168" fmla="*/ 602943 h 6239661"/>
                <a:gd name="connsiteX169" fmla="*/ 991135 w 5187198"/>
                <a:gd name="connsiteY169" fmla="*/ 626866 h 6239661"/>
                <a:gd name="connsiteX170" fmla="*/ 930179 w 5187198"/>
                <a:gd name="connsiteY170" fmla="*/ 653191 h 6239661"/>
                <a:gd name="connsiteX171" fmla="*/ 869768 w 5187198"/>
                <a:gd name="connsiteY171" fmla="*/ 680937 h 6239661"/>
                <a:gd name="connsiteX172" fmla="*/ 810085 w 5187198"/>
                <a:gd name="connsiteY172" fmla="*/ 710734 h 6239661"/>
                <a:gd name="connsiteX173" fmla="*/ 751220 w 5187198"/>
                <a:gd name="connsiteY173" fmla="*/ 741794 h 6239661"/>
                <a:gd name="connsiteX174" fmla="*/ 532669 w 5187198"/>
                <a:gd name="connsiteY174" fmla="*/ 881688 h 6239661"/>
                <a:gd name="connsiteX175" fmla="*/ 354185 w 5187198"/>
                <a:gd name="connsiteY175" fmla="*/ 1050286 h 6239661"/>
                <a:gd name="connsiteX176" fmla="*/ 315980 w 5187198"/>
                <a:gd name="connsiteY176" fmla="*/ 1098125 h 6239661"/>
                <a:gd name="connsiteX177" fmla="*/ 280345 w 5187198"/>
                <a:gd name="connsiteY177" fmla="*/ 1149782 h 6239661"/>
                <a:gd name="connsiteX178" fmla="*/ 245890 w 5187198"/>
                <a:gd name="connsiteY178" fmla="*/ 1203959 h 6239661"/>
                <a:gd name="connsiteX179" fmla="*/ 212162 w 5187198"/>
                <a:gd name="connsiteY179" fmla="*/ 1260184 h 6239661"/>
                <a:gd name="connsiteX180" fmla="*/ 80716 w 5187198"/>
                <a:gd name="connsiteY180" fmla="*/ 1502476 h 6239661"/>
                <a:gd name="connsiteX181" fmla="*/ 0 w 5187198"/>
                <a:gd name="connsiteY181" fmla="*/ 1648841 h 6239661"/>
                <a:gd name="connsiteX182" fmla="*/ 0 w 5187198"/>
                <a:gd name="connsiteY182" fmla="*/ 954863 h 6239661"/>
                <a:gd name="connsiteX183" fmla="*/ 43491 w 5187198"/>
                <a:gd name="connsiteY183" fmla="*/ 895513 h 6239661"/>
                <a:gd name="connsiteX184" fmla="*/ 93923 w 5187198"/>
                <a:gd name="connsiteY184" fmla="*/ 834489 h 6239661"/>
                <a:gd name="connsiteX185" fmla="*/ 323465 w 5187198"/>
                <a:gd name="connsiteY185" fmla="*/ 617671 h 6239661"/>
                <a:gd name="connsiteX186" fmla="*/ 574777 w 5187198"/>
                <a:gd name="connsiteY186" fmla="*/ 446794 h 6239661"/>
                <a:gd name="connsiteX187" fmla="*/ 638943 w 5187198"/>
                <a:gd name="connsiteY187" fmla="*/ 408925 h 6239661"/>
                <a:gd name="connsiteX188" fmla="*/ 703505 w 5187198"/>
                <a:gd name="connsiteY188" fmla="*/ 371742 h 6239661"/>
                <a:gd name="connsiteX189" fmla="*/ 769262 w 5187198"/>
                <a:gd name="connsiteY189" fmla="*/ 336154 h 6239661"/>
                <a:gd name="connsiteX190" fmla="*/ 835552 w 5187198"/>
                <a:gd name="connsiteY190" fmla="*/ 301173 h 6239661"/>
                <a:gd name="connsiteX191" fmla="*/ 902979 w 5187198"/>
                <a:gd name="connsiteY191" fmla="*/ 268004 h 6239661"/>
                <a:gd name="connsiteX192" fmla="*/ 971127 w 5187198"/>
                <a:gd name="connsiteY192" fmla="*/ 235607 h 6239661"/>
                <a:gd name="connsiteX193" fmla="*/ 988238 w 5187198"/>
                <a:gd name="connsiteY193" fmla="*/ 227556 h 6239661"/>
                <a:gd name="connsiteX194" fmla="*/ 1005744 w 5187198"/>
                <a:gd name="connsiteY194" fmla="*/ 220191 h 6239661"/>
                <a:gd name="connsiteX195" fmla="*/ 1040729 w 5187198"/>
                <a:gd name="connsiteY195" fmla="*/ 205569 h 6239661"/>
                <a:gd name="connsiteX196" fmla="*/ 1110835 w 5187198"/>
                <a:gd name="connsiteY196" fmla="*/ 176248 h 6239661"/>
                <a:gd name="connsiteX197" fmla="*/ 1254256 w 5187198"/>
                <a:gd name="connsiteY197" fmla="*/ 123796 h 6239661"/>
                <a:gd name="connsiteX198" fmla="*/ 1401310 w 5187198"/>
                <a:gd name="connsiteY198" fmla="*/ 79852 h 6239661"/>
                <a:gd name="connsiteX199" fmla="*/ 2011811 w 5187198"/>
                <a:gd name="connsiteY199" fmla="*/ 4 h 62396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</a:cxnLst>
              <a:rect l="l" t="t" r="r" b="b"/>
              <a:pathLst>
                <a:path w="5187198" h="6239661">
                  <a:moveTo>
                    <a:pt x="2011811" y="4"/>
                  </a:moveTo>
                  <a:cubicBezTo>
                    <a:pt x="2217306" y="120"/>
                    <a:pt x="2420903" y="25925"/>
                    <a:pt x="2617011" y="70590"/>
                  </a:cubicBezTo>
                  <a:lnTo>
                    <a:pt x="2690321" y="88146"/>
                  </a:lnTo>
                  <a:lnTo>
                    <a:pt x="2726863" y="97127"/>
                  </a:lnTo>
                  <a:lnTo>
                    <a:pt x="2762951" y="107375"/>
                  </a:lnTo>
                  <a:lnTo>
                    <a:pt x="2834843" y="128493"/>
                  </a:lnTo>
                  <a:cubicBezTo>
                    <a:pt x="2858788" y="135605"/>
                    <a:pt x="2882632" y="142226"/>
                    <a:pt x="2906574" y="151076"/>
                  </a:cubicBezTo>
                  <a:cubicBezTo>
                    <a:pt x="2954475" y="167852"/>
                    <a:pt x="3002363" y="183813"/>
                    <a:pt x="3049504" y="202124"/>
                  </a:cubicBezTo>
                  <a:lnTo>
                    <a:pt x="3189518" y="260159"/>
                  </a:lnTo>
                  <a:lnTo>
                    <a:pt x="3326048" y="325143"/>
                  </a:lnTo>
                  <a:cubicBezTo>
                    <a:pt x="3370687" y="348464"/>
                    <a:pt x="3414908" y="372485"/>
                    <a:pt x="3459166" y="395936"/>
                  </a:cubicBezTo>
                  <a:cubicBezTo>
                    <a:pt x="3502947" y="420302"/>
                    <a:pt x="3545491" y="447118"/>
                    <a:pt x="3588578" y="472343"/>
                  </a:cubicBezTo>
                  <a:cubicBezTo>
                    <a:pt x="3610346" y="484551"/>
                    <a:pt x="3630797" y="499072"/>
                    <a:pt x="3651864" y="512600"/>
                  </a:cubicBezTo>
                  <a:lnTo>
                    <a:pt x="3714514" y="553499"/>
                  </a:lnTo>
                  <a:cubicBezTo>
                    <a:pt x="3880005" y="664844"/>
                    <a:pt x="4036083" y="788388"/>
                    <a:pt x="4181221" y="922912"/>
                  </a:cubicBezTo>
                  <a:cubicBezTo>
                    <a:pt x="4326221" y="1057515"/>
                    <a:pt x="4461955" y="1202038"/>
                    <a:pt x="4582963" y="1358264"/>
                  </a:cubicBezTo>
                  <a:cubicBezTo>
                    <a:pt x="4614206" y="1396543"/>
                    <a:pt x="4642091" y="1437400"/>
                    <a:pt x="4670721" y="1477644"/>
                  </a:cubicBezTo>
                  <a:cubicBezTo>
                    <a:pt x="4700172" y="1517414"/>
                    <a:pt x="4725864" y="1559538"/>
                    <a:pt x="4752378" y="1601187"/>
                  </a:cubicBezTo>
                  <a:lnTo>
                    <a:pt x="4772168" y="1632456"/>
                  </a:lnTo>
                  <a:lnTo>
                    <a:pt x="4782117" y="1648104"/>
                  </a:lnTo>
                  <a:lnTo>
                    <a:pt x="4791381" y="1664150"/>
                  </a:lnTo>
                  <a:lnTo>
                    <a:pt x="4828190" y="1728379"/>
                  </a:lnTo>
                  <a:cubicBezTo>
                    <a:pt x="4840266" y="1749930"/>
                    <a:pt x="4853470" y="1770740"/>
                    <a:pt x="4864832" y="1792796"/>
                  </a:cubicBezTo>
                  <a:lnTo>
                    <a:pt x="4899201" y="1858342"/>
                  </a:lnTo>
                  <a:cubicBezTo>
                    <a:pt x="4910484" y="1880260"/>
                    <a:pt x="4922532" y="1901920"/>
                    <a:pt x="4933266" y="1924155"/>
                  </a:cubicBezTo>
                  <a:lnTo>
                    <a:pt x="4964403" y="1991384"/>
                  </a:lnTo>
                  <a:cubicBezTo>
                    <a:pt x="4974618" y="2013829"/>
                    <a:pt x="4985323" y="2036171"/>
                    <a:pt x="4995019" y="2058823"/>
                  </a:cubicBezTo>
                  <a:lnTo>
                    <a:pt x="5021999" y="2127723"/>
                  </a:lnTo>
                  <a:lnTo>
                    <a:pt x="5048321" y="2196908"/>
                  </a:lnTo>
                  <a:lnTo>
                    <a:pt x="5070546" y="2267547"/>
                  </a:lnTo>
                  <a:cubicBezTo>
                    <a:pt x="5078054" y="2291004"/>
                    <a:pt x="5085044" y="2314670"/>
                    <a:pt x="5092171" y="2338256"/>
                  </a:cubicBezTo>
                  <a:cubicBezTo>
                    <a:pt x="5098670" y="2362023"/>
                    <a:pt x="5104296" y="2386019"/>
                    <a:pt x="5110305" y="2409886"/>
                  </a:cubicBezTo>
                  <a:cubicBezTo>
                    <a:pt x="5158097" y="2600976"/>
                    <a:pt x="5182068" y="2797044"/>
                    <a:pt x="5186393" y="2992022"/>
                  </a:cubicBezTo>
                  <a:cubicBezTo>
                    <a:pt x="5191013" y="3187195"/>
                    <a:pt x="5175397" y="3380886"/>
                    <a:pt x="5149045" y="3571816"/>
                  </a:cubicBezTo>
                  <a:cubicBezTo>
                    <a:pt x="5141154" y="3619431"/>
                    <a:pt x="5133539" y="3666889"/>
                    <a:pt x="5126572" y="3714520"/>
                  </a:cubicBezTo>
                  <a:cubicBezTo>
                    <a:pt x="5117276" y="3761759"/>
                    <a:pt x="5107793" y="3808831"/>
                    <a:pt x="5099067" y="3856108"/>
                  </a:cubicBezTo>
                  <a:lnTo>
                    <a:pt x="5095699" y="3873868"/>
                  </a:lnTo>
                  <a:lnTo>
                    <a:pt x="5091573" y="3891426"/>
                  </a:lnTo>
                  <a:lnTo>
                    <a:pt x="5083324" y="3926541"/>
                  </a:lnTo>
                  <a:lnTo>
                    <a:pt x="5067256" y="3996889"/>
                  </a:lnTo>
                  <a:cubicBezTo>
                    <a:pt x="5064451" y="4008657"/>
                    <a:pt x="5062244" y="4020353"/>
                    <a:pt x="5059194" y="4032171"/>
                  </a:cubicBezTo>
                  <a:lnTo>
                    <a:pt x="5049522" y="4067833"/>
                  </a:lnTo>
                  <a:lnTo>
                    <a:pt x="5040067" y="4103553"/>
                  </a:lnTo>
                  <a:cubicBezTo>
                    <a:pt x="5036554" y="4115363"/>
                    <a:pt x="5032689" y="4127194"/>
                    <a:pt x="5028960" y="4138946"/>
                  </a:cubicBezTo>
                  <a:cubicBezTo>
                    <a:pt x="4999693" y="4233462"/>
                    <a:pt x="4962869" y="4326764"/>
                    <a:pt x="4917351" y="4417041"/>
                  </a:cubicBezTo>
                  <a:cubicBezTo>
                    <a:pt x="4871860" y="4507209"/>
                    <a:pt x="4817597" y="4594215"/>
                    <a:pt x="4756163" y="4676402"/>
                  </a:cubicBezTo>
                  <a:cubicBezTo>
                    <a:pt x="4632803" y="4840875"/>
                    <a:pt x="4480597" y="4982783"/>
                    <a:pt x="4322493" y="5105604"/>
                  </a:cubicBezTo>
                  <a:cubicBezTo>
                    <a:pt x="4163928" y="5228420"/>
                    <a:pt x="3999564" y="5332640"/>
                    <a:pt x="3840510" y="5429590"/>
                  </a:cubicBezTo>
                  <a:cubicBezTo>
                    <a:pt x="3760954" y="5478172"/>
                    <a:pt x="3682353" y="5524924"/>
                    <a:pt x="3606447" y="5572862"/>
                  </a:cubicBezTo>
                  <a:lnTo>
                    <a:pt x="3488814" y="5647178"/>
                  </a:lnTo>
                  <a:cubicBezTo>
                    <a:pt x="3448270" y="5672597"/>
                    <a:pt x="3407323" y="5697792"/>
                    <a:pt x="3365864" y="5722735"/>
                  </a:cubicBezTo>
                  <a:cubicBezTo>
                    <a:pt x="3200163" y="5822424"/>
                    <a:pt x="3026125" y="5917328"/>
                    <a:pt x="2839486" y="5999120"/>
                  </a:cubicBezTo>
                  <a:cubicBezTo>
                    <a:pt x="2653201" y="6080891"/>
                    <a:pt x="2453560" y="6149344"/>
                    <a:pt x="2242423" y="6192346"/>
                  </a:cubicBezTo>
                  <a:cubicBezTo>
                    <a:pt x="2031719" y="6235463"/>
                    <a:pt x="1808952" y="6251353"/>
                    <a:pt x="1589380" y="6230657"/>
                  </a:cubicBezTo>
                  <a:lnTo>
                    <a:pt x="1548244" y="6226706"/>
                  </a:lnTo>
                  <a:cubicBezTo>
                    <a:pt x="1534528" y="6225117"/>
                    <a:pt x="1520898" y="6223203"/>
                    <a:pt x="1507348" y="6221428"/>
                  </a:cubicBezTo>
                  <a:lnTo>
                    <a:pt x="1466401" y="6215904"/>
                  </a:lnTo>
                  <a:cubicBezTo>
                    <a:pt x="1452772" y="6213991"/>
                    <a:pt x="1439316" y="6211428"/>
                    <a:pt x="1425773" y="6209191"/>
                  </a:cubicBezTo>
                  <a:cubicBezTo>
                    <a:pt x="1398775" y="6204391"/>
                    <a:pt x="1371610" y="6199779"/>
                    <a:pt x="1344960" y="6193681"/>
                  </a:cubicBezTo>
                  <a:cubicBezTo>
                    <a:pt x="1318251" y="6187799"/>
                    <a:pt x="1291260" y="6182538"/>
                    <a:pt x="1265007" y="6175388"/>
                  </a:cubicBezTo>
                  <a:lnTo>
                    <a:pt x="1225415" y="6165243"/>
                  </a:lnTo>
                  <a:cubicBezTo>
                    <a:pt x="1212163" y="6161924"/>
                    <a:pt x="1198939" y="6158496"/>
                    <a:pt x="1186567" y="6154486"/>
                  </a:cubicBezTo>
                  <a:lnTo>
                    <a:pt x="1111158" y="6130918"/>
                  </a:lnTo>
                  <a:lnTo>
                    <a:pt x="1035915" y="6107163"/>
                  </a:lnTo>
                  <a:cubicBezTo>
                    <a:pt x="1010846" y="6099055"/>
                    <a:pt x="986357" y="6088784"/>
                    <a:pt x="961579" y="6079594"/>
                  </a:cubicBezTo>
                  <a:cubicBezTo>
                    <a:pt x="763709" y="6005594"/>
                    <a:pt x="572401" y="5909703"/>
                    <a:pt x="395297" y="5792812"/>
                  </a:cubicBezTo>
                  <a:lnTo>
                    <a:pt x="265239" y="5701511"/>
                  </a:lnTo>
                  <a:cubicBezTo>
                    <a:pt x="254227" y="5694155"/>
                    <a:pt x="244103" y="5685646"/>
                    <a:pt x="233756" y="5677542"/>
                  </a:cubicBezTo>
                  <a:lnTo>
                    <a:pt x="202800" y="5652902"/>
                  </a:lnTo>
                  <a:lnTo>
                    <a:pt x="140918" y="5603515"/>
                  </a:lnTo>
                  <a:cubicBezTo>
                    <a:pt x="130598" y="5595302"/>
                    <a:pt x="120280" y="5587089"/>
                    <a:pt x="110625" y="5578127"/>
                  </a:cubicBezTo>
                  <a:cubicBezTo>
                    <a:pt x="105647" y="5573779"/>
                    <a:pt x="100444" y="5569834"/>
                    <a:pt x="95631" y="5565299"/>
                  </a:cubicBezTo>
                  <a:cubicBezTo>
                    <a:pt x="90955" y="5560684"/>
                    <a:pt x="86505" y="5555666"/>
                    <a:pt x="81966" y="5550973"/>
                  </a:cubicBezTo>
                  <a:lnTo>
                    <a:pt x="27991" y="5493272"/>
                  </a:lnTo>
                  <a:cubicBezTo>
                    <a:pt x="19109" y="5483589"/>
                    <a:pt x="9758" y="5474359"/>
                    <a:pt x="1454" y="5464252"/>
                  </a:cubicBezTo>
                  <a:lnTo>
                    <a:pt x="0" y="5462518"/>
                  </a:lnTo>
                  <a:lnTo>
                    <a:pt x="0" y="4720187"/>
                  </a:lnTo>
                  <a:lnTo>
                    <a:pt x="109684" y="4836724"/>
                  </a:lnTo>
                  <a:cubicBezTo>
                    <a:pt x="173316" y="4897375"/>
                    <a:pt x="239447" y="4954160"/>
                    <a:pt x="306959" y="5007200"/>
                  </a:cubicBezTo>
                  <a:lnTo>
                    <a:pt x="358101" y="5046057"/>
                  </a:lnTo>
                  <a:lnTo>
                    <a:pt x="383328" y="5065684"/>
                  </a:lnTo>
                  <a:cubicBezTo>
                    <a:pt x="391637" y="5072316"/>
                    <a:pt x="400805" y="5077902"/>
                    <a:pt x="409503" y="5083942"/>
                  </a:cubicBezTo>
                  <a:lnTo>
                    <a:pt x="461889" y="5119888"/>
                  </a:lnTo>
                  <a:cubicBezTo>
                    <a:pt x="466184" y="5122893"/>
                    <a:pt x="470616" y="5125820"/>
                    <a:pt x="474883" y="5128933"/>
                  </a:cubicBezTo>
                  <a:cubicBezTo>
                    <a:pt x="478982" y="5132235"/>
                    <a:pt x="482476" y="5136069"/>
                    <a:pt x="486410" y="5139557"/>
                  </a:cubicBezTo>
                  <a:cubicBezTo>
                    <a:pt x="494140" y="5146613"/>
                    <a:pt x="502565" y="5152812"/>
                    <a:pt x="510852" y="5159089"/>
                  </a:cubicBezTo>
                  <a:lnTo>
                    <a:pt x="560653" y="5196893"/>
                  </a:lnTo>
                  <a:lnTo>
                    <a:pt x="585485" y="5215834"/>
                  </a:lnTo>
                  <a:cubicBezTo>
                    <a:pt x="593773" y="5222111"/>
                    <a:pt x="601864" y="5228685"/>
                    <a:pt x="610707" y="5234185"/>
                  </a:cubicBezTo>
                  <a:lnTo>
                    <a:pt x="714768" y="5303103"/>
                  </a:lnTo>
                  <a:cubicBezTo>
                    <a:pt x="856162" y="5390603"/>
                    <a:pt x="1008099" y="5459947"/>
                    <a:pt x="1166634" y="5513322"/>
                  </a:cubicBezTo>
                  <a:cubicBezTo>
                    <a:pt x="1186540" y="5519932"/>
                    <a:pt x="1205774" y="5527751"/>
                    <a:pt x="1225991" y="5533632"/>
                  </a:cubicBezTo>
                  <a:lnTo>
                    <a:pt x="1286680" y="5550705"/>
                  </a:lnTo>
                  <a:lnTo>
                    <a:pt x="1347310" y="5567995"/>
                  </a:lnTo>
                  <a:cubicBezTo>
                    <a:pt x="1357469" y="5571180"/>
                    <a:pt x="1367261" y="5573572"/>
                    <a:pt x="1377002" y="5575719"/>
                  </a:cubicBezTo>
                  <a:lnTo>
                    <a:pt x="1406328" y="5582649"/>
                  </a:lnTo>
                  <a:cubicBezTo>
                    <a:pt x="1425825" y="5587757"/>
                    <a:pt x="1445490" y="5590939"/>
                    <a:pt x="1465060" y="5594909"/>
                  </a:cubicBezTo>
                  <a:cubicBezTo>
                    <a:pt x="1484652" y="5599231"/>
                    <a:pt x="1504324" y="5601952"/>
                    <a:pt x="1523881" y="5605105"/>
                  </a:cubicBezTo>
                  <a:cubicBezTo>
                    <a:pt x="1533660" y="5606682"/>
                    <a:pt x="1543460" y="5608613"/>
                    <a:pt x="1553325" y="5609865"/>
                  </a:cubicBezTo>
                  <a:lnTo>
                    <a:pt x="1582813" y="5613593"/>
                  </a:lnTo>
                  <a:lnTo>
                    <a:pt x="1612301" y="5617321"/>
                  </a:lnTo>
                  <a:lnTo>
                    <a:pt x="1641863" y="5619910"/>
                  </a:lnTo>
                  <a:cubicBezTo>
                    <a:pt x="1799348" y="5633940"/>
                    <a:pt x="1957913" y="5625770"/>
                    <a:pt x="2117508" y="5595156"/>
                  </a:cubicBezTo>
                  <a:cubicBezTo>
                    <a:pt x="2277124" y="5564895"/>
                    <a:pt x="2437004" y="5512449"/>
                    <a:pt x="2597368" y="5447381"/>
                  </a:cubicBezTo>
                  <a:cubicBezTo>
                    <a:pt x="2757791" y="5382096"/>
                    <a:pt x="2918855" y="5304464"/>
                    <a:pt x="3082968" y="5223245"/>
                  </a:cubicBezTo>
                  <a:lnTo>
                    <a:pt x="3334855" y="5097383"/>
                  </a:lnTo>
                  <a:cubicBezTo>
                    <a:pt x="3423528" y="5054142"/>
                    <a:pt x="3511773" y="5013798"/>
                    <a:pt x="3599509" y="4976217"/>
                  </a:cubicBezTo>
                  <a:cubicBezTo>
                    <a:pt x="3774960" y="4900701"/>
                    <a:pt x="3948276" y="4837481"/>
                    <a:pt x="4112002" y="4766359"/>
                  </a:cubicBezTo>
                  <a:cubicBezTo>
                    <a:pt x="4193972" y="4730827"/>
                    <a:pt x="4273429" y="4692997"/>
                    <a:pt x="4348983" y="4649833"/>
                  </a:cubicBezTo>
                  <a:cubicBezTo>
                    <a:pt x="4424508" y="4606778"/>
                    <a:pt x="4496050" y="4558250"/>
                    <a:pt x="4560505" y="4501564"/>
                  </a:cubicBezTo>
                  <a:cubicBezTo>
                    <a:pt x="4625198" y="4445289"/>
                    <a:pt x="4682991" y="4381021"/>
                    <a:pt x="4731963" y="4309870"/>
                  </a:cubicBezTo>
                  <a:cubicBezTo>
                    <a:pt x="4781043" y="4238747"/>
                    <a:pt x="4821275" y="4160848"/>
                    <a:pt x="4852344" y="4078640"/>
                  </a:cubicBezTo>
                  <a:lnTo>
                    <a:pt x="4863972" y="4047790"/>
                  </a:lnTo>
                  <a:lnTo>
                    <a:pt x="4874144" y="4016320"/>
                  </a:lnTo>
                  <a:lnTo>
                    <a:pt x="4884127" y="3984682"/>
                  </a:lnTo>
                  <a:cubicBezTo>
                    <a:pt x="4887242" y="3973925"/>
                    <a:pt x="4889981" y="3962835"/>
                    <a:pt x="4892800" y="3951883"/>
                  </a:cubicBezTo>
                  <a:lnTo>
                    <a:pt x="4909526" y="3886001"/>
                  </a:lnTo>
                  <a:lnTo>
                    <a:pt x="4917687" y="3852948"/>
                  </a:lnTo>
                  <a:lnTo>
                    <a:pt x="4921768" y="3836422"/>
                  </a:lnTo>
                  <a:lnTo>
                    <a:pt x="4924845" y="3819742"/>
                  </a:lnTo>
                  <a:cubicBezTo>
                    <a:pt x="4933092" y="3775120"/>
                    <a:pt x="4941231" y="3730469"/>
                    <a:pt x="4948230" y="3685744"/>
                  </a:cubicBezTo>
                  <a:cubicBezTo>
                    <a:pt x="4953579" y="3640694"/>
                    <a:pt x="4958249" y="3595577"/>
                    <a:pt x="4962782" y="3550540"/>
                  </a:cubicBezTo>
                  <a:cubicBezTo>
                    <a:pt x="4976580" y="3369692"/>
                    <a:pt x="4965812" y="3187942"/>
                    <a:pt x="4939468" y="3010249"/>
                  </a:cubicBezTo>
                  <a:cubicBezTo>
                    <a:pt x="4912965" y="2832281"/>
                    <a:pt x="4870237" y="2658196"/>
                    <a:pt x="4816901" y="2488224"/>
                  </a:cubicBezTo>
                  <a:cubicBezTo>
                    <a:pt x="4810197" y="2466954"/>
                    <a:pt x="4803984" y="2445582"/>
                    <a:pt x="4797005" y="2424470"/>
                  </a:cubicBezTo>
                  <a:cubicBezTo>
                    <a:pt x="4789399" y="2403537"/>
                    <a:pt x="4781686" y="2382574"/>
                    <a:pt x="4774433" y="2361620"/>
                  </a:cubicBezTo>
                  <a:lnTo>
                    <a:pt x="4752459" y="2298700"/>
                  </a:lnTo>
                  <a:lnTo>
                    <a:pt x="4728083" y="2236526"/>
                  </a:lnTo>
                  <a:cubicBezTo>
                    <a:pt x="4719957" y="2215802"/>
                    <a:pt x="4712352" y="2194869"/>
                    <a:pt x="4704471" y="2174095"/>
                  </a:cubicBezTo>
                  <a:lnTo>
                    <a:pt x="4678399" y="2112626"/>
                  </a:lnTo>
                  <a:lnTo>
                    <a:pt x="4652601" y="2050999"/>
                  </a:lnTo>
                  <a:cubicBezTo>
                    <a:pt x="4643711" y="2030533"/>
                    <a:pt x="4633616" y="2010672"/>
                    <a:pt x="4624205" y="1990415"/>
                  </a:cubicBezTo>
                  <a:lnTo>
                    <a:pt x="4595398" y="1930069"/>
                  </a:lnTo>
                  <a:cubicBezTo>
                    <a:pt x="4585714" y="1909969"/>
                    <a:pt x="4574413" y="1890713"/>
                    <a:pt x="4563827" y="1870952"/>
                  </a:cubicBezTo>
                  <a:lnTo>
                    <a:pt x="4531433" y="1812311"/>
                  </a:lnTo>
                  <a:lnTo>
                    <a:pt x="4523315" y="1797616"/>
                  </a:lnTo>
                  <a:lnTo>
                    <a:pt x="4514482" y="1783425"/>
                  </a:lnTo>
                  <a:lnTo>
                    <a:pt x="4496845" y="1754936"/>
                  </a:lnTo>
                  <a:lnTo>
                    <a:pt x="4461463" y="1697929"/>
                  </a:lnTo>
                  <a:lnTo>
                    <a:pt x="4452660" y="1683629"/>
                  </a:lnTo>
                  <a:lnTo>
                    <a:pt x="4443141" y="1669834"/>
                  </a:lnTo>
                  <a:lnTo>
                    <a:pt x="4424241" y="1642166"/>
                  </a:lnTo>
                  <a:cubicBezTo>
                    <a:pt x="4399005" y="1605265"/>
                    <a:pt x="4374512" y="1567751"/>
                    <a:pt x="4346886" y="1532412"/>
                  </a:cubicBezTo>
                  <a:cubicBezTo>
                    <a:pt x="4240477" y="1388328"/>
                    <a:pt x="4120362" y="1253437"/>
                    <a:pt x="3985497" y="1134649"/>
                  </a:cubicBezTo>
                  <a:cubicBezTo>
                    <a:pt x="3850799" y="1015675"/>
                    <a:pt x="3702920" y="911715"/>
                    <a:pt x="3545665" y="825877"/>
                  </a:cubicBezTo>
                  <a:lnTo>
                    <a:pt x="3486190" y="794756"/>
                  </a:lnTo>
                  <a:cubicBezTo>
                    <a:pt x="3466181" y="784640"/>
                    <a:pt x="3446893" y="773560"/>
                    <a:pt x="3426182" y="764765"/>
                  </a:cubicBezTo>
                  <a:lnTo>
                    <a:pt x="3365044" y="737255"/>
                  </a:lnTo>
                  <a:lnTo>
                    <a:pt x="3334529" y="723514"/>
                  </a:lnTo>
                  <a:cubicBezTo>
                    <a:pt x="3324394" y="718943"/>
                    <a:pt x="3314287" y="714265"/>
                    <a:pt x="3303733" y="710395"/>
                  </a:cubicBezTo>
                  <a:cubicBezTo>
                    <a:pt x="3262013" y="694346"/>
                    <a:pt x="3220711" y="677599"/>
                    <a:pt x="3179033" y="662259"/>
                  </a:cubicBezTo>
                  <a:lnTo>
                    <a:pt x="3052408" y="620447"/>
                  </a:lnTo>
                  <a:lnTo>
                    <a:pt x="2924325" y="584505"/>
                  </a:lnTo>
                  <a:cubicBezTo>
                    <a:pt x="2903106" y="578471"/>
                    <a:pt x="2881119" y="574434"/>
                    <a:pt x="2859667" y="569266"/>
                  </a:cubicBezTo>
                  <a:lnTo>
                    <a:pt x="2795226" y="554085"/>
                  </a:lnTo>
                  <a:cubicBezTo>
                    <a:pt x="2774078" y="548652"/>
                    <a:pt x="2751709" y="544744"/>
                    <a:pt x="2729702" y="540354"/>
                  </a:cubicBezTo>
                  <a:lnTo>
                    <a:pt x="2663758" y="527322"/>
                  </a:lnTo>
                  <a:lnTo>
                    <a:pt x="2630927" y="520495"/>
                  </a:lnTo>
                  <a:lnTo>
                    <a:pt x="2597965" y="515024"/>
                  </a:lnTo>
                  <a:cubicBezTo>
                    <a:pt x="2575970" y="511449"/>
                    <a:pt x="2554112" y="507795"/>
                    <a:pt x="2532205" y="503895"/>
                  </a:cubicBezTo>
                  <a:cubicBezTo>
                    <a:pt x="2357016" y="475037"/>
                    <a:pt x="2182954" y="456682"/>
                    <a:pt x="2010064" y="452552"/>
                  </a:cubicBezTo>
                  <a:cubicBezTo>
                    <a:pt x="1837255" y="448558"/>
                    <a:pt x="1665388" y="457916"/>
                    <a:pt x="1494552" y="485055"/>
                  </a:cubicBezTo>
                  <a:cubicBezTo>
                    <a:pt x="1452133" y="492816"/>
                    <a:pt x="1409569" y="501117"/>
                    <a:pt x="1366896" y="509389"/>
                  </a:cubicBezTo>
                  <a:cubicBezTo>
                    <a:pt x="1324862" y="520035"/>
                    <a:pt x="1282333" y="529505"/>
                    <a:pt x="1240175" y="541045"/>
                  </a:cubicBezTo>
                  <a:lnTo>
                    <a:pt x="1177438" y="560170"/>
                  </a:lnTo>
                  <a:lnTo>
                    <a:pt x="1145987" y="569826"/>
                  </a:lnTo>
                  <a:lnTo>
                    <a:pt x="1130315" y="574669"/>
                  </a:lnTo>
                  <a:lnTo>
                    <a:pt x="1114873" y="580384"/>
                  </a:lnTo>
                  <a:lnTo>
                    <a:pt x="1052839" y="602943"/>
                  </a:lnTo>
                  <a:cubicBezTo>
                    <a:pt x="1032151" y="610499"/>
                    <a:pt x="1011255" y="617535"/>
                    <a:pt x="991135" y="626866"/>
                  </a:cubicBezTo>
                  <a:lnTo>
                    <a:pt x="930179" y="653191"/>
                  </a:lnTo>
                  <a:cubicBezTo>
                    <a:pt x="909850" y="662002"/>
                    <a:pt x="889443" y="670676"/>
                    <a:pt x="869768" y="680937"/>
                  </a:cubicBezTo>
                  <a:lnTo>
                    <a:pt x="810085" y="710734"/>
                  </a:lnTo>
                  <a:cubicBezTo>
                    <a:pt x="790331" y="720859"/>
                    <a:pt x="770124" y="730514"/>
                    <a:pt x="751220" y="741794"/>
                  </a:cubicBezTo>
                  <a:cubicBezTo>
                    <a:pt x="673929" y="784955"/>
                    <a:pt x="598827" y="830326"/>
                    <a:pt x="532669" y="881688"/>
                  </a:cubicBezTo>
                  <a:cubicBezTo>
                    <a:pt x="464226" y="931625"/>
                    <a:pt x="406969" y="988270"/>
                    <a:pt x="354185" y="1050286"/>
                  </a:cubicBezTo>
                  <a:lnTo>
                    <a:pt x="315980" y="1098125"/>
                  </a:lnTo>
                  <a:lnTo>
                    <a:pt x="280345" y="1149782"/>
                  </a:lnTo>
                  <a:cubicBezTo>
                    <a:pt x="268144" y="1166335"/>
                    <a:pt x="257438" y="1185955"/>
                    <a:pt x="245890" y="1203959"/>
                  </a:cubicBezTo>
                  <a:cubicBezTo>
                    <a:pt x="234552" y="1222481"/>
                    <a:pt x="223171" y="1240298"/>
                    <a:pt x="212162" y="1260184"/>
                  </a:cubicBezTo>
                  <a:cubicBezTo>
                    <a:pt x="168299" y="1337574"/>
                    <a:pt x="125055" y="1419360"/>
                    <a:pt x="80716" y="1502476"/>
                  </a:cubicBezTo>
                  <a:lnTo>
                    <a:pt x="0" y="1648841"/>
                  </a:lnTo>
                  <a:lnTo>
                    <a:pt x="0" y="954863"/>
                  </a:lnTo>
                  <a:lnTo>
                    <a:pt x="43491" y="895513"/>
                  </a:lnTo>
                  <a:cubicBezTo>
                    <a:pt x="59888" y="874984"/>
                    <a:pt x="77014" y="854766"/>
                    <a:pt x="93923" y="834489"/>
                  </a:cubicBezTo>
                  <a:cubicBezTo>
                    <a:pt x="163245" y="754880"/>
                    <a:pt x="240806" y="679565"/>
                    <a:pt x="323465" y="617671"/>
                  </a:cubicBezTo>
                  <a:cubicBezTo>
                    <a:pt x="405002" y="553042"/>
                    <a:pt x="490132" y="499230"/>
                    <a:pt x="574777" y="446794"/>
                  </a:cubicBezTo>
                  <a:cubicBezTo>
                    <a:pt x="595733" y="433050"/>
                    <a:pt x="617442" y="421248"/>
                    <a:pt x="638943" y="408925"/>
                  </a:cubicBezTo>
                  <a:lnTo>
                    <a:pt x="703505" y="371742"/>
                  </a:lnTo>
                  <a:cubicBezTo>
                    <a:pt x="724798" y="358900"/>
                    <a:pt x="747120" y="347842"/>
                    <a:pt x="769262" y="336154"/>
                  </a:cubicBezTo>
                  <a:lnTo>
                    <a:pt x="835552" y="301173"/>
                  </a:lnTo>
                  <a:cubicBezTo>
                    <a:pt x="857427" y="289183"/>
                    <a:pt x="880470" y="278896"/>
                    <a:pt x="902979" y="268004"/>
                  </a:cubicBezTo>
                  <a:lnTo>
                    <a:pt x="971127" y="235607"/>
                  </a:lnTo>
                  <a:lnTo>
                    <a:pt x="988238" y="227556"/>
                  </a:lnTo>
                  <a:lnTo>
                    <a:pt x="1005744" y="220191"/>
                  </a:lnTo>
                  <a:lnTo>
                    <a:pt x="1040729" y="205569"/>
                  </a:lnTo>
                  <a:lnTo>
                    <a:pt x="1110835" y="176248"/>
                  </a:lnTo>
                  <a:cubicBezTo>
                    <a:pt x="1157999" y="157703"/>
                    <a:pt x="1206322" y="141323"/>
                    <a:pt x="1254256" y="123796"/>
                  </a:cubicBezTo>
                  <a:cubicBezTo>
                    <a:pt x="1302938" y="108671"/>
                    <a:pt x="1352074" y="94017"/>
                    <a:pt x="1401310" y="79852"/>
                  </a:cubicBezTo>
                  <a:cubicBezTo>
                    <a:pt x="1599497" y="26774"/>
                    <a:pt x="1806373" y="-329"/>
                    <a:pt x="2011811" y="4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9074627F-58A4-ABF9-4D54-C30484F80C2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297400"/>
              <a:ext cx="5215811" cy="6107388"/>
            </a:xfrm>
            <a:custGeom>
              <a:avLst/>
              <a:gdLst>
                <a:gd name="connsiteX0" fmla="*/ 1869139 w 5215811"/>
                <a:gd name="connsiteY0" fmla="*/ 9 h 6107388"/>
                <a:gd name="connsiteX1" fmla="*/ 2791149 w 5215811"/>
                <a:gd name="connsiteY1" fmla="*/ 130229 h 6107388"/>
                <a:gd name="connsiteX2" fmla="*/ 4760307 w 5215811"/>
                <a:gd name="connsiteY2" fmla="*/ 1608408 h 6107388"/>
                <a:gd name="connsiteX3" fmla="*/ 5108574 w 5215811"/>
                <a:gd name="connsiteY3" fmla="*/ 4050383 h 6107388"/>
                <a:gd name="connsiteX4" fmla="*/ 3434916 w 5215811"/>
                <a:gd name="connsiteY4" fmla="*/ 5503134 h 6107388"/>
                <a:gd name="connsiteX5" fmla="*/ 1137841 w 5215811"/>
                <a:gd name="connsiteY5" fmla="*/ 6033968 h 6107388"/>
                <a:gd name="connsiteX6" fmla="*/ 217555 w 5215811"/>
                <a:gd name="connsiteY6" fmla="*/ 5598945 h 6107388"/>
                <a:gd name="connsiteX7" fmla="*/ 0 w 5215811"/>
                <a:gd name="connsiteY7" fmla="*/ 5419622 h 6107388"/>
                <a:gd name="connsiteX8" fmla="*/ 0 w 5215811"/>
                <a:gd name="connsiteY8" fmla="*/ 4571683 h 6107388"/>
                <a:gd name="connsiteX9" fmla="*/ 18056 w 5215811"/>
                <a:gd name="connsiteY9" fmla="*/ 4599282 h 6107388"/>
                <a:gd name="connsiteX10" fmla="*/ 358324 w 5215811"/>
                <a:gd name="connsiteY10" fmla="*/ 4988154 h 6107388"/>
                <a:gd name="connsiteX11" fmla="*/ 1282741 w 5215811"/>
                <a:gd name="connsiteY11" fmla="*/ 5493193 h 6107388"/>
                <a:gd name="connsiteX12" fmla="*/ 2172794 w 5215811"/>
                <a:gd name="connsiteY12" fmla="*/ 5470630 h 6107388"/>
                <a:gd name="connsiteX13" fmla="*/ 3146893 w 5215811"/>
                <a:gd name="connsiteY13" fmla="*/ 5016296 h 6107388"/>
                <a:gd name="connsiteX14" fmla="*/ 3574114 w 5215811"/>
                <a:gd name="connsiteY14" fmla="*/ 4791124 h 6107388"/>
                <a:gd name="connsiteX15" fmla="*/ 4244948 w 5215811"/>
                <a:gd name="connsiteY15" fmla="*/ 4392664 h 6107388"/>
                <a:gd name="connsiteX16" fmla="*/ 4556385 w 5215811"/>
                <a:gd name="connsiteY16" fmla="*/ 3902656 h 6107388"/>
                <a:gd name="connsiteX17" fmla="*/ 4616354 w 5215811"/>
                <a:gd name="connsiteY17" fmla="*/ 2851680 h 6107388"/>
                <a:gd name="connsiteX18" fmla="*/ 4269266 w 5215811"/>
                <a:gd name="connsiteY18" fmla="*/ 1889625 h 6107388"/>
                <a:gd name="connsiteX19" fmla="*/ 2645976 w 5215811"/>
                <a:gd name="connsiteY19" fmla="*/ 671162 h 6107388"/>
                <a:gd name="connsiteX20" fmla="*/ 1648930 w 5215811"/>
                <a:gd name="connsiteY20" fmla="*/ 573017 h 6107388"/>
                <a:gd name="connsiteX21" fmla="*/ 771768 w 5215811"/>
                <a:gd name="connsiteY21" fmla="*/ 865882 h 6107388"/>
                <a:gd name="connsiteX22" fmla="*/ 433617 w 5215811"/>
                <a:gd name="connsiteY22" fmla="*/ 1119441 h 6107388"/>
                <a:gd name="connsiteX23" fmla="*/ 200571 w 5215811"/>
                <a:gd name="connsiteY23" fmla="*/ 1486480 h 6107388"/>
                <a:gd name="connsiteX24" fmla="*/ 47077 w 5215811"/>
                <a:gd name="connsiteY24" fmla="*/ 1753604 h 6107388"/>
                <a:gd name="connsiteX25" fmla="*/ 0 w 5215811"/>
                <a:gd name="connsiteY25" fmla="*/ 1831655 h 6107388"/>
                <a:gd name="connsiteX26" fmla="*/ 0 w 5215811"/>
                <a:gd name="connsiteY26" fmla="*/ 751112 h 6107388"/>
                <a:gd name="connsiteX27" fmla="*/ 6994 w 5215811"/>
                <a:gd name="connsiteY27" fmla="*/ 742614 h 6107388"/>
                <a:gd name="connsiteX28" fmla="*/ 484047 w 5215811"/>
                <a:gd name="connsiteY28" fmla="*/ 378777 h 6107388"/>
                <a:gd name="connsiteX29" fmla="*/ 1869139 w 5215811"/>
                <a:gd name="connsiteY29" fmla="*/ 9 h 61073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5811" h="6107388">
                  <a:moveTo>
                    <a:pt x="1869139" y="9"/>
                  </a:moveTo>
                  <a:cubicBezTo>
                    <a:pt x="2160924" y="-706"/>
                    <a:pt x="2465752" y="43039"/>
                    <a:pt x="2791149" y="130229"/>
                  </a:cubicBezTo>
                  <a:cubicBezTo>
                    <a:pt x="3651198" y="360678"/>
                    <a:pt x="4339884" y="907924"/>
                    <a:pt x="4760307" y="1608408"/>
                  </a:cubicBezTo>
                  <a:cubicBezTo>
                    <a:pt x="5188180" y="2321320"/>
                    <a:pt x="5338357" y="3192822"/>
                    <a:pt x="5108574" y="4050383"/>
                  </a:cubicBezTo>
                  <a:cubicBezTo>
                    <a:pt x="4880820" y="4900373"/>
                    <a:pt x="4152841" y="5098512"/>
                    <a:pt x="3434916" y="5503134"/>
                  </a:cubicBezTo>
                  <a:cubicBezTo>
                    <a:pt x="2717099" y="5907783"/>
                    <a:pt x="2005568" y="6266474"/>
                    <a:pt x="1137841" y="6033968"/>
                  </a:cubicBezTo>
                  <a:cubicBezTo>
                    <a:pt x="783079" y="5938910"/>
                    <a:pt x="479573" y="5790114"/>
                    <a:pt x="217555" y="5598945"/>
                  </a:cubicBezTo>
                  <a:lnTo>
                    <a:pt x="0" y="5419622"/>
                  </a:lnTo>
                  <a:lnTo>
                    <a:pt x="0" y="4571683"/>
                  </a:lnTo>
                  <a:lnTo>
                    <a:pt x="18056" y="4599282"/>
                  </a:lnTo>
                  <a:cubicBezTo>
                    <a:pt x="124071" y="4746782"/>
                    <a:pt x="237002" y="4875718"/>
                    <a:pt x="358324" y="4988154"/>
                  </a:cubicBezTo>
                  <a:cubicBezTo>
                    <a:pt x="621323" y="5231809"/>
                    <a:pt x="923667" y="5396979"/>
                    <a:pt x="1282741" y="5493193"/>
                  </a:cubicBezTo>
                  <a:cubicBezTo>
                    <a:pt x="1573894" y="5571207"/>
                    <a:pt x="1856732" y="5563878"/>
                    <a:pt x="2172794" y="5470630"/>
                  </a:cubicBezTo>
                  <a:cubicBezTo>
                    <a:pt x="2498985" y="5374183"/>
                    <a:pt x="2832844" y="5193315"/>
                    <a:pt x="3146893" y="5016296"/>
                  </a:cubicBezTo>
                  <a:cubicBezTo>
                    <a:pt x="3293538" y="4933641"/>
                    <a:pt x="3436182" y="4861160"/>
                    <a:pt x="3574114" y="4791124"/>
                  </a:cubicBezTo>
                  <a:cubicBezTo>
                    <a:pt x="3841238" y="4655550"/>
                    <a:pt x="4071901" y="4538375"/>
                    <a:pt x="4244948" y="4392664"/>
                  </a:cubicBezTo>
                  <a:cubicBezTo>
                    <a:pt x="4405844" y="4257259"/>
                    <a:pt x="4501845" y="4106204"/>
                    <a:pt x="4556385" y="3902656"/>
                  </a:cubicBezTo>
                  <a:cubicBezTo>
                    <a:pt x="4649063" y="3556776"/>
                    <a:pt x="4669271" y="3203187"/>
                    <a:pt x="4616354" y="2851680"/>
                  </a:cubicBezTo>
                  <a:cubicBezTo>
                    <a:pt x="4565198" y="2511774"/>
                    <a:pt x="4448474" y="2188147"/>
                    <a:pt x="4269266" y="1889625"/>
                  </a:cubicBezTo>
                  <a:cubicBezTo>
                    <a:pt x="3907781" y="1287586"/>
                    <a:pt x="3331245" y="854780"/>
                    <a:pt x="2645976" y="671162"/>
                  </a:cubicBezTo>
                  <a:cubicBezTo>
                    <a:pt x="2278249" y="572630"/>
                    <a:pt x="1952074" y="540526"/>
                    <a:pt x="1648930" y="573017"/>
                  </a:cubicBezTo>
                  <a:cubicBezTo>
                    <a:pt x="1351746" y="604901"/>
                    <a:pt x="1064785" y="700731"/>
                    <a:pt x="771768" y="865882"/>
                  </a:cubicBezTo>
                  <a:cubicBezTo>
                    <a:pt x="568061" y="980657"/>
                    <a:pt x="486465" y="1058486"/>
                    <a:pt x="433617" y="1119441"/>
                  </a:cubicBezTo>
                  <a:cubicBezTo>
                    <a:pt x="358307" y="1206256"/>
                    <a:pt x="292149" y="1323808"/>
                    <a:pt x="200571" y="1486480"/>
                  </a:cubicBezTo>
                  <a:cubicBezTo>
                    <a:pt x="156644" y="1564432"/>
                    <a:pt x="106654" y="1653214"/>
                    <a:pt x="47077" y="1753604"/>
                  </a:cubicBezTo>
                  <a:lnTo>
                    <a:pt x="0" y="1831655"/>
                  </a:lnTo>
                  <a:lnTo>
                    <a:pt x="0" y="751112"/>
                  </a:lnTo>
                  <a:lnTo>
                    <a:pt x="6994" y="742614"/>
                  </a:lnTo>
                  <a:cubicBezTo>
                    <a:pt x="117721" y="617683"/>
                    <a:pt x="259696" y="505222"/>
                    <a:pt x="484047" y="378777"/>
                  </a:cubicBezTo>
                  <a:cubicBezTo>
                    <a:pt x="932751" y="125890"/>
                    <a:pt x="1382831" y="1200"/>
                    <a:pt x="1869139" y="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A254BB76-8197-ED98-61DF-392EE0C9B42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319367"/>
              <a:ext cx="5217956" cy="6100079"/>
            </a:xfrm>
            <a:custGeom>
              <a:avLst/>
              <a:gdLst>
                <a:gd name="connsiteX0" fmla="*/ 1951393 w 5217956"/>
                <a:gd name="connsiteY0" fmla="*/ 82 h 6100079"/>
                <a:gd name="connsiteX1" fmla="*/ 2855177 w 5217956"/>
                <a:gd name="connsiteY1" fmla="*/ 125419 h 6100079"/>
                <a:gd name="connsiteX2" fmla="*/ 4779341 w 5217956"/>
                <a:gd name="connsiteY2" fmla="*/ 1591542 h 6100079"/>
                <a:gd name="connsiteX3" fmla="*/ 5108573 w 5217956"/>
                <a:gd name="connsiteY3" fmla="*/ 4028416 h 6100079"/>
                <a:gd name="connsiteX4" fmla="*/ 3459358 w 5217956"/>
                <a:gd name="connsiteY4" fmla="*/ 5487716 h 6100079"/>
                <a:gd name="connsiteX5" fmla="*/ 1203274 w 5217956"/>
                <a:gd name="connsiteY5" fmla="*/ 6029534 h 6100079"/>
                <a:gd name="connsiteX6" fmla="*/ 59920 w 5217956"/>
                <a:gd name="connsiteY6" fmla="*/ 5396467 h 6100079"/>
                <a:gd name="connsiteX7" fmla="*/ 0 w 5217956"/>
                <a:gd name="connsiteY7" fmla="*/ 5333382 h 6100079"/>
                <a:gd name="connsiteX8" fmla="*/ 0 w 5217956"/>
                <a:gd name="connsiteY8" fmla="*/ 4205833 h 6100079"/>
                <a:gd name="connsiteX9" fmla="*/ 58036 w 5217956"/>
                <a:gd name="connsiteY9" fmla="*/ 4310048 h 6100079"/>
                <a:gd name="connsiteX10" fmla="*/ 520779 w 5217956"/>
                <a:gd name="connsiteY10" fmla="*/ 4907591 h 6100079"/>
                <a:gd name="connsiteX11" fmla="*/ 1377154 w 5217956"/>
                <a:gd name="connsiteY11" fmla="*/ 5380604 h 6100079"/>
                <a:gd name="connsiteX12" fmla="*/ 3123340 w 5217956"/>
                <a:gd name="connsiteY12" fmla="*/ 4905715 h 6100079"/>
                <a:gd name="connsiteX13" fmla="*/ 3547863 w 5217956"/>
                <a:gd name="connsiteY13" fmla="*/ 4676342 h 6100079"/>
                <a:gd name="connsiteX14" fmla="*/ 4186753 w 5217956"/>
                <a:gd name="connsiteY14" fmla="*/ 4289376 h 6100079"/>
                <a:gd name="connsiteX15" fmla="*/ 4459565 w 5217956"/>
                <a:gd name="connsiteY15" fmla="*/ 3854399 h 6100079"/>
                <a:gd name="connsiteX16" fmla="*/ 4521015 w 5217956"/>
                <a:gd name="connsiteY16" fmla="*/ 2849377 h 6100079"/>
                <a:gd name="connsiteX17" fmla="*/ 4199723 w 5217956"/>
                <a:gd name="connsiteY17" fmla="*/ 1931213 h 6100079"/>
                <a:gd name="connsiteX18" fmla="*/ 2681217 w 5217956"/>
                <a:gd name="connsiteY18" fmla="*/ 774211 h 6100079"/>
                <a:gd name="connsiteX19" fmla="*/ 926547 w 5217956"/>
                <a:gd name="connsiteY19" fmla="*/ 967112 h 6100079"/>
                <a:gd name="connsiteX20" fmla="*/ 622677 w 5217956"/>
                <a:gd name="connsiteY20" fmla="*/ 1197863 h 6100079"/>
                <a:gd name="connsiteX21" fmla="*/ 404892 w 5217956"/>
                <a:gd name="connsiteY21" fmla="*/ 1547314 h 6100079"/>
                <a:gd name="connsiteX22" fmla="*/ 40135 w 5217956"/>
                <a:gd name="connsiteY22" fmla="*/ 2159090 h 6100079"/>
                <a:gd name="connsiteX23" fmla="*/ 0 w 5217956"/>
                <a:gd name="connsiteY23" fmla="*/ 2219367 h 6100079"/>
                <a:gd name="connsiteX24" fmla="*/ 0 w 5217956"/>
                <a:gd name="connsiteY24" fmla="*/ 915659 h 6100079"/>
                <a:gd name="connsiteX25" fmla="*/ 58609 w 5217956"/>
                <a:gd name="connsiteY25" fmla="*/ 828051 h 6100079"/>
                <a:gd name="connsiteX26" fmla="*/ 590688 w 5217956"/>
                <a:gd name="connsiteY26" fmla="*/ 385385 h 6100079"/>
                <a:gd name="connsiteX27" fmla="*/ 1951393 w 5217956"/>
                <a:gd name="connsiteY27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5217956" h="6100079">
                  <a:moveTo>
                    <a:pt x="1951393" y="82"/>
                  </a:moveTo>
                  <a:cubicBezTo>
                    <a:pt x="2237631" y="-2119"/>
                    <a:pt x="2536431" y="40011"/>
                    <a:pt x="2855177" y="125419"/>
                  </a:cubicBezTo>
                  <a:cubicBezTo>
                    <a:pt x="3697704" y="351173"/>
                    <a:pt x="4370490" y="894159"/>
                    <a:pt x="4779341" y="1591542"/>
                  </a:cubicBezTo>
                  <a:cubicBezTo>
                    <a:pt x="5195534" y="2301324"/>
                    <a:pt x="5338356" y="3170855"/>
                    <a:pt x="5108573" y="4028416"/>
                  </a:cubicBezTo>
                  <a:cubicBezTo>
                    <a:pt x="4880819" y="4878406"/>
                    <a:pt x="4165603" y="5079965"/>
                    <a:pt x="3459358" y="5487716"/>
                  </a:cubicBezTo>
                  <a:cubicBezTo>
                    <a:pt x="2753114" y="5895466"/>
                    <a:pt x="2053264" y="6257288"/>
                    <a:pt x="1203274" y="6029534"/>
                  </a:cubicBezTo>
                  <a:cubicBezTo>
                    <a:pt x="739884" y="5905369"/>
                    <a:pt x="366399" y="5685345"/>
                    <a:pt x="59920" y="5396467"/>
                  </a:cubicBezTo>
                  <a:lnTo>
                    <a:pt x="0" y="5333382"/>
                  </a:lnTo>
                  <a:lnTo>
                    <a:pt x="0" y="4205833"/>
                  </a:lnTo>
                  <a:lnTo>
                    <a:pt x="58036" y="4310048"/>
                  </a:lnTo>
                  <a:cubicBezTo>
                    <a:pt x="197935" y="4550245"/>
                    <a:pt x="350594" y="4747142"/>
                    <a:pt x="520779" y="4907591"/>
                  </a:cubicBezTo>
                  <a:cubicBezTo>
                    <a:pt x="763600" y="5136565"/>
                    <a:pt x="1043821" y="5291288"/>
                    <a:pt x="1377154" y="5380604"/>
                  </a:cubicBezTo>
                  <a:cubicBezTo>
                    <a:pt x="1963029" y="5537589"/>
                    <a:pt x="2470519" y="5282804"/>
                    <a:pt x="3123340" y="4905715"/>
                  </a:cubicBezTo>
                  <a:cubicBezTo>
                    <a:pt x="3269800" y="4821157"/>
                    <a:pt x="3411134" y="4747512"/>
                    <a:pt x="3547863" y="4676342"/>
                  </a:cubicBezTo>
                  <a:cubicBezTo>
                    <a:pt x="3804497" y="4542710"/>
                    <a:pt x="4026085" y="4427393"/>
                    <a:pt x="4186753" y="4289376"/>
                  </a:cubicBezTo>
                  <a:cubicBezTo>
                    <a:pt x="4329009" y="4167293"/>
                    <a:pt x="4410589" y="4037181"/>
                    <a:pt x="4459565" y="3854399"/>
                  </a:cubicBezTo>
                  <a:cubicBezTo>
                    <a:pt x="4548302" y="3523229"/>
                    <a:pt x="4568981" y="3185183"/>
                    <a:pt x="4521015" y="2849377"/>
                  </a:cubicBezTo>
                  <a:cubicBezTo>
                    <a:pt x="4474709" y="2524680"/>
                    <a:pt x="4366564" y="2215756"/>
                    <a:pt x="4199723" y="1931213"/>
                  </a:cubicBezTo>
                  <a:cubicBezTo>
                    <a:pt x="3863270" y="1357325"/>
                    <a:pt x="3323982" y="946439"/>
                    <a:pt x="2681217" y="774211"/>
                  </a:cubicBezTo>
                  <a:cubicBezTo>
                    <a:pt x="2001139" y="591984"/>
                    <a:pt x="1476322" y="649699"/>
                    <a:pt x="926547" y="967112"/>
                  </a:cubicBezTo>
                  <a:cubicBezTo>
                    <a:pt x="740730" y="1074393"/>
                    <a:pt x="668642" y="1143989"/>
                    <a:pt x="622677" y="1197863"/>
                  </a:cubicBezTo>
                  <a:cubicBezTo>
                    <a:pt x="555599" y="1276450"/>
                    <a:pt x="492360" y="1390031"/>
                    <a:pt x="404892" y="1547314"/>
                  </a:cubicBezTo>
                  <a:cubicBezTo>
                    <a:pt x="317047" y="1705133"/>
                    <a:pt x="204816" y="1906756"/>
                    <a:pt x="40135" y="2159090"/>
                  </a:cubicBezTo>
                  <a:lnTo>
                    <a:pt x="0" y="2219367"/>
                  </a:lnTo>
                  <a:lnTo>
                    <a:pt x="0" y="915659"/>
                  </a:lnTo>
                  <a:lnTo>
                    <a:pt x="58609" y="828051"/>
                  </a:lnTo>
                  <a:cubicBezTo>
                    <a:pt x="177453" y="670481"/>
                    <a:pt x="325846" y="538291"/>
                    <a:pt x="590688" y="385385"/>
                  </a:cubicBezTo>
                  <a:cubicBezTo>
                    <a:pt x="1032158" y="130559"/>
                    <a:pt x="1474329" y="3750"/>
                    <a:pt x="1951393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1CDDD215-B9C2-F07F-93DC-A308A147B15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319367"/>
              <a:ext cx="5217957" cy="6100079"/>
            </a:xfrm>
            <a:custGeom>
              <a:avLst/>
              <a:gdLst>
                <a:gd name="connsiteX0" fmla="*/ 1951394 w 5217957"/>
                <a:gd name="connsiteY0" fmla="*/ 82 h 6100079"/>
                <a:gd name="connsiteX1" fmla="*/ 2855178 w 5217957"/>
                <a:gd name="connsiteY1" fmla="*/ 125419 h 6100079"/>
                <a:gd name="connsiteX2" fmla="*/ 4779341 w 5217957"/>
                <a:gd name="connsiteY2" fmla="*/ 1591542 h 6100079"/>
                <a:gd name="connsiteX3" fmla="*/ 5108574 w 5217957"/>
                <a:gd name="connsiteY3" fmla="*/ 4028416 h 6100079"/>
                <a:gd name="connsiteX4" fmla="*/ 3459359 w 5217957"/>
                <a:gd name="connsiteY4" fmla="*/ 5487716 h 6100079"/>
                <a:gd name="connsiteX5" fmla="*/ 1203275 w 5217957"/>
                <a:gd name="connsiteY5" fmla="*/ 6029534 h 6100079"/>
                <a:gd name="connsiteX6" fmla="*/ 59921 w 5217957"/>
                <a:gd name="connsiteY6" fmla="*/ 5396467 h 6100079"/>
                <a:gd name="connsiteX7" fmla="*/ 0 w 5217957"/>
                <a:gd name="connsiteY7" fmla="*/ 5333381 h 6100079"/>
                <a:gd name="connsiteX8" fmla="*/ 0 w 5217957"/>
                <a:gd name="connsiteY8" fmla="*/ 4427327 h 6100079"/>
                <a:gd name="connsiteX9" fmla="*/ 112056 w 5217957"/>
                <a:gd name="connsiteY9" fmla="*/ 4602502 h 6100079"/>
                <a:gd name="connsiteX10" fmla="*/ 443875 w 5217957"/>
                <a:gd name="connsiteY10" fmla="*/ 4989110 h 6100079"/>
                <a:gd name="connsiteX11" fmla="*/ 1348175 w 5217957"/>
                <a:gd name="connsiteY11" fmla="*/ 5488759 h 6100079"/>
                <a:gd name="connsiteX12" fmla="*/ 2221463 w 5217957"/>
                <a:gd name="connsiteY12" fmla="*/ 5461704 h 6100079"/>
                <a:gd name="connsiteX13" fmla="*/ 3179339 w 5217957"/>
                <a:gd name="connsiteY13" fmla="*/ 5003023 h 6100079"/>
                <a:gd name="connsiteX14" fmla="*/ 3599638 w 5217957"/>
                <a:gd name="connsiteY14" fmla="*/ 4775996 h 6100079"/>
                <a:gd name="connsiteX15" fmla="*/ 4259765 w 5217957"/>
                <a:gd name="connsiteY15" fmla="*/ 4374667 h 6100079"/>
                <a:gd name="connsiteX16" fmla="*/ 4567742 w 5217957"/>
                <a:gd name="connsiteY16" fmla="*/ 3883732 h 6100079"/>
                <a:gd name="connsiteX17" fmla="*/ 4631929 w 5217957"/>
                <a:gd name="connsiteY17" fmla="*/ 2833886 h 6100079"/>
                <a:gd name="connsiteX18" fmla="*/ 4296412 w 5217957"/>
                <a:gd name="connsiteY18" fmla="*/ 1874932 h 6100079"/>
                <a:gd name="connsiteX19" fmla="*/ 2710219 w 5217957"/>
                <a:gd name="connsiteY19" fmla="*/ 666410 h 6100079"/>
                <a:gd name="connsiteX20" fmla="*/ 1732642 w 5217957"/>
                <a:gd name="connsiteY20" fmla="*/ 573480 h 6100079"/>
                <a:gd name="connsiteX21" fmla="*/ 870621 w 5217957"/>
                <a:gd name="connsiteY21" fmla="*/ 870402 h 6100079"/>
                <a:gd name="connsiteX22" fmla="*/ 537555 w 5217957"/>
                <a:gd name="connsiteY22" fmla="*/ 1125324 h 6100079"/>
                <a:gd name="connsiteX23" fmla="*/ 306995 w 5217957"/>
                <a:gd name="connsiteY23" fmla="*/ 1493030 h 6100079"/>
                <a:gd name="connsiteX24" fmla="*/ 23579 w 5217957"/>
                <a:gd name="connsiteY24" fmla="*/ 1977465 h 6100079"/>
                <a:gd name="connsiteX25" fmla="*/ 0 w 5217957"/>
                <a:gd name="connsiteY25" fmla="*/ 2014291 h 6100079"/>
                <a:gd name="connsiteX26" fmla="*/ 0 w 5217957"/>
                <a:gd name="connsiteY26" fmla="*/ 915660 h 6100079"/>
                <a:gd name="connsiteX27" fmla="*/ 58609 w 5217957"/>
                <a:gd name="connsiteY27" fmla="*/ 828051 h 6100079"/>
                <a:gd name="connsiteX28" fmla="*/ 590689 w 5217957"/>
                <a:gd name="connsiteY28" fmla="*/ 385385 h 6100079"/>
                <a:gd name="connsiteX29" fmla="*/ 1951394 w 5217957"/>
                <a:gd name="connsiteY29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7957" h="6100079">
                  <a:moveTo>
                    <a:pt x="1951394" y="82"/>
                  </a:moveTo>
                  <a:cubicBezTo>
                    <a:pt x="2237632" y="-2119"/>
                    <a:pt x="2536431" y="40011"/>
                    <a:pt x="2855178" y="125419"/>
                  </a:cubicBezTo>
                  <a:cubicBezTo>
                    <a:pt x="3697704" y="351173"/>
                    <a:pt x="4370491" y="894159"/>
                    <a:pt x="4779341" y="1591542"/>
                  </a:cubicBezTo>
                  <a:cubicBezTo>
                    <a:pt x="5195535" y="2301324"/>
                    <a:pt x="5338357" y="3170855"/>
                    <a:pt x="5108574" y="4028416"/>
                  </a:cubicBezTo>
                  <a:cubicBezTo>
                    <a:pt x="4880820" y="4878406"/>
                    <a:pt x="4165604" y="5079965"/>
                    <a:pt x="3459359" y="5487716"/>
                  </a:cubicBezTo>
                  <a:cubicBezTo>
                    <a:pt x="2753115" y="5895466"/>
                    <a:pt x="2053265" y="6257288"/>
                    <a:pt x="1203275" y="6029534"/>
                  </a:cubicBezTo>
                  <a:cubicBezTo>
                    <a:pt x="739885" y="5905369"/>
                    <a:pt x="366400" y="5685345"/>
                    <a:pt x="59921" y="5396467"/>
                  </a:cubicBezTo>
                  <a:lnTo>
                    <a:pt x="0" y="5333381"/>
                  </a:lnTo>
                  <a:lnTo>
                    <a:pt x="0" y="4427327"/>
                  </a:lnTo>
                  <a:lnTo>
                    <a:pt x="112056" y="4602502"/>
                  </a:lnTo>
                  <a:cubicBezTo>
                    <a:pt x="215300" y="4749260"/>
                    <a:pt x="325419" y="4877443"/>
                    <a:pt x="443875" y="4989110"/>
                  </a:cubicBezTo>
                  <a:cubicBezTo>
                    <a:pt x="700709" y="5231113"/>
                    <a:pt x="996455" y="5394516"/>
                    <a:pt x="1348175" y="5488759"/>
                  </a:cubicBezTo>
                  <a:cubicBezTo>
                    <a:pt x="1633379" y="5565179"/>
                    <a:pt x="1910917" y="5556430"/>
                    <a:pt x="2221463" y="5461704"/>
                  </a:cubicBezTo>
                  <a:cubicBezTo>
                    <a:pt x="2541923" y="5363721"/>
                    <a:pt x="2870374" y="5181404"/>
                    <a:pt x="3179339" y="5003023"/>
                  </a:cubicBezTo>
                  <a:cubicBezTo>
                    <a:pt x="3323713" y="4919760"/>
                    <a:pt x="3463978" y="4846641"/>
                    <a:pt x="3599638" y="4775996"/>
                  </a:cubicBezTo>
                  <a:cubicBezTo>
                    <a:pt x="3862436" y="4639263"/>
                    <a:pt x="4089314" y="4521074"/>
                    <a:pt x="4259765" y="4374667"/>
                  </a:cubicBezTo>
                  <a:cubicBezTo>
                    <a:pt x="4418282" y="4238625"/>
                    <a:pt x="4513201" y="4087280"/>
                    <a:pt x="4567742" y="3883732"/>
                  </a:cubicBezTo>
                  <a:cubicBezTo>
                    <a:pt x="4660420" y="3537853"/>
                    <a:pt x="4682033" y="3184640"/>
                    <a:pt x="4631929" y="2833886"/>
                  </a:cubicBezTo>
                  <a:cubicBezTo>
                    <a:pt x="4583584" y="2494734"/>
                    <a:pt x="4470646" y="2172121"/>
                    <a:pt x="4296412" y="1874932"/>
                  </a:cubicBezTo>
                  <a:cubicBezTo>
                    <a:pt x="3944879" y="1275559"/>
                    <a:pt x="3381537" y="846289"/>
                    <a:pt x="2710219" y="666410"/>
                  </a:cubicBezTo>
                  <a:cubicBezTo>
                    <a:pt x="2349955" y="569877"/>
                    <a:pt x="2030161" y="539483"/>
                    <a:pt x="1732642" y="573480"/>
                  </a:cubicBezTo>
                  <a:cubicBezTo>
                    <a:pt x="1440866" y="606814"/>
                    <a:pt x="1158880" y="703976"/>
                    <a:pt x="870621" y="870402"/>
                  </a:cubicBezTo>
                  <a:cubicBezTo>
                    <a:pt x="670160" y="986048"/>
                    <a:pt x="589753" y="1064195"/>
                    <a:pt x="537555" y="1125324"/>
                  </a:cubicBezTo>
                  <a:cubicBezTo>
                    <a:pt x="463218" y="1212400"/>
                    <a:pt x="397708" y="1330125"/>
                    <a:pt x="306995" y="1493030"/>
                  </a:cubicBezTo>
                  <a:cubicBezTo>
                    <a:pt x="234596" y="1623167"/>
                    <a:pt x="145436" y="1783409"/>
                    <a:pt x="23579" y="1977465"/>
                  </a:cubicBezTo>
                  <a:lnTo>
                    <a:pt x="0" y="2014291"/>
                  </a:lnTo>
                  <a:lnTo>
                    <a:pt x="0" y="915660"/>
                  </a:lnTo>
                  <a:lnTo>
                    <a:pt x="58609" y="828051"/>
                  </a:lnTo>
                  <a:cubicBezTo>
                    <a:pt x="177453" y="670481"/>
                    <a:pt x="325847" y="538291"/>
                    <a:pt x="590689" y="385385"/>
                  </a:cubicBezTo>
                  <a:cubicBezTo>
                    <a:pt x="1032159" y="130559"/>
                    <a:pt x="1474330" y="3750"/>
                    <a:pt x="1951394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2" name="Titel 1">
            <a:extLst>
              <a:ext uri="{FF2B5EF4-FFF2-40B4-BE49-F238E27FC236}">
                <a16:creationId xmlns:a16="http://schemas.microsoft.com/office/drawing/2014/main" id="{5EBE07A4-4415-51D7-0418-7E40120383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7886" y="1344613"/>
            <a:ext cx="4265064" cy="4371974"/>
          </a:xfrm>
        </p:spPr>
        <p:txBody>
          <a:bodyPr>
            <a:normAutofit/>
          </a:bodyPr>
          <a:lstStyle/>
          <a:p>
            <a:r>
              <a:rPr lang="de-DE" sz="3600" b="1" dirty="0">
                <a:solidFill>
                  <a:srgbClr val="FFC000"/>
                </a:solidFill>
                <a:latin typeface="Orbitron" pitchFamily="2" charset="0"/>
              </a:rPr>
              <a:t>Entsch. Tabelle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CA34C5D1-D8FB-80DC-2FE4-60565DD0B1C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74939" y="577061"/>
            <a:ext cx="5221224" cy="5230368"/>
          </a:xfrm>
        </p:spPr>
        <p:txBody>
          <a:bodyPr anchor="ctr">
            <a:normAutofit/>
          </a:bodyPr>
          <a:lstStyle/>
          <a:p>
            <a:pPr marL="0" indent="0">
              <a:buNone/>
            </a:pPr>
            <a:endParaRPr lang="de-DE" sz="2000" dirty="0">
              <a:solidFill>
                <a:schemeClr val="tx2"/>
              </a:solidFill>
            </a:endParaRPr>
          </a:p>
          <a:p>
            <a:pPr>
              <a:buFont typeface="Wingdings" panose="05000000000000000000" pitchFamily="2" charset="2"/>
              <a:buChar char="Ø"/>
            </a:pPr>
            <a:endParaRPr lang="de-DE" sz="2000" dirty="0">
              <a:solidFill>
                <a:schemeClr val="tx2"/>
              </a:solidFill>
            </a:endParaRPr>
          </a:p>
          <a:p>
            <a:pPr marL="0" indent="0">
              <a:buNone/>
            </a:pPr>
            <a:endParaRPr lang="de-DE" sz="2000" dirty="0">
              <a:solidFill>
                <a:schemeClr val="tx2"/>
              </a:solidFill>
            </a:endParaRPr>
          </a:p>
        </p:txBody>
      </p:sp>
      <p:pic>
        <p:nvPicPr>
          <p:cNvPr id="4" name="Grafik 3" descr="Ein Bild, das Text, Screenshot, Diagramm, Zahl enthält.&#10;&#10;KI-generierte Inhalte können fehlerhaft sein.">
            <a:extLst>
              <a:ext uri="{FF2B5EF4-FFF2-40B4-BE49-F238E27FC236}">
                <a16:creationId xmlns:a16="http://schemas.microsoft.com/office/drawing/2014/main" id="{B4A11421-3C2A-C959-8AF6-22B120C78B2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47323" y="1508517"/>
            <a:ext cx="6431623" cy="3052497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5" name="Rechteck 4">
            <a:extLst>
              <a:ext uri="{FF2B5EF4-FFF2-40B4-BE49-F238E27FC236}">
                <a16:creationId xmlns:a16="http://schemas.microsoft.com/office/drawing/2014/main" id="{FE63AA22-2E33-4EF5-1E6E-929EEE69700A}"/>
              </a:ext>
            </a:extLst>
          </p:cNvPr>
          <p:cNvSpPr/>
          <p:nvPr/>
        </p:nvSpPr>
        <p:spPr>
          <a:xfrm>
            <a:off x="10810984" y="0"/>
            <a:ext cx="1019991" cy="147437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6" name="Grafik 5" descr="Shuffle Silhouette">
            <a:extLst>
              <a:ext uri="{FF2B5EF4-FFF2-40B4-BE49-F238E27FC236}">
                <a16:creationId xmlns:a16="http://schemas.microsoft.com/office/drawing/2014/main" id="{62CD6952-A6B1-CF7D-5D4F-EBDCC20EFA0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 rot="16200000">
            <a:off x="10881916" y="438150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0804674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FC6A284-A3A5-C3D0-C1CF-140F476105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58924C70-36E5-0A98-674D-B11325BF427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896ADAAF-186E-51AC-B604-672E7FF48C7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800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53E0DA98-02AF-CC8F-9693-965C0E4D669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21863" y="508838"/>
            <a:ext cx="5217958" cy="6239661"/>
            <a:chOff x="-19221" y="251144"/>
            <a:chExt cx="5217958" cy="6239661"/>
          </a:xfrm>
        </p:grpSpPr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72185AB1-9604-465B-5705-84F52DC6891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251144"/>
              <a:ext cx="5187198" cy="6239661"/>
            </a:xfrm>
            <a:custGeom>
              <a:avLst/>
              <a:gdLst>
                <a:gd name="connsiteX0" fmla="*/ 2011811 w 5187198"/>
                <a:gd name="connsiteY0" fmla="*/ 4 h 6239661"/>
                <a:gd name="connsiteX1" fmla="*/ 2617011 w 5187198"/>
                <a:gd name="connsiteY1" fmla="*/ 70590 h 6239661"/>
                <a:gd name="connsiteX2" fmla="*/ 2690321 w 5187198"/>
                <a:gd name="connsiteY2" fmla="*/ 88146 h 6239661"/>
                <a:gd name="connsiteX3" fmla="*/ 2726863 w 5187198"/>
                <a:gd name="connsiteY3" fmla="*/ 97127 h 6239661"/>
                <a:gd name="connsiteX4" fmla="*/ 2762951 w 5187198"/>
                <a:gd name="connsiteY4" fmla="*/ 107375 h 6239661"/>
                <a:gd name="connsiteX5" fmla="*/ 2834843 w 5187198"/>
                <a:gd name="connsiteY5" fmla="*/ 128493 h 6239661"/>
                <a:gd name="connsiteX6" fmla="*/ 2906574 w 5187198"/>
                <a:gd name="connsiteY6" fmla="*/ 151076 h 6239661"/>
                <a:gd name="connsiteX7" fmla="*/ 3049504 w 5187198"/>
                <a:gd name="connsiteY7" fmla="*/ 202124 h 6239661"/>
                <a:gd name="connsiteX8" fmla="*/ 3189518 w 5187198"/>
                <a:gd name="connsiteY8" fmla="*/ 260159 h 6239661"/>
                <a:gd name="connsiteX9" fmla="*/ 3326048 w 5187198"/>
                <a:gd name="connsiteY9" fmla="*/ 325143 h 6239661"/>
                <a:gd name="connsiteX10" fmla="*/ 3459166 w 5187198"/>
                <a:gd name="connsiteY10" fmla="*/ 395936 h 6239661"/>
                <a:gd name="connsiteX11" fmla="*/ 3588578 w 5187198"/>
                <a:gd name="connsiteY11" fmla="*/ 472343 h 6239661"/>
                <a:gd name="connsiteX12" fmla="*/ 3651864 w 5187198"/>
                <a:gd name="connsiteY12" fmla="*/ 512600 h 6239661"/>
                <a:gd name="connsiteX13" fmla="*/ 3714514 w 5187198"/>
                <a:gd name="connsiteY13" fmla="*/ 553499 h 6239661"/>
                <a:gd name="connsiteX14" fmla="*/ 4181221 w 5187198"/>
                <a:gd name="connsiteY14" fmla="*/ 922912 h 6239661"/>
                <a:gd name="connsiteX15" fmla="*/ 4582963 w 5187198"/>
                <a:gd name="connsiteY15" fmla="*/ 1358264 h 6239661"/>
                <a:gd name="connsiteX16" fmla="*/ 4670721 w 5187198"/>
                <a:gd name="connsiteY16" fmla="*/ 1477644 h 6239661"/>
                <a:gd name="connsiteX17" fmla="*/ 4752378 w 5187198"/>
                <a:gd name="connsiteY17" fmla="*/ 1601187 h 6239661"/>
                <a:gd name="connsiteX18" fmla="*/ 4772168 w 5187198"/>
                <a:gd name="connsiteY18" fmla="*/ 1632456 h 6239661"/>
                <a:gd name="connsiteX19" fmla="*/ 4782117 w 5187198"/>
                <a:gd name="connsiteY19" fmla="*/ 1648104 h 6239661"/>
                <a:gd name="connsiteX20" fmla="*/ 4791381 w 5187198"/>
                <a:gd name="connsiteY20" fmla="*/ 1664150 h 6239661"/>
                <a:gd name="connsiteX21" fmla="*/ 4828190 w 5187198"/>
                <a:gd name="connsiteY21" fmla="*/ 1728379 h 6239661"/>
                <a:gd name="connsiteX22" fmla="*/ 4864832 w 5187198"/>
                <a:gd name="connsiteY22" fmla="*/ 1792796 h 6239661"/>
                <a:gd name="connsiteX23" fmla="*/ 4899201 w 5187198"/>
                <a:gd name="connsiteY23" fmla="*/ 1858342 h 6239661"/>
                <a:gd name="connsiteX24" fmla="*/ 4933266 w 5187198"/>
                <a:gd name="connsiteY24" fmla="*/ 1924155 h 6239661"/>
                <a:gd name="connsiteX25" fmla="*/ 4964403 w 5187198"/>
                <a:gd name="connsiteY25" fmla="*/ 1991384 h 6239661"/>
                <a:gd name="connsiteX26" fmla="*/ 4995019 w 5187198"/>
                <a:gd name="connsiteY26" fmla="*/ 2058823 h 6239661"/>
                <a:gd name="connsiteX27" fmla="*/ 5021999 w 5187198"/>
                <a:gd name="connsiteY27" fmla="*/ 2127723 h 6239661"/>
                <a:gd name="connsiteX28" fmla="*/ 5048321 w 5187198"/>
                <a:gd name="connsiteY28" fmla="*/ 2196908 h 6239661"/>
                <a:gd name="connsiteX29" fmla="*/ 5070546 w 5187198"/>
                <a:gd name="connsiteY29" fmla="*/ 2267547 h 6239661"/>
                <a:gd name="connsiteX30" fmla="*/ 5092171 w 5187198"/>
                <a:gd name="connsiteY30" fmla="*/ 2338256 h 6239661"/>
                <a:gd name="connsiteX31" fmla="*/ 5110305 w 5187198"/>
                <a:gd name="connsiteY31" fmla="*/ 2409886 h 6239661"/>
                <a:gd name="connsiteX32" fmla="*/ 5186393 w 5187198"/>
                <a:gd name="connsiteY32" fmla="*/ 2992022 h 6239661"/>
                <a:gd name="connsiteX33" fmla="*/ 5149045 w 5187198"/>
                <a:gd name="connsiteY33" fmla="*/ 3571816 h 6239661"/>
                <a:gd name="connsiteX34" fmla="*/ 5126572 w 5187198"/>
                <a:gd name="connsiteY34" fmla="*/ 3714520 h 6239661"/>
                <a:gd name="connsiteX35" fmla="*/ 5099067 w 5187198"/>
                <a:gd name="connsiteY35" fmla="*/ 3856108 h 6239661"/>
                <a:gd name="connsiteX36" fmla="*/ 5095699 w 5187198"/>
                <a:gd name="connsiteY36" fmla="*/ 3873868 h 6239661"/>
                <a:gd name="connsiteX37" fmla="*/ 5091573 w 5187198"/>
                <a:gd name="connsiteY37" fmla="*/ 3891426 h 6239661"/>
                <a:gd name="connsiteX38" fmla="*/ 5083324 w 5187198"/>
                <a:gd name="connsiteY38" fmla="*/ 3926541 h 6239661"/>
                <a:gd name="connsiteX39" fmla="*/ 5067256 w 5187198"/>
                <a:gd name="connsiteY39" fmla="*/ 3996889 h 6239661"/>
                <a:gd name="connsiteX40" fmla="*/ 5059194 w 5187198"/>
                <a:gd name="connsiteY40" fmla="*/ 4032171 h 6239661"/>
                <a:gd name="connsiteX41" fmla="*/ 5049522 w 5187198"/>
                <a:gd name="connsiteY41" fmla="*/ 4067833 h 6239661"/>
                <a:gd name="connsiteX42" fmla="*/ 5040067 w 5187198"/>
                <a:gd name="connsiteY42" fmla="*/ 4103553 h 6239661"/>
                <a:gd name="connsiteX43" fmla="*/ 5028960 w 5187198"/>
                <a:gd name="connsiteY43" fmla="*/ 4138946 h 6239661"/>
                <a:gd name="connsiteX44" fmla="*/ 4917351 w 5187198"/>
                <a:gd name="connsiteY44" fmla="*/ 4417041 h 6239661"/>
                <a:gd name="connsiteX45" fmla="*/ 4756163 w 5187198"/>
                <a:gd name="connsiteY45" fmla="*/ 4676402 h 6239661"/>
                <a:gd name="connsiteX46" fmla="*/ 4322493 w 5187198"/>
                <a:gd name="connsiteY46" fmla="*/ 5105604 h 6239661"/>
                <a:gd name="connsiteX47" fmla="*/ 3840510 w 5187198"/>
                <a:gd name="connsiteY47" fmla="*/ 5429590 h 6239661"/>
                <a:gd name="connsiteX48" fmla="*/ 3606447 w 5187198"/>
                <a:gd name="connsiteY48" fmla="*/ 5572862 h 6239661"/>
                <a:gd name="connsiteX49" fmla="*/ 3488814 w 5187198"/>
                <a:gd name="connsiteY49" fmla="*/ 5647178 h 6239661"/>
                <a:gd name="connsiteX50" fmla="*/ 3365864 w 5187198"/>
                <a:gd name="connsiteY50" fmla="*/ 5722735 h 6239661"/>
                <a:gd name="connsiteX51" fmla="*/ 2839486 w 5187198"/>
                <a:gd name="connsiteY51" fmla="*/ 5999120 h 6239661"/>
                <a:gd name="connsiteX52" fmla="*/ 2242423 w 5187198"/>
                <a:gd name="connsiteY52" fmla="*/ 6192346 h 6239661"/>
                <a:gd name="connsiteX53" fmla="*/ 1589380 w 5187198"/>
                <a:gd name="connsiteY53" fmla="*/ 6230657 h 6239661"/>
                <a:gd name="connsiteX54" fmla="*/ 1548244 w 5187198"/>
                <a:gd name="connsiteY54" fmla="*/ 6226706 h 6239661"/>
                <a:gd name="connsiteX55" fmla="*/ 1507348 w 5187198"/>
                <a:gd name="connsiteY55" fmla="*/ 6221428 h 6239661"/>
                <a:gd name="connsiteX56" fmla="*/ 1466401 w 5187198"/>
                <a:gd name="connsiteY56" fmla="*/ 6215904 h 6239661"/>
                <a:gd name="connsiteX57" fmla="*/ 1425773 w 5187198"/>
                <a:gd name="connsiteY57" fmla="*/ 6209191 h 6239661"/>
                <a:gd name="connsiteX58" fmla="*/ 1344960 w 5187198"/>
                <a:gd name="connsiteY58" fmla="*/ 6193681 h 6239661"/>
                <a:gd name="connsiteX59" fmla="*/ 1265007 w 5187198"/>
                <a:gd name="connsiteY59" fmla="*/ 6175388 h 6239661"/>
                <a:gd name="connsiteX60" fmla="*/ 1225415 w 5187198"/>
                <a:gd name="connsiteY60" fmla="*/ 6165243 h 6239661"/>
                <a:gd name="connsiteX61" fmla="*/ 1186567 w 5187198"/>
                <a:gd name="connsiteY61" fmla="*/ 6154486 h 6239661"/>
                <a:gd name="connsiteX62" fmla="*/ 1111158 w 5187198"/>
                <a:gd name="connsiteY62" fmla="*/ 6130918 h 6239661"/>
                <a:gd name="connsiteX63" fmla="*/ 1035915 w 5187198"/>
                <a:gd name="connsiteY63" fmla="*/ 6107163 h 6239661"/>
                <a:gd name="connsiteX64" fmla="*/ 961579 w 5187198"/>
                <a:gd name="connsiteY64" fmla="*/ 6079594 h 6239661"/>
                <a:gd name="connsiteX65" fmla="*/ 395297 w 5187198"/>
                <a:gd name="connsiteY65" fmla="*/ 5792812 h 6239661"/>
                <a:gd name="connsiteX66" fmla="*/ 265239 w 5187198"/>
                <a:gd name="connsiteY66" fmla="*/ 5701511 h 6239661"/>
                <a:gd name="connsiteX67" fmla="*/ 233756 w 5187198"/>
                <a:gd name="connsiteY67" fmla="*/ 5677542 h 6239661"/>
                <a:gd name="connsiteX68" fmla="*/ 202800 w 5187198"/>
                <a:gd name="connsiteY68" fmla="*/ 5652902 h 6239661"/>
                <a:gd name="connsiteX69" fmla="*/ 140918 w 5187198"/>
                <a:gd name="connsiteY69" fmla="*/ 5603515 h 6239661"/>
                <a:gd name="connsiteX70" fmla="*/ 110625 w 5187198"/>
                <a:gd name="connsiteY70" fmla="*/ 5578127 h 6239661"/>
                <a:gd name="connsiteX71" fmla="*/ 95631 w 5187198"/>
                <a:gd name="connsiteY71" fmla="*/ 5565299 h 6239661"/>
                <a:gd name="connsiteX72" fmla="*/ 81966 w 5187198"/>
                <a:gd name="connsiteY72" fmla="*/ 5550973 h 6239661"/>
                <a:gd name="connsiteX73" fmla="*/ 27991 w 5187198"/>
                <a:gd name="connsiteY73" fmla="*/ 5493272 h 6239661"/>
                <a:gd name="connsiteX74" fmla="*/ 1454 w 5187198"/>
                <a:gd name="connsiteY74" fmla="*/ 5464252 h 6239661"/>
                <a:gd name="connsiteX75" fmla="*/ 0 w 5187198"/>
                <a:gd name="connsiteY75" fmla="*/ 5462518 h 6239661"/>
                <a:gd name="connsiteX76" fmla="*/ 0 w 5187198"/>
                <a:gd name="connsiteY76" fmla="*/ 4720187 h 6239661"/>
                <a:gd name="connsiteX77" fmla="*/ 109684 w 5187198"/>
                <a:gd name="connsiteY77" fmla="*/ 4836724 h 6239661"/>
                <a:gd name="connsiteX78" fmla="*/ 306959 w 5187198"/>
                <a:gd name="connsiteY78" fmla="*/ 5007200 h 6239661"/>
                <a:gd name="connsiteX79" fmla="*/ 358101 w 5187198"/>
                <a:gd name="connsiteY79" fmla="*/ 5046057 h 6239661"/>
                <a:gd name="connsiteX80" fmla="*/ 383328 w 5187198"/>
                <a:gd name="connsiteY80" fmla="*/ 5065684 h 6239661"/>
                <a:gd name="connsiteX81" fmla="*/ 409503 w 5187198"/>
                <a:gd name="connsiteY81" fmla="*/ 5083942 h 6239661"/>
                <a:gd name="connsiteX82" fmla="*/ 461889 w 5187198"/>
                <a:gd name="connsiteY82" fmla="*/ 5119888 h 6239661"/>
                <a:gd name="connsiteX83" fmla="*/ 474883 w 5187198"/>
                <a:gd name="connsiteY83" fmla="*/ 5128933 h 6239661"/>
                <a:gd name="connsiteX84" fmla="*/ 486410 w 5187198"/>
                <a:gd name="connsiteY84" fmla="*/ 5139557 h 6239661"/>
                <a:gd name="connsiteX85" fmla="*/ 510852 w 5187198"/>
                <a:gd name="connsiteY85" fmla="*/ 5159089 h 6239661"/>
                <a:gd name="connsiteX86" fmla="*/ 560653 w 5187198"/>
                <a:gd name="connsiteY86" fmla="*/ 5196893 h 6239661"/>
                <a:gd name="connsiteX87" fmla="*/ 585485 w 5187198"/>
                <a:gd name="connsiteY87" fmla="*/ 5215834 h 6239661"/>
                <a:gd name="connsiteX88" fmla="*/ 610707 w 5187198"/>
                <a:gd name="connsiteY88" fmla="*/ 5234185 h 6239661"/>
                <a:gd name="connsiteX89" fmla="*/ 714768 w 5187198"/>
                <a:gd name="connsiteY89" fmla="*/ 5303103 h 6239661"/>
                <a:gd name="connsiteX90" fmla="*/ 1166634 w 5187198"/>
                <a:gd name="connsiteY90" fmla="*/ 5513322 h 6239661"/>
                <a:gd name="connsiteX91" fmla="*/ 1225991 w 5187198"/>
                <a:gd name="connsiteY91" fmla="*/ 5533632 h 6239661"/>
                <a:gd name="connsiteX92" fmla="*/ 1286680 w 5187198"/>
                <a:gd name="connsiteY92" fmla="*/ 5550705 h 6239661"/>
                <a:gd name="connsiteX93" fmla="*/ 1347310 w 5187198"/>
                <a:gd name="connsiteY93" fmla="*/ 5567995 h 6239661"/>
                <a:gd name="connsiteX94" fmla="*/ 1377002 w 5187198"/>
                <a:gd name="connsiteY94" fmla="*/ 5575719 h 6239661"/>
                <a:gd name="connsiteX95" fmla="*/ 1406328 w 5187198"/>
                <a:gd name="connsiteY95" fmla="*/ 5582649 h 6239661"/>
                <a:gd name="connsiteX96" fmla="*/ 1465060 w 5187198"/>
                <a:gd name="connsiteY96" fmla="*/ 5594909 h 6239661"/>
                <a:gd name="connsiteX97" fmla="*/ 1523881 w 5187198"/>
                <a:gd name="connsiteY97" fmla="*/ 5605105 h 6239661"/>
                <a:gd name="connsiteX98" fmla="*/ 1553325 w 5187198"/>
                <a:gd name="connsiteY98" fmla="*/ 5609865 h 6239661"/>
                <a:gd name="connsiteX99" fmla="*/ 1582813 w 5187198"/>
                <a:gd name="connsiteY99" fmla="*/ 5613593 h 6239661"/>
                <a:gd name="connsiteX100" fmla="*/ 1612301 w 5187198"/>
                <a:gd name="connsiteY100" fmla="*/ 5617321 h 6239661"/>
                <a:gd name="connsiteX101" fmla="*/ 1641863 w 5187198"/>
                <a:gd name="connsiteY101" fmla="*/ 5619910 h 6239661"/>
                <a:gd name="connsiteX102" fmla="*/ 2117508 w 5187198"/>
                <a:gd name="connsiteY102" fmla="*/ 5595156 h 6239661"/>
                <a:gd name="connsiteX103" fmla="*/ 2597368 w 5187198"/>
                <a:gd name="connsiteY103" fmla="*/ 5447381 h 6239661"/>
                <a:gd name="connsiteX104" fmla="*/ 3082968 w 5187198"/>
                <a:gd name="connsiteY104" fmla="*/ 5223245 h 6239661"/>
                <a:gd name="connsiteX105" fmla="*/ 3334855 w 5187198"/>
                <a:gd name="connsiteY105" fmla="*/ 5097383 h 6239661"/>
                <a:gd name="connsiteX106" fmla="*/ 3599509 w 5187198"/>
                <a:gd name="connsiteY106" fmla="*/ 4976217 h 6239661"/>
                <a:gd name="connsiteX107" fmla="*/ 4112002 w 5187198"/>
                <a:gd name="connsiteY107" fmla="*/ 4766359 h 6239661"/>
                <a:gd name="connsiteX108" fmla="*/ 4348983 w 5187198"/>
                <a:gd name="connsiteY108" fmla="*/ 4649833 h 6239661"/>
                <a:gd name="connsiteX109" fmla="*/ 4560505 w 5187198"/>
                <a:gd name="connsiteY109" fmla="*/ 4501564 h 6239661"/>
                <a:gd name="connsiteX110" fmla="*/ 4731963 w 5187198"/>
                <a:gd name="connsiteY110" fmla="*/ 4309870 h 6239661"/>
                <a:gd name="connsiteX111" fmla="*/ 4852344 w 5187198"/>
                <a:gd name="connsiteY111" fmla="*/ 4078640 h 6239661"/>
                <a:gd name="connsiteX112" fmla="*/ 4863972 w 5187198"/>
                <a:gd name="connsiteY112" fmla="*/ 4047790 h 6239661"/>
                <a:gd name="connsiteX113" fmla="*/ 4874144 w 5187198"/>
                <a:gd name="connsiteY113" fmla="*/ 4016320 h 6239661"/>
                <a:gd name="connsiteX114" fmla="*/ 4884127 w 5187198"/>
                <a:gd name="connsiteY114" fmla="*/ 3984682 h 6239661"/>
                <a:gd name="connsiteX115" fmla="*/ 4892800 w 5187198"/>
                <a:gd name="connsiteY115" fmla="*/ 3951883 h 6239661"/>
                <a:gd name="connsiteX116" fmla="*/ 4909526 w 5187198"/>
                <a:gd name="connsiteY116" fmla="*/ 3886001 h 6239661"/>
                <a:gd name="connsiteX117" fmla="*/ 4917687 w 5187198"/>
                <a:gd name="connsiteY117" fmla="*/ 3852948 h 6239661"/>
                <a:gd name="connsiteX118" fmla="*/ 4921768 w 5187198"/>
                <a:gd name="connsiteY118" fmla="*/ 3836422 h 6239661"/>
                <a:gd name="connsiteX119" fmla="*/ 4924845 w 5187198"/>
                <a:gd name="connsiteY119" fmla="*/ 3819742 h 6239661"/>
                <a:gd name="connsiteX120" fmla="*/ 4948230 w 5187198"/>
                <a:gd name="connsiteY120" fmla="*/ 3685744 h 6239661"/>
                <a:gd name="connsiteX121" fmla="*/ 4962782 w 5187198"/>
                <a:gd name="connsiteY121" fmla="*/ 3550540 h 6239661"/>
                <a:gd name="connsiteX122" fmla="*/ 4939468 w 5187198"/>
                <a:gd name="connsiteY122" fmla="*/ 3010249 h 6239661"/>
                <a:gd name="connsiteX123" fmla="*/ 4816901 w 5187198"/>
                <a:gd name="connsiteY123" fmla="*/ 2488224 h 6239661"/>
                <a:gd name="connsiteX124" fmla="*/ 4797005 w 5187198"/>
                <a:gd name="connsiteY124" fmla="*/ 2424470 h 6239661"/>
                <a:gd name="connsiteX125" fmla="*/ 4774433 w 5187198"/>
                <a:gd name="connsiteY125" fmla="*/ 2361620 h 6239661"/>
                <a:gd name="connsiteX126" fmla="*/ 4752459 w 5187198"/>
                <a:gd name="connsiteY126" fmla="*/ 2298700 h 6239661"/>
                <a:gd name="connsiteX127" fmla="*/ 4728083 w 5187198"/>
                <a:gd name="connsiteY127" fmla="*/ 2236526 h 6239661"/>
                <a:gd name="connsiteX128" fmla="*/ 4704471 w 5187198"/>
                <a:gd name="connsiteY128" fmla="*/ 2174095 h 6239661"/>
                <a:gd name="connsiteX129" fmla="*/ 4678399 w 5187198"/>
                <a:gd name="connsiteY129" fmla="*/ 2112626 h 6239661"/>
                <a:gd name="connsiteX130" fmla="*/ 4652601 w 5187198"/>
                <a:gd name="connsiteY130" fmla="*/ 2050999 h 6239661"/>
                <a:gd name="connsiteX131" fmla="*/ 4624205 w 5187198"/>
                <a:gd name="connsiteY131" fmla="*/ 1990415 h 6239661"/>
                <a:gd name="connsiteX132" fmla="*/ 4595398 w 5187198"/>
                <a:gd name="connsiteY132" fmla="*/ 1930069 h 6239661"/>
                <a:gd name="connsiteX133" fmla="*/ 4563827 w 5187198"/>
                <a:gd name="connsiteY133" fmla="*/ 1870952 h 6239661"/>
                <a:gd name="connsiteX134" fmla="*/ 4531433 w 5187198"/>
                <a:gd name="connsiteY134" fmla="*/ 1812311 h 6239661"/>
                <a:gd name="connsiteX135" fmla="*/ 4523315 w 5187198"/>
                <a:gd name="connsiteY135" fmla="*/ 1797616 h 6239661"/>
                <a:gd name="connsiteX136" fmla="*/ 4514482 w 5187198"/>
                <a:gd name="connsiteY136" fmla="*/ 1783425 h 6239661"/>
                <a:gd name="connsiteX137" fmla="*/ 4496845 w 5187198"/>
                <a:gd name="connsiteY137" fmla="*/ 1754936 h 6239661"/>
                <a:gd name="connsiteX138" fmla="*/ 4461463 w 5187198"/>
                <a:gd name="connsiteY138" fmla="*/ 1697929 h 6239661"/>
                <a:gd name="connsiteX139" fmla="*/ 4452660 w 5187198"/>
                <a:gd name="connsiteY139" fmla="*/ 1683629 h 6239661"/>
                <a:gd name="connsiteX140" fmla="*/ 4443141 w 5187198"/>
                <a:gd name="connsiteY140" fmla="*/ 1669834 h 6239661"/>
                <a:gd name="connsiteX141" fmla="*/ 4424241 w 5187198"/>
                <a:gd name="connsiteY141" fmla="*/ 1642166 h 6239661"/>
                <a:gd name="connsiteX142" fmla="*/ 4346886 w 5187198"/>
                <a:gd name="connsiteY142" fmla="*/ 1532412 h 6239661"/>
                <a:gd name="connsiteX143" fmla="*/ 3985497 w 5187198"/>
                <a:gd name="connsiteY143" fmla="*/ 1134649 h 6239661"/>
                <a:gd name="connsiteX144" fmla="*/ 3545665 w 5187198"/>
                <a:gd name="connsiteY144" fmla="*/ 825877 h 6239661"/>
                <a:gd name="connsiteX145" fmla="*/ 3486190 w 5187198"/>
                <a:gd name="connsiteY145" fmla="*/ 794756 h 6239661"/>
                <a:gd name="connsiteX146" fmla="*/ 3426182 w 5187198"/>
                <a:gd name="connsiteY146" fmla="*/ 764765 h 6239661"/>
                <a:gd name="connsiteX147" fmla="*/ 3365044 w 5187198"/>
                <a:gd name="connsiteY147" fmla="*/ 737255 h 6239661"/>
                <a:gd name="connsiteX148" fmla="*/ 3334529 w 5187198"/>
                <a:gd name="connsiteY148" fmla="*/ 723514 h 6239661"/>
                <a:gd name="connsiteX149" fmla="*/ 3303733 w 5187198"/>
                <a:gd name="connsiteY149" fmla="*/ 710395 h 6239661"/>
                <a:gd name="connsiteX150" fmla="*/ 3179033 w 5187198"/>
                <a:gd name="connsiteY150" fmla="*/ 662259 h 6239661"/>
                <a:gd name="connsiteX151" fmla="*/ 3052408 w 5187198"/>
                <a:gd name="connsiteY151" fmla="*/ 620447 h 6239661"/>
                <a:gd name="connsiteX152" fmla="*/ 2924325 w 5187198"/>
                <a:gd name="connsiteY152" fmla="*/ 584505 h 6239661"/>
                <a:gd name="connsiteX153" fmla="*/ 2859667 w 5187198"/>
                <a:gd name="connsiteY153" fmla="*/ 569266 h 6239661"/>
                <a:gd name="connsiteX154" fmla="*/ 2795226 w 5187198"/>
                <a:gd name="connsiteY154" fmla="*/ 554085 h 6239661"/>
                <a:gd name="connsiteX155" fmla="*/ 2729702 w 5187198"/>
                <a:gd name="connsiteY155" fmla="*/ 540354 h 6239661"/>
                <a:gd name="connsiteX156" fmla="*/ 2663758 w 5187198"/>
                <a:gd name="connsiteY156" fmla="*/ 527322 h 6239661"/>
                <a:gd name="connsiteX157" fmla="*/ 2630927 w 5187198"/>
                <a:gd name="connsiteY157" fmla="*/ 520495 h 6239661"/>
                <a:gd name="connsiteX158" fmla="*/ 2597965 w 5187198"/>
                <a:gd name="connsiteY158" fmla="*/ 515024 h 6239661"/>
                <a:gd name="connsiteX159" fmla="*/ 2532205 w 5187198"/>
                <a:gd name="connsiteY159" fmla="*/ 503895 h 6239661"/>
                <a:gd name="connsiteX160" fmla="*/ 2010064 w 5187198"/>
                <a:gd name="connsiteY160" fmla="*/ 452552 h 6239661"/>
                <a:gd name="connsiteX161" fmla="*/ 1494552 w 5187198"/>
                <a:gd name="connsiteY161" fmla="*/ 485055 h 6239661"/>
                <a:gd name="connsiteX162" fmla="*/ 1366896 w 5187198"/>
                <a:gd name="connsiteY162" fmla="*/ 509389 h 6239661"/>
                <a:gd name="connsiteX163" fmla="*/ 1240175 w 5187198"/>
                <a:gd name="connsiteY163" fmla="*/ 541045 h 6239661"/>
                <a:gd name="connsiteX164" fmla="*/ 1177438 w 5187198"/>
                <a:gd name="connsiteY164" fmla="*/ 560170 h 6239661"/>
                <a:gd name="connsiteX165" fmla="*/ 1145987 w 5187198"/>
                <a:gd name="connsiteY165" fmla="*/ 569826 h 6239661"/>
                <a:gd name="connsiteX166" fmla="*/ 1130315 w 5187198"/>
                <a:gd name="connsiteY166" fmla="*/ 574669 h 6239661"/>
                <a:gd name="connsiteX167" fmla="*/ 1114873 w 5187198"/>
                <a:gd name="connsiteY167" fmla="*/ 580384 h 6239661"/>
                <a:gd name="connsiteX168" fmla="*/ 1052839 w 5187198"/>
                <a:gd name="connsiteY168" fmla="*/ 602943 h 6239661"/>
                <a:gd name="connsiteX169" fmla="*/ 991135 w 5187198"/>
                <a:gd name="connsiteY169" fmla="*/ 626866 h 6239661"/>
                <a:gd name="connsiteX170" fmla="*/ 930179 w 5187198"/>
                <a:gd name="connsiteY170" fmla="*/ 653191 h 6239661"/>
                <a:gd name="connsiteX171" fmla="*/ 869768 w 5187198"/>
                <a:gd name="connsiteY171" fmla="*/ 680937 h 6239661"/>
                <a:gd name="connsiteX172" fmla="*/ 810085 w 5187198"/>
                <a:gd name="connsiteY172" fmla="*/ 710734 h 6239661"/>
                <a:gd name="connsiteX173" fmla="*/ 751220 w 5187198"/>
                <a:gd name="connsiteY173" fmla="*/ 741794 h 6239661"/>
                <a:gd name="connsiteX174" fmla="*/ 532669 w 5187198"/>
                <a:gd name="connsiteY174" fmla="*/ 881688 h 6239661"/>
                <a:gd name="connsiteX175" fmla="*/ 354185 w 5187198"/>
                <a:gd name="connsiteY175" fmla="*/ 1050286 h 6239661"/>
                <a:gd name="connsiteX176" fmla="*/ 315980 w 5187198"/>
                <a:gd name="connsiteY176" fmla="*/ 1098125 h 6239661"/>
                <a:gd name="connsiteX177" fmla="*/ 280345 w 5187198"/>
                <a:gd name="connsiteY177" fmla="*/ 1149782 h 6239661"/>
                <a:gd name="connsiteX178" fmla="*/ 245890 w 5187198"/>
                <a:gd name="connsiteY178" fmla="*/ 1203959 h 6239661"/>
                <a:gd name="connsiteX179" fmla="*/ 212162 w 5187198"/>
                <a:gd name="connsiteY179" fmla="*/ 1260184 h 6239661"/>
                <a:gd name="connsiteX180" fmla="*/ 80716 w 5187198"/>
                <a:gd name="connsiteY180" fmla="*/ 1502476 h 6239661"/>
                <a:gd name="connsiteX181" fmla="*/ 0 w 5187198"/>
                <a:gd name="connsiteY181" fmla="*/ 1648841 h 6239661"/>
                <a:gd name="connsiteX182" fmla="*/ 0 w 5187198"/>
                <a:gd name="connsiteY182" fmla="*/ 954863 h 6239661"/>
                <a:gd name="connsiteX183" fmla="*/ 43491 w 5187198"/>
                <a:gd name="connsiteY183" fmla="*/ 895513 h 6239661"/>
                <a:gd name="connsiteX184" fmla="*/ 93923 w 5187198"/>
                <a:gd name="connsiteY184" fmla="*/ 834489 h 6239661"/>
                <a:gd name="connsiteX185" fmla="*/ 323465 w 5187198"/>
                <a:gd name="connsiteY185" fmla="*/ 617671 h 6239661"/>
                <a:gd name="connsiteX186" fmla="*/ 574777 w 5187198"/>
                <a:gd name="connsiteY186" fmla="*/ 446794 h 6239661"/>
                <a:gd name="connsiteX187" fmla="*/ 638943 w 5187198"/>
                <a:gd name="connsiteY187" fmla="*/ 408925 h 6239661"/>
                <a:gd name="connsiteX188" fmla="*/ 703505 w 5187198"/>
                <a:gd name="connsiteY188" fmla="*/ 371742 h 6239661"/>
                <a:gd name="connsiteX189" fmla="*/ 769262 w 5187198"/>
                <a:gd name="connsiteY189" fmla="*/ 336154 h 6239661"/>
                <a:gd name="connsiteX190" fmla="*/ 835552 w 5187198"/>
                <a:gd name="connsiteY190" fmla="*/ 301173 h 6239661"/>
                <a:gd name="connsiteX191" fmla="*/ 902979 w 5187198"/>
                <a:gd name="connsiteY191" fmla="*/ 268004 h 6239661"/>
                <a:gd name="connsiteX192" fmla="*/ 971127 w 5187198"/>
                <a:gd name="connsiteY192" fmla="*/ 235607 h 6239661"/>
                <a:gd name="connsiteX193" fmla="*/ 988238 w 5187198"/>
                <a:gd name="connsiteY193" fmla="*/ 227556 h 6239661"/>
                <a:gd name="connsiteX194" fmla="*/ 1005744 w 5187198"/>
                <a:gd name="connsiteY194" fmla="*/ 220191 h 6239661"/>
                <a:gd name="connsiteX195" fmla="*/ 1040729 w 5187198"/>
                <a:gd name="connsiteY195" fmla="*/ 205569 h 6239661"/>
                <a:gd name="connsiteX196" fmla="*/ 1110835 w 5187198"/>
                <a:gd name="connsiteY196" fmla="*/ 176248 h 6239661"/>
                <a:gd name="connsiteX197" fmla="*/ 1254256 w 5187198"/>
                <a:gd name="connsiteY197" fmla="*/ 123796 h 6239661"/>
                <a:gd name="connsiteX198" fmla="*/ 1401310 w 5187198"/>
                <a:gd name="connsiteY198" fmla="*/ 79852 h 6239661"/>
                <a:gd name="connsiteX199" fmla="*/ 2011811 w 5187198"/>
                <a:gd name="connsiteY199" fmla="*/ 4 h 62396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</a:cxnLst>
              <a:rect l="l" t="t" r="r" b="b"/>
              <a:pathLst>
                <a:path w="5187198" h="6239661">
                  <a:moveTo>
                    <a:pt x="2011811" y="4"/>
                  </a:moveTo>
                  <a:cubicBezTo>
                    <a:pt x="2217306" y="120"/>
                    <a:pt x="2420903" y="25925"/>
                    <a:pt x="2617011" y="70590"/>
                  </a:cubicBezTo>
                  <a:lnTo>
                    <a:pt x="2690321" y="88146"/>
                  </a:lnTo>
                  <a:lnTo>
                    <a:pt x="2726863" y="97127"/>
                  </a:lnTo>
                  <a:lnTo>
                    <a:pt x="2762951" y="107375"/>
                  </a:lnTo>
                  <a:lnTo>
                    <a:pt x="2834843" y="128493"/>
                  </a:lnTo>
                  <a:cubicBezTo>
                    <a:pt x="2858788" y="135605"/>
                    <a:pt x="2882632" y="142226"/>
                    <a:pt x="2906574" y="151076"/>
                  </a:cubicBezTo>
                  <a:cubicBezTo>
                    <a:pt x="2954475" y="167852"/>
                    <a:pt x="3002363" y="183813"/>
                    <a:pt x="3049504" y="202124"/>
                  </a:cubicBezTo>
                  <a:lnTo>
                    <a:pt x="3189518" y="260159"/>
                  </a:lnTo>
                  <a:lnTo>
                    <a:pt x="3326048" y="325143"/>
                  </a:lnTo>
                  <a:cubicBezTo>
                    <a:pt x="3370687" y="348464"/>
                    <a:pt x="3414908" y="372485"/>
                    <a:pt x="3459166" y="395936"/>
                  </a:cubicBezTo>
                  <a:cubicBezTo>
                    <a:pt x="3502947" y="420302"/>
                    <a:pt x="3545491" y="447118"/>
                    <a:pt x="3588578" y="472343"/>
                  </a:cubicBezTo>
                  <a:cubicBezTo>
                    <a:pt x="3610346" y="484551"/>
                    <a:pt x="3630797" y="499072"/>
                    <a:pt x="3651864" y="512600"/>
                  </a:cubicBezTo>
                  <a:lnTo>
                    <a:pt x="3714514" y="553499"/>
                  </a:lnTo>
                  <a:cubicBezTo>
                    <a:pt x="3880005" y="664844"/>
                    <a:pt x="4036083" y="788388"/>
                    <a:pt x="4181221" y="922912"/>
                  </a:cubicBezTo>
                  <a:cubicBezTo>
                    <a:pt x="4326221" y="1057515"/>
                    <a:pt x="4461955" y="1202038"/>
                    <a:pt x="4582963" y="1358264"/>
                  </a:cubicBezTo>
                  <a:cubicBezTo>
                    <a:pt x="4614206" y="1396543"/>
                    <a:pt x="4642091" y="1437400"/>
                    <a:pt x="4670721" y="1477644"/>
                  </a:cubicBezTo>
                  <a:cubicBezTo>
                    <a:pt x="4700172" y="1517414"/>
                    <a:pt x="4725864" y="1559538"/>
                    <a:pt x="4752378" y="1601187"/>
                  </a:cubicBezTo>
                  <a:lnTo>
                    <a:pt x="4772168" y="1632456"/>
                  </a:lnTo>
                  <a:lnTo>
                    <a:pt x="4782117" y="1648104"/>
                  </a:lnTo>
                  <a:lnTo>
                    <a:pt x="4791381" y="1664150"/>
                  </a:lnTo>
                  <a:lnTo>
                    <a:pt x="4828190" y="1728379"/>
                  </a:lnTo>
                  <a:cubicBezTo>
                    <a:pt x="4840266" y="1749930"/>
                    <a:pt x="4853470" y="1770740"/>
                    <a:pt x="4864832" y="1792796"/>
                  </a:cubicBezTo>
                  <a:lnTo>
                    <a:pt x="4899201" y="1858342"/>
                  </a:lnTo>
                  <a:cubicBezTo>
                    <a:pt x="4910484" y="1880260"/>
                    <a:pt x="4922532" y="1901920"/>
                    <a:pt x="4933266" y="1924155"/>
                  </a:cubicBezTo>
                  <a:lnTo>
                    <a:pt x="4964403" y="1991384"/>
                  </a:lnTo>
                  <a:cubicBezTo>
                    <a:pt x="4974618" y="2013829"/>
                    <a:pt x="4985323" y="2036171"/>
                    <a:pt x="4995019" y="2058823"/>
                  </a:cubicBezTo>
                  <a:lnTo>
                    <a:pt x="5021999" y="2127723"/>
                  </a:lnTo>
                  <a:lnTo>
                    <a:pt x="5048321" y="2196908"/>
                  </a:lnTo>
                  <a:lnTo>
                    <a:pt x="5070546" y="2267547"/>
                  </a:lnTo>
                  <a:cubicBezTo>
                    <a:pt x="5078054" y="2291004"/>
                    <a:pt x="5085044" y="2314670"/>
                    <a:pt x="5092171" y="2338256"/>
                  </a:cubicBezTo>
                  <a:cubicBezTo>
                    <a:pt x="5098670" y="2362023"/>
                    <a:pt x="5104296" y="2386019"/>
                    <a:pt x="5110305" y="2409886"/>
                  </a:cubicBezTo>
                  <a:cubicBezTo>
                    <a:pt x="5158097" y="2600976"/>
                    <a:pt x="5182068" y="2797044"/>
                    <a:pt x="5186393" y="2992022"/>
                  </a:cubicBezTo>
                  <a:cubicBezTo>
                    <a:pt x="5191013" y="3187195"/>
                    <a:pt x="5175397" y="3380886"/>
                    <a:pt x="5149045" y="3571816"/>
                  </a:cubicBezTo>
                  <a:cubicBezTo>
                    <a:pt x="5141154" y="3619431"/>
                    <a:pt x="5133539" y="3666889"/>
                    <a:pt x="5126572" y="3714520"/>
                  </a:cubicBezTo>
                  <a:cubicBezTo>
                    <a:pt x="5117276" y="3761759"/>
                    <a:pt x="5107793" y="3808831"/>
                    <a:pt x="5099067" y="3856108"/>
                  </a:cubicBezTo>
                  <a:lnTo>
                    <a:pt x="5095699" y="3873868"/>
                  </a:lnTo>
                  <a:lnTo>
                    <a:pt x="5091573" y="3891426"/>
                  </a:lnTo>
                  <a:lnTo>
                    <a:pt x="5083324" y="3926541"/>
                  </a:lnTo>
                  <a:lnTo>
                    <a:pt x="5067256" y="3996889"/>
                  </a:lnTo>
                  <a:cubicBezTo>
                    <a:pt x="5064451" y="4008657"/>
                    <a:pt x="5062244" y="4020353"/>
                    <a:pt x="5059194" y="4032171"/>
                  </a:cubicBezTo>
                  <a:lnTo>
                    <a:pt x="5049522" y="4067833"/>
                  </a:lnTo>
                  <a:lnTo>
                    <a:pt x="5040067" y="4103553"/>
                  </a:lnTo>
                  <a:cubicBezTo>
                    <a:pt x="5036554" y="4115363"/>
                    <a:pt x="5032689" y="4127194"/>
                    <a:pt x="5028960" y="4138946"/>
                  </a:cubicBezTo>
                  <a:cubicBezTo>
                    <a:pt x="4999693" y="4233462"/>
                    <a:pt x="4962869" y="4326764"/>
                    <a:pt x="4917351" y="4417041"/>
                  </a:cubicBezTo>
                  <a:cubicBezTo>
                    <a:pt x="4871860" y="4507209"/>
                    <a:pt x="4817597" y="4594215"/>
                    <a:pt x="4756163" y="4676402"/>
                  </a:cubicBezTo>
                  <a:cubicBezTo>
                    <a:pt x="4632803" y="4840875"/>
                    <a:pt x="4480597" y="4982783"/>
                    <a:pt x="4322493" y="5105604"/>
                  </a:cubicBezTo>
                  <a:cubicBezTo>
                    <a:pt x="4163928" y="5228420"/>
                    <a:pt x="3999564" y="5332640"/>
                    <a:pt x="3840510" y="5429590"/>
                  </a:cubicBezTo>
                  <a:cubicBezTo>
                    <a:pt x="3760954" y="5478172"/>
                    <a:pt x="3682353" y="5524924"/>
                    <a:pt x="3606447" y="5572862"/>
                  </a:cubicBezTo>
                  <a:lnTo>
                    <a:pt x="3488814" y="5647178"/>
                  </a:lnTo>
                  <a:cubicBezTo>
                    <a:pt x="3448270" y="5672597"/>
                    <a:pt x="3407323" y="5697792"/>
                    <a:pt x="3365864" y="5722735"/>
                  </a:cubicBezTo>
                  <a:cubicBezTo>
                    <a:pt x="3200163" y="5822424"/>
                    <a:pt x="3026125" y="5917328"/>
                    <a:pt x="2839486" y="5999120"/>
                  </a:cubicBezTo>
                  <a:cubicBezTo>
                    <a:pt x="2653201" y="6080891"/>
                    <a:pt x="2453560" y="6149344"/>
                    <a:pt x="2242423" y="6192346"/>
                  </a:cubicBezTo>
                  <a:cubicBezTo>
                    <a:pt x="2031719" y="6235463"/>
                    <a:pt x="1808952" y="6251353"/>
                    <a:pt x="1589380" y="6230657"/>
                  </a:cubicBezTo>
                  <a:lnTo>
                    <a:pt x="1548244" y="6226706"/>
                  </a:lnTo>
                  <a:cubicBezTo>
                    <a:pt x="1534528" y="6225117"/>
                    <a:pt x="1520898" y="6223203"/>
                    <a:pt x="1507348" y="6221428"/>
                  </a:cubicBezTo>
                  <a:lnTo>
                    <a:pt x="1466401" y="6215904"/>
                  </a:lnTo>
                  <a:cubicBezTo>
                    <a:pt x="1452772" y="6213991"/>
                    <a:pt x="1439316" y="6211428"/>
                    <a:pt x="1425773" y="6209191"/>
                  </a:cubicBezTo>
                  <a:cubicBezTo>
                    <a:pt x="1398775" y="6204391"/>
                    <a:pt x="1371610" y="6199779"/>
                    <a:pt x="1344960" y="6193681"/>
                  </a:cubicBezTo>
                  <a:cubicBezTo>
                    <a:pt x="1318251" y="6187799"/>
                    <a:pt x="1291260" y="6182538"/>
                    <a:pt x="1265007" y="6175388"/>
                  </a:cubicBezTo>
                  <a:lnTo>
                    <a:pt x="1225415" y="6165243"/>
                  </a:lnTo>
                  <a:cubicBezTo>
                    <a:pt x="1212163" y="6161924"/>
                    <a:pt x="1198939" y="6158496"/>
                    <a:pt x="1186567" y="6154486"/>
                  </a:cubicBezTo>
                  <a:lnTo>
                    <a:pt x="1111158" y="6130918"/>
                  </a:lnTo>
                  <a:lnTo>
                    <a:pt x="1035915" y="6107163"/>
                  </a:lnTo>
                  <a:cubicBezTo>
                    <a:pt x="1010846" y="6099055"/>
                    <a:pt x="986357" y="6088784"/>
                    <a:pt x="961579" y="6079594"/>
                  </a:cubicBezTo>
                  <a:cubicBezTo>
                    <a:pt x="763709" y="6005594"/>
                    <a:pt x="572401" y="5909703"/>
                    <a:pt x="395297" y="5792812"/>
                  </a:cubicBezTo>
                  <a:lnTo>
                    <a:pt x="265239" y="5701511"/>
                  </a:lnTo>
                  <a:cubicBezTo>
                    <a:pt x="254227" y="5694155"/>
                    <a:pt x="244103" y="5685646"/>
                    <a:pt x="233756" y="5677542"/>
                  </a:cubicBezTo>
                  <a:lnTo>
                    <a:pt x="202800" y="5652902"/>
                  </a:lnTo>
                  <a:lnTo>
                    <a:pt x="140918" y="5603515"/>
                  </a:lnTo>
                  <a:cubicBezTo>
                    <a:pt x="130598" y="5595302"/>
                    <a:pt x="120280" y="5587089"/>
                    <a:pt x="110625" y="5578127"/>
                  </a:cubicBezTo>
                  <a:cubicBezTo>
                    <a:pt x="105647" y="5573779"/>
                    <a:pt x="100444" y="5569834"/>
                    <a:pt x="95631" y="5565299"/>
                  </a:cubicBezTo>
                  <a:cubicBezTo>
                    <a:pt x="90955" y="5560684"/>
                    <a:pt x="86505" y="5555666"/>
                    <a:pt x="81966" y="5550973"/>
                  </a:cubicBezTo>
                  <a:lnTo>
                    <a:pt x="27991" y="5493272"/>
                  </a:lnTo>
                  <a:cubicBezTo>
                    <a:pt x="19109" y="5483589"/>
                    <a:pt x="9758" y="5474359"/>
                    <a:pt x="1454" y="5464252"/>
                  </a:cubicBezTo>
                  <a:lnTo>
                    <a:pt x="0" y="5462518"/>
                  </a:lnTo>
                  <a:lnTo>
                    <a:pt x="0" y="4720187"/>
                  </a:lnTo>
                  <a:lnTo>
                    <a:pt x="109684" y="4836724"/>
                  </a:lnTo>
                  <a:cubicBezTo>
                    <a:pt x="173316" y="4897375"/>
                    <a:pt x="239447" y="4954160"/>
                    <a:pt x="306959" y="5007200"/>
                  </a:cubicBezTo>
                  <a:lnTo>
                    <a:pt x="358101" y="5046057"/>
                  </a:lnTo>
                  <a:lnTo>
                    <a:pt x="383328" y="5065684"/>
                  </a:lnTo>
                  <a:cubicBezTo>
                    <a:pt x="391637" y="5072316"/>
                    <a:pt x="400805" y="5077902"/>
                    <a:pt x="409503" y="5083942"/>
                  </a:cubicBezTo>
                  <a:lnTo>
                    <a:pt x="461889" y="5119888"/>
                  </a:lnTo>
                  <a:cubicBezTo>
                    <a:pt x="466184" y="5122893"/>
                    <a:pt x="470616" y="5125820"/>
                    <a:pt x="474883" y="5128933"/>
                  </a:cubicBezTo>
                  <a:cubicBezTo>
                    <a:pt x="478982" y="5132235"/>
                    <a:pt x="482476" y="5136069"/>
                    <a:pt x="486410" y="5139557"/>
                  </a:cubicBezTo>
                  <a:cubicBezTo>
                    <a:pt x="494140" y="5146613"/>
                    <a:pt x="502565" y="5152812"/>
                    <a:pt x="510852" y="5159089"/>
                  </a:cubicBezTo>
                  <a:lnTo>
                    <a:pt x="560653" y="5196893"/>
                  </a:lnTo>
                  <a:lnTo>
                    <a:pt x="585485" y="5215834"/>
                  </a:lnTo>
                  <a:cubicBezTo>
                    <a:pt x="593773" y="5222111"/>
                    <a:pt x="601864" y="5228685"/>
                    <a:pt x="610707" y="5234185"/>
                  </a:cubicBezTo>
                  <a:lnTo>
                    <a:pt x="714768" y="5303103"/>
                  </a:lnTo>
                  <a:cubicBezTo>
                    <a:pt x="856162" y="5390603"/>
                    <a:pt x="1008099" y="5459947"/>
                    <a:pt x="1166634" y="5513322"/>
                  </a:cubicBezTo>
                  <a:cubicBezTo>
                    <a:pt x="1186540" y="5519932"/>
                    <a:pt x="1205774" y="5527751"/>
                    <a:pt x="1225991" y="5533632"/>
                  </a:cubicBezTo>
                  <a:lnTo>
                    <a:pt x="1286680" y="5550705"/>
                  </a:lnTo>
                  <a:lnTo>
                    <a:pt x="1347310" y="5567995"/>
                  </a:lnTo>
                  <a:cubicBezTo>
                    <a:pt x="1357469" y="5571180"/>
                    <a:pt x="1367261" y="5573572"/>
                    <a:pt x="1377002" y="5575719"/>
                  </a:cubicBezTo>
                  <a:lnTo>
                    <a:pt x="1406328" y="5582649"/>
                  </a:lnTo>
                  <a:cubicBezTo>
                    <a:pt x="1425825" y="5587757"/>
                    <a:pt x="1445490" y="5590939"/>
                    <a:pt x="1465060" y="5594909"/>
                  </a:cubicBezTo>
                  <a:cubicBezTo>
                    <a:pt x="1484652" y="5599231"/>
                    <a:pt x="1504324" y="5601952"/>
                    <a:pt x="1523881" y="5605105"/>
                  </a:cubicBezTo>
                  <a:cubicBezTo>
                    <a:pt x="1533660" y="5606682"/>
                    <a:pt x="1543460" y="5608613"/>
                    <a:pt x="1553325" y="5609865"/>
                  </a:cubicBezTo>
                  <a:lnTo>
                    <a:pt x="1582813" y="5613593"/>
                  </a:lnTo>
                  <a:lnTo>
                    <a:pt x="1612301" y="5617321"/>
                  </a:lnTo>
                  <a:lnTo>
                    <a:pt x="1641863" y="5619910"/>
                  </a:lnTo>
                  <a:cubicBezTo>
                    <a:pt x="1799348" y="5633940"/>
                    <a:pt x="1957913" y="5625770"/>
                    <a:pt x="2117508" y="5595156"/>
                  </a:cubicBezTo>
                  <a:cubicBezTo>
                    <a:pt x="2277124" y="5564895"/>
                    <a:pt x="2437004" y="5512449"/>
                    <a:pt x="2597368" y="5447381"/>
                  </a:cubicBezTo>
                  <a:cubicBezTo>
                    <a:pt x="2757791" y="5382096"/>
                    <a:pt x="2918855" y="5304464"/>
                    <a:pt x="3082968" y="5223245"/>
                  </a:cubicBezTo>
                  <a:lnTo>
                    <a:pt x="3334855" y="5097383"/>
                  </a:lnTo>
                  <a:cubicBezTo>
                    <a:pt x="3423528" y="5054142"/>
                    <a:pt x="3511773" y="5013798"/>
                    <a:pt x="3599509" y="4976217"/>
                  </a:cubicBezTo>
                  <a:cubicBezTo>
                    <a:pt x="3774960" y="4900701"/>
                    <a:pt x="3948276" y="4837481"/>
                    <a:pt x="4112002" y="4766359"/>
                  </a:cubicBezTo>
                  <a:cubicBezTo>
                    <a:pt x="4193972" y="4730827"/>
                    <a:pt x="4273429" y="4692997"/>
                    <a:pt x="4348983" y="4649833"/>
                  </a:cubicBezTo>
                  <a:cubicBezTo>
                    <a:pt x="4424508" y="4606778"/>
                    <a:pt x="4496050" y="4558250"/>
                    <a:pt x="4560505" y="4501564"/>
                  </a:cubicBezTo>
                  <a:cubicBezTo>
                    <a:pt x="4625198" y="4445289"/>
                    <a:pt x="4682991" y="4381021"/>
                    <a:pt x="4731963" y="4309870"/>
                  </a:cubicBezTo>
                  <a:cubicBezTo>
                    <a:pt x="4781043" y="4238747"/>
                    <a:pt x="4821275" y="4160848"/>
                    <a:pt x="4852344" y="4078640"/>
                  </a:cubicBezTo>
                  <a:lnTo>
                    <a:pt x="4863972" y="4047790"/>
                  </a:lnTo>
                  <a:lnTo>
                    <a:pt x="4874144" y="4016320"/>
                  </a:lnTo>
                  <a:lnTo>
                    <a:pt x="4884127" y="3984682"/>
                  </a:lnTo>
                  <a:cubicBezTo>
                    <a:pt x="4887242" y="3973925"/>
                    <a:pt x="4889981" y="3962835"/>
                    <a:pt x="4892800" y="3951883"/>
                  </a:cubicBezTo>
                  <a:lnTo>
                    <a:pt x="4909526" y="3886001"/>
                  </a:lnTo>
                  <a:lnTo>
                    <a:pt x="4917687" y="3852948"/>
                  </a:lnTo>
                  <a:lnTo>
                    <a:pt x="4921768" y="3836422"/>
                  </a:lnTo>
                  <a:lnTo>
                    <a:pt x="4924845" y="3819742"/>
                  </a:lnTo>
                  <a:cubicBezTo>
                    <a:pt x="4933092" y="3775120"/>
                    <a:pt x="4941231" y="3730469"/>
                    <a:pt x="4948230" y="3685744"/>
                  </a:cubicBezTo>
                  <a:cubicBezTo>
                    <a:pt x="4953579" y="3640694"/>
                    <a:pt x="4958249" y="3595577"/>
                    <a:pt x="4962782" y="3550540"/>
                  </a:cubicBezTo>
                  <a:cubicBezTo>
                    <a:pt x="4976580" y="3369692"/>
                    <a:pt x="4965812" y="3187942"/>
                    <a:pt x="4939468" y="3010249"/>
                  </a:cubicBezTo>
                  <a:cubicBezTo>
                    <a:pt x="4912965" y="2832281"/>
                    <a:pt x="4870237" y="2658196"/>
                    <a:pt x="4816901" y="2488224"/>
                  </a:cubicBezTo>
                  <a:cubicBezTo>
                    <a:pt x="4810197" y="2466954"/>
                    <a:pt x="4803984" y="2445582"/>
                    <a:pt x="4797005" y="2424470"/>
                  </a:cubicBezTo>
                  <a:cubicBezTo>
                    <a:pt x="4789399" y="2403537"/>
                    <a:pt x="4781686" y="2382574"/>
                    <a:pt x="4774433" y="2361620"/>
                  </a:cubicBezTo>
                  <a:lnTo>
                    <a:pt x="4752459" y="2298700"/>
                  </a:lnTo>
                  <a:lnTo>
                    <a:pt x="4728083" y="2236526"/>
                  </a:lnTo>
                  <a:cubicBezTo>
                    <a:pt x="4719957" y="2215802"/>
                    <a:pt x="4712352" y="2194869"/>
                    <a:pt x="4704471" y="2174095"/>
                  </a:cubicBezTo>
                  <a:lnTo>
                    <a:pt x="4678399" y="2112626"/>
                  </a:lnTo>
                  <a:lnTo>
                    <a:pt x="4652601" y="2050999"/>
                  </a:lnTo>
                  <a:cubicBezTo>
                    <a:pt x="4643711" y="2030533"/>
                    <a:pt x="4633616" y="2010672"/>
                    <a:pt x="4624205" y="1990415"/>
                  </a:cubicBezTo>
                  <a:lnTo>
                    <a:pt x="4595398" y="1930069"/>
                  </a:lnTo>
                  <a:cubicBezTo>
                    <a:pt x="4585714" y="1909969"/>
                    <a:pt x="4574413" y="1890713"/>
                    <a:pt x="4563827" y="1870952"/>
                  </a:cubicBezTo>
                  <a:lnTo>
                    <a:pt x="4531433" y="1812311"/>
                  </a:lnTo>
                  <a:lnTo>
                    <a:pt x="4523315" y="1797616"/>
                  </a:lnTo>
                  <a:lnTo>
                    <a:pt x="4514482" y="1783425"/>
                  </a:lnTo>
                  <a:lnTo>
                    <a:pt x="4496845" y="1754936"/>
                  </a:lnTo>
                  <a:lnTo>
                    <a:pt x="4461463" y="1697929"/>
                  </a:lnTo>
                  <a:lnTo>
                    <a:pt x="4452660" y="1683629"/>
                  </a:lnTo>
                  <a:lnTo>
                    <a:pt x="4443141" y="1669834"/>
                  </a:lnTo>
                  <a:lnTo>
                    <a:pt x="4424241" y="1642166"/>
                  </a:lnTo>
                  <a:cubicBezTo>
                    <a:pt x="4399005" y="1605265"/>
                    <a:pt x="4374512" y="1567751"/>
                    <a:pt x="4346886" y="1532412"/>
                  </a:cubicBezTo>
                  <a:cubicBezTo>
                    <a:pt x="4240477" y="1388328"/>
                    <a:pt x="4120362" y="1253437"/>
                    <a:pt x="3985497" y="1134649"/>
                  </a:cubicBezTo>
                  <a:cubicBezTo>
                    <a:pt x="3850799" y="1015675"/>
                    <a:pt x="3702920" y="911715"/>
                    <a:pt x="3545665" y="825877"/>
                  </a:cubicBezTo>
                  <a:lnTo>
                    <a:pt x="3486190" y="794756"/>
                  </a:lnTo>
                  <a:cubicBezTo>
                    <a:pt x="3466181" y="784640"/>
                    <a:pt x="3446893" y="773560"/>
                    <a:pt x="3426182" y="764765"/>
                  </a:cubicBezTo>
                  <a:lnTo>
                    <a:pt x="3365044" y="737255"/>
                  </a:lnTo>
                  <a:lnTo>
                    <a:pt x="3334529" y="723514"/>
                  </a:lnTo>
                  <a:cubicBezTo>
                    <a:pt x="3324394" y="718943"/>
                    <a:pt x="3314287" y="714265"/>
                    <a:pt x="3303733" y="710395"/>
                  </a:cubicBezTo>
                  <a:cubicBezTo>
                    <a:pt x="3262013" y="694346"/>
                    <a:pt x="3220711" y="677599"/>
                    <a:pt x="3179033" y="662259"/>
                  </a:cubicBezTo>
                  <a:lnTo>
                    <a:pt x="3052408" y="620447"/>
                  </a:lnTo>
                  <a:lnTo>
                    <a:pt x="2924325" y="584505"/>
                  </a:lnTo>
                  <a:cubicBezTo>
                    <a:pt x="2903106" y="578471"/>
                    <a:pt x="2881119" y="574434"/>
                    <a:pt x="2859667" y="569266"/>
                  </a:cubicBezTo>
                  <a:lnTo>
                    <a:pt x="2795226" y="554085"/>
                  </a:lnTo>
                  <a:cubicBezTo>
                    <a:pt x="2774078" y="548652"/>
                    <a:pt x="2751709" y="544744"/>
                    <a:pt x="2729702" y="540354"/>
                  </a:cubicBezTo>
                  <a:lnTo>
                    <a:pt x="2663758" y="527322"/>
                  </a:lnTo>
                  <a:lnTo>
                    <a:pt x="2630927" y="520495"/>
                  </a:lnTo>
                  <a:lnTo>
                    <a:pt x="2597965" y="515024"/>
                  </a:lnTo>
                  <a:cubicBezTo>
                    <a:pt x="2575970" y="511449"/>
                    <a:pt x="2554112" y="507795"/>
                    <a:pt x="2532205" y="503895"/>
                  </a:cubicBezTo>
                  <a:cubicBezTo>
                    <a:pt x="2357016" y="475037"/>
                    <a:pt x="2182954" y="456682"/>
                    <a:pt x="2010064" y="452552"/>
                  </a:cubicBezTo>
                  <a:cubicBezTo>
                    <a:pt x="1837255" y="448558"/>
                    <a:pt x="1665388" y="457916"/>
                    <a:pt x="1494552" y="485055"/>
                  </a:cubicBezTo>
                  <a:cubicBezTo>
                    <a:pt x="1452133" y="492816"/>
                    <a:pt x="1409569" y="501117"/>
                    <a:pt x="1366896" y="509389"/>
                  </a:cubicBezTo>
                  <a:cubicBezTo>
                    <a:pt x="1324862" y="520035"/>
                    <a:pt x="1282333" y="529505"/>
                    <a:pt x="1240175" y="541045"/>
                  </a:cubicBezTo>
                  <a:lnTo>
                    <a:pt x="1177438" y="560170"/>
                  </a:lnTo>
                  <a:lnTo>
                    <a:pt x="1145987" y="569826"/>
                  </a:lnTo>
                  <a:lnTo>
                    <a:pt x="1130315" y="574669"/>
                  </a:lnTo>
                  <a:lnTo>
                    <a:pt x="1114873" y="580384"/>
                  </a:lnTo>
                  <a:lnTo>
                    <a:pt x="1052839" y="602943"/>
                  </a:lnTo>
                  <a:cubicBezTo>
                    <a:pt x="1032151" y="610499"/>
                    <a:pt x="1011255" y="617535"/>
                    <a:pt x="991135" y="626866"/>
                  </a:cubicBezTo>
                  <a:lnTo>
                    <a:pt x="930179" y="653191"/>
                  </a:lnTo>
                  <a:cubicBezTo>
                    <a:pt x="909850" y="662002"/>
                    <a:pt x="889443" y="670676"/>
                    <a:pt x="869768" y="680937"/>
                  </a:cubicBezTo>
                  <a:lnTo>
                    <a:pt x="810085" y="710734"/>
                  </a:lnTo>
                  <a:cubicBezTo>
                    <a:pt x="790331" y="720859"/>
                    <a:pt x="770124" y="730514"/>
                    <a:pt x="751220" y="741794"/>
                  </a:cubicBezTo>
                  <a:cubicBezTo>
                    <a:pt x="673929" y="784955"/>
                    <a:pt x="598827" y="830326"/>
                    <a:pt x="532669" y="881688"/>
                  </a:cubicBezTo>
                  <a:cubicBezTo>
                    <a:pt x="464226" y="931625"/>
                    <a:pt x="406969" y="988270"/>
                    <a:pt x="354185" y="1050286"/>
                  </a:cubicBezTo>
                  <a:lnTo>
                    <a:pt x="315980" y="1098125"/>
                  </a:lnTo>
                  <a:lnTo>
                    <a:pt x="280345" y="1149782"/>
                  </a:lnTo>
                  <a:cubicBezTo>
                    <a:pt x="268144" y="1166335"/>
                    <a:pt x="257438" y="1185955"/>
                    <a:pt x="245890" y="1203959"/>
                  </a:cubicBezTo>
                  <a:cubicBezTo>
                    <a:pt x="234552" y="1222481"/>
                    <a:pt x="223171" y="1240298"/>
                    <a:pt x="212162" y="1260184"/>
                  </a:cubicBezTo>
                  <a:cubicBezTo>
                    <a:pt x="168299" y="1337574"/>
                    <a:pt x="125055" y="1419360"/>
                    <a:pt x="80716" y="1502476"/>
                  </a:cubicBezTo>
                  <a:lnTo>
                    <a:pt x="0" y="1648841"/>
                  </a:lnTo>
                  <a:lnTo>
                    <a:pt x="0" y="954863"/>
                  </a:lnTo>
                  <a:lnTo>
                    <a:pt x="43491" y="895513"/>
                  </a:lnTo>
                  <a:cubicBezTo>
                    <a:pt x="59888" y="874984"/>
                    <a:pt x="77014" y="854766"/>
                    <a:pt x="93923" y="834489"/>
                  </a:cubicBezTo>
                  <a:cubicBezTo>
                    <a:pt x="163245" y="754880"/>
                    <a:pt x="240806" y="679565"/>
                    <a:pt x="323465" y="617671"/>
                  </a:cubicBezTo>
                  <a:cubicBezTo>
                    <a:pt x="405002" y="553042"/>
                    <a:pt x="490132" y="499230"/>
                    <a:pt x="574777" y="446794"/>
                  </a:cubicBezTo>
                  <a:cubicBezTo>
                    <a:pt x="595733" y="433050"/>
                    <a:pt x="617442" y="421248"/>
                    <a:pt x="638943" y="408925"/>
                  </a:cubicBezTo>
                  <a:lnTo>
                    <a:pt x="703505" y="371742"/>
                  </a:lnTo>
                  <a:cubicBezTo>
                    <a:pt x="724798" y="358900"/>
                    <a:pt x="747120" y="347842"/>
                    <a:pt x="769262" y="336154"/>
                  </a:cubicBezTo>
                  <a:lnTo>
                    <a:pt x="835552" y="301173"/>
                  </a:lnTo>
                  <a:cubicBezTo>
                    <a:pt x="857427" y="289183"/>
                    <a:pt x="880470" y="278896"/>
                    <a:pt x="902979" y="268004"/>
                  </a:cubicBezTo>
                  <a:lnTo>
                    <a:pt x="971127" y="235607"/>
                  </a:lnTo>
                  <a:lnTo>
                    <a:pt x="988238" y="227556"/>
                  </a:lnTo>
                  <a:lnTo>
                    <a:pt x="1005744" y="220191"/>
                  </a:lnTo>
                  <a:lnTo>
                    <a:pt x="1040729" y="205569"/>
                  </a:lnTo>
                  <a:lnTo>
                    <a:pt x="1110835" y="176248"/>
                  </a:lnTo>
                  <a:cubicBezTo>
                    <a:pt x="1157999" y="157703"/>
                    <a:pt x="1206322" y="141323"/>
                    <a:pt x="1254256" y="123796"/>
                  </a:cubicBezTo>
                  <a:cubicBezTo>
                    <a:pt x="1302938" y="108671"/>
                    <a:pt x="1352074" y="94017"/>
                    <a:pt x="1401310" y="79852"/>
                  </a:cubicBezTo>
                  <a:cubicBezTo>
                    <a:pt x="1599497" y="26774"/>
                    <a:pt x="1806373" y="-329"/>
                    <a:pt x="2011811" y="4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035A955C-7E71-C473-0358-F33D5A20ABE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297400"/>
              <a:ext cx="5215811" cy="6107388"/>
            </a:xfrm>
            <a:custGeom>
              <a:avLst/>
              <a:gdLst>
                <a:gd name="connsiteX0" fmla="*/ 1869139 w 5215811"/>
                <a:gd name="connsiteY0" fmla="*/ 9 h 6107388"/>
                <a:gd name="connsiteX1" fmla="*/ 2791149 w 5215811"/>
                <a:gd name="connsiteY1" fmla="*/ 130229 h 6107388"/>
                <a:gd name="connsiteX2" fmla="*/ 4760307 w 5215811"/>
                <a:gd name="connsiteY2" fmla="*/ 1608408 h 6107388"/>
                <a:gd name="connsiteX3" fmla="*/ 5108574 w 5215811"/>
                <a:gd name="connsiteY3" fmla="*/ 4050383 h 6107388"/>
                <a:gd name="connsiteX4" fmla="*/ 3434916 w 5215811"/>
                <a:gd name="connsiteY4" fmla="*/ 5503134 h 6107388"/>
                <a:gd name="connsiteX5" fmla="*/ 1137841 w 5215811"/>
                <a:gd name="connsiteY5" fmla="*/ 6033968 h 6107388"/>
                <a:gd name="connsiteX6" fmla="*/ 217555 w 5215811"/>
                <a:gd name="connsiteY6" fmla="*/ 5598945 h 6107388"/>
                <a:gd name="connsiteX7" fmla="*/ 0 w 5215811"/>
                <a:gd name="connsiteY7" fmla="*/ 5419622 h 6107388"/>
                <a:gd name="connsiteX8" fmla="*/ 0 w 5215811"/>
                <a:gd name="connsiteY8" fmla="*/ 4571683 h 6107388"/>
                <a:gd name="connsiteX9" fmla="*/ 18056 w 5215811"/>
                <a:gd name="connsiteY9" fmla="*/ 4599282 h 6107388"/>
                <a:gd name="connsiteX10" fmla="*/ 358324 w 5215811"/>
                <a:gd name="connsiteY10" fmla="*/ 4988154 h 6107388"/>
                <a:gd name="connsiteX11" fmla="*/ 1282741 w 5215811"/>
                <a:gd name="connsiteY11" fmla="*/ 5493193 h 6107388"/>
                <a:gd name="connsiteX12" fmla="*/ 2172794 w 5215811"/>
                <a:gd name="connsiteY12" fmla="*/ 5470630 h 6107388"/>
                <a:gd name="connsiteX13" fmla="*/ 3146893 w 5215811"/>
                <a:gd name="connsiteY13" fmla="*/ 5016296 h 6107388"/>
                <a:gd name="connsiteX14" fmla="*/ 3574114 w 5215811"/>
                <a:gd name="connsiteY14" fmla="*/ 4791124 h 6107388"/>
                <a:gd name="connsiteX15" fmla="*/ 4244948 w 5215811"/>
                <a:gd name="connsiteY15" fmla="*/ 4392664 h 6107388"/>
                <a:gd name="connsiteX16" fmla="*/ 4556385 w 5215811"/>
                <a:gd name="connsiteY16" fmla="*/ 3902656 h 6107388"/>
                <a:gd name="connsiteX17" fmla="*/ 4616354 w 5215811"/>
                <a:gd name="connsiteY17" fmla="*/ 2851680 h 6107388"/>
                <a:gd name="connsiteX18" fmla="*/ 4269266 w 5215811"/>
                <a:gd name="connsiteY18" fmla="*/ 1889625 h 6107388"/>
                <a:gd name="connsiteX19" fmla="*/ 2645976 w 5215811"/>
                <a:gd name="connsiteY19" fmla="*/ 671162 h 6107388"/>
                <a:gd name="connsiteX20" fmla="*/ 1648930 w 5215811"/>
                <a:gd name="connsiteY20" fmla="*/ 573017 h 6107388"/>
                <a:gd name="connsiteX21" fmla="*/ 771768 w 5215811"/>
                <a:gd name="connsiteY21" fmla="*/ 865882 h 6107388"/>
                <a:gd name="connsiteX22" fmla="*/ 433617 w 5215811"/>
                <a:gd name="connsiteY22" fmla="*/ 1119441 h 6107388"/>
                <a:gd name="connsiteX23" fmla="*/ 200571 w 5215811"/>
                <a:gd name="connsiteY23" fmla="*/ 1486480 h 6107388"/>
                <a:gd name="connsiteX24" fmla="*/ 47077 w 5215811"/>
                <a:gd name="connsiteY24" fmla="*/ 1753604 h 6107388"/>
                <a:gd name="connsiteX25" fmla="*/ 0 w 5215811"/>
                <a:gd name="connsiteY25" fmla="*/ 1831655 h 6107388"/>
                <a:gd name="connsiteX26" fmla="*/ 0 w 5215811"/>
                <a:gd name="connsiteY26" fmla="*/ 751112 h 6107388"/>
                <a:gd name="connsiteX27" fmla="*/ 6994 w 5215811"/>
                <a:gd name="connsiteY27" fmla="*/ 742614 h 6107388"/>
                <a:gd name="connsiteX28" fmla="*/ 484047 w 5215811"/>
                <a:gd name="connsiteY28" fmla="*/ 378777 h 6107388"/>
                <a:gd name="connsiteX29" fmla="*/ 1869139 w 5215811"/>
                <a:gd name="connsiteY29" fmla="*/ 9 h 61073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5811" h="6107388">
                  <a:moveTo>
                    <a:pt x="1869139" y="9"/>
                  </a:moveTo>
                  <a:cubicBezTo>
                    <a:pt x="2160924" y="-706"/>
                    <a:pt x="2465752" y="43039"/>
                    <a:pt x="2791149" y="130229"/>
                  </a:cubicBezTo>
                  <a:cubicBezTo>
                    <a:pt x="3651198" y="360678"/>
                    <a:pt x="4339884" y="907924"/>
                    <a:pt x="4760307" y="1608408"/>
                  </a:cubicBezTo>
                  <a:cubicBezTo>
                    <a:pt x="5188180" y="2321320"/>
                    <a:pt x="5338357" y="3192822"/>
                    <a:pt x="5108574" y="4050383"/>
                  </a:cubicBezTo>
                  <a:cubicBezTo>
                    <a:pt x="4880820" y="4900373"/>
                    <a:pt x="4152841" y="5098512"/>
                    <a:pt x="3434916" y="5503134"/>
                  </a:cubicBezTo>
                  <a:cubicBezTo>
                    <a:pt x="2717099" y="5907783"/>
                    <a:pt x="2005568" y="6266474"/>
                    <a:pt x="1137841" y="6033968"/>
                  </a:cubicBezTo>
                  <a:cubicBezTo>
                    <a:pt x="783079" y="5938910"/>
                    <a:pt x="479573" y="5790114"/>
                    <a:pt x="217555" y="5598945"/>
                  </a:cubicBezTo>
                  <a:lnTo>
                    <a:pt x="0" y="5419622"/>
                  </a:lnTo>
                  <a:lnTo>
                    <a:pt x="0" y="4571683"/>
                  </a:lnTo>
                  <a:lnTo>
                    <a:pt x="18056" y="4599282"/>
                  </a:lnTo>
                  <a:cubicBezTo>
                    <a:pt x="124071" y="4746782"/>
                    <a:pt x="237002" y="4875718"/>
                    <a:pt x="358324" y="4988154"/>
                  </a:cubicBezTo>
                  <a:cubicBezTo>
                    <a:pt x="621323" y="5231809"/>
                    <a:pt x="923667" y="5396979"/>
                    <a:pt x="1282741" y="5493193"/>
                  </a:cubicBezTo>
                  <a:cubicBezTo>
                    <a:pt x="1573894" y="5571207"/>
                    <a:pt x="1856732" y="5563878"/>
                    <a:pt x="2172794" y="5470630"/>
                  </a:cubicBezTo>
                  <a:cubicBezTo>
                    <a:pt x="2498985" y="5374183"/>
                    <a:pt x="2832844" y="5193315"/>
                    <a:pt x="3146893" y="5016296"/>
                  </a:cubicBezTo>
                  <a:cubicBezTo>
                    <a:pt x="3293538" y="4933641"/>
                    <a:pt x="3436182" y="4861160"/>
                    <a:pt x="3574114" y="4791124"/>
                  </a:cubicBezTo>
                  <a:cubicBezTo>
                    <a:pt x="3841238" y="4655550"/>
                    <a:pt x="4071901" y="4538375"/>
                    <a:pt x="4244948" y="4392664"/>
                  </a:cubicBezTo>
                  <a:cubicBezTo>
                    <a:pt x="4405844" y="4257259"/>
                    <a:pt x="4501845" y="4106204"/>
                    <a:pt x="4556385" y="3902656"/>
                  </a:cubicBezTo>
                  <a:cubicBezTo>
                    <a:pt x="4649063" y="3556776"/>
                    <a:pt x="4669271" y="3203187"/>
                    <a:pt x="4616354" y="2851680"/>
                  </a:cubicBezTo>
                  <a:cubicBezTo>
                    <a:pt x="4565198" y="2511774"/>
                    <a:pt x="4448474" y="2188147"/>
                    <a:pt x="4269266" y="1889625"/>
                  </a:cubicBezTo>
                  <a:cubicBezTo>
                    <a:pt x="3907781" y="1287586"/>
                    <a:pt x="3331245" y="854780"/>
                    <a:pt x="2645976" y="671162"/>
                  </a:cubicBezTo>
                  <a:cubicBezTo>
                    <a:pt x="2278249" y="572630"/>
                    <a:pt x="1952074" y="540526"/>
                    <a:pt x="1648930" y="573017"/>
                  </a:cubicBezTo>
                  <a:cubicBezTo>
                    <a:pt x="1351746" y="604901"/>
                    <a:pt x="1064785" y="700731"/>
                    <a:pt x="771768" y="865882"/>
                  </a:cubicBezTo>
                  <a:cubicBezTo>
                    <a:pt x="568061" y="980657"/>
                    <a:pt x="486465" y="1058486"/>
                    <a:pt x="433617" y="1119441"/>
                  </a:cubicBezTo>
                  <a:cubicBezTo>
                    <a:pt x="358307" y="1206256"/>
                    <a:pt x="292149" y="1323808"/>
                    <a:pt x="200571" y="1486480"/>
                  </a:cubicBezTo>
                  <a:cubicBezTo>
                    <a:pt x="156644" y="1564432"/>
                    <a:pt x="106654" y="1653214"/>
                    <a:pt x="47077" y="1753604"/>
                  </a:cubicBezTo>
                  <a:lnTo>
                    <a:pt x="0" y="1831655"/>
                  </a:lnTo>
                  <a:lnTo>
                    <a:pt x="0" y="751112"/>
                  </a:lnTo>
                  <a:lnTo>
                    <a:pt x="6994" y="742614"/>
                  </a:lnTo>
                  <a:cubicBezTo>
                    <a:pt x="117721" y="617683"/>
                    <a:pt x="259696" y="505222"/>
                    <a:pt x="484047" y="378777"/>
                  </a:cubicBezTo>
                  <a:cubicBezTo>
                    <a:pt x="932751" y="125890"/>
                    <a:pt x="1382831" y="1200"/>
                    <a:pt x="1869139" y="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C3EBE3FE-7CCA-DB0D-AB5A-D9C167C142A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319367"/>
              <a:ext cx="5217956" cy="6100079"/>
            </a:xfrm>
            <a:custGeom>
              <a:avLst/>
              <a:gdLst>
                <a:gd name="connsiteX0" fmla="*/ 1951393 w 5217956"/>
                <a:gd name="connsiteY0" fmla="*/ 82 h 6100079"/>
                <a:gd name="connsiteX1" fmla="*/ 2855177 w 5217956"/>
                <a:gd name="connsiteY1" fmla="*/ 125419 h 6100079"/>
                <a:gd name="connsiteX2" fmla="*/ 4779341 w 5217956"/>
                <a:gd name="connsiteY2" fmla="*/ 1591542 h 6100079"/>
                <a:gd name="connsiteX3" fmla="*/ 5108573 w 5217956"/>
                <a:gd name="connsiteY3" fmla="*/ 4028416 h 6100079"/>
                <a:gd name="connsiteX4" fmla="*/ 3459358 w 5217956"/>
                <a:gd name="connsiteY4" fmla="*/ 5487716 h 6100079"/>
                <a:gd name="connsiteX5" fmla="*/ 1203274 w 5217956"/>
                <a:gd name="connsiteY5" fmla="*/ 6029534 h 6100079"/>
                <a:gd name="connsiteX6" fmla="*/ 59920 w 5217956"/>
                <a:gd name="connsiteY6" fmla="*/ 5396467 h 6100079"/>
                <a:gd name="connsiteX7" fmla="*/ 0 w 5217956"/>
                <a:gd name="connsiteY7" fmla="*/ 5333382 h 6100079"/>
                <a:gd name="connsiteX8" fmla="*/ 0 w 5217956"/>
                <a:gd name="connsiteY8" fmla="*/ 4205833 h 6100079"/>
                <a:gd name="connsiteX9" fmla="*/ 58036 w 5217956"/>
                <a:gd name="connsiteY9" fmla="*/ 4310048 h 6100079"/>
                <a:gd name="connsiteX10" fmla="*/ 520779 w 5217956"/>
                <a:gd name="connsiteY10" fmla="*/ 4907591 h 6100079"/>
                <a:gd name="connsiteX11" fmla="*/ 1377154 w 5217956"/>
                <a:gd name="connsiteY11" fmla="*/ 5380604 h 6100079"/>
                <a:gd name="connsiteX12" fmla="*/ 3123340 w 5217956"/>
                <a:gd name="connsiteY12" fmla="*/ 4905715 h 6100079"/>
                <a:gd name="connsiteX13" fmla="*/ 3547863 w 5217956"/>
                <a:gd name="connsiteY13" fmla="*/ 4676342 h 6100079"/>
                <a:gd name="connsiteX14" fmla="*/ 4186753 w 5217956"/>
                <a:gd name="connsiteY14" fmla="*/ 4289376 h 6100079"/>
                <a:gd name="connsiteX15" fmla="*/ 4459565 w 5217956"/>
                <a:gd name="connsiteY15" fmla="*/ 3854399 h 6100079"/>
                <a:gd name="connsiteX16" fmla="*/ 4521015 w 5217956"/>
                <a:gd name="connsiteY16" fmla="*/ 2849377 h 6100079"/>
                <a:gd name="connsiteX17" fmla="*/ 4199723 w 5217956"/>
                <a:gd name="connsiteY17" fmla="*/ 1931213 h 6100079"/>
                <a:gd name="connsiteX18" fmla="*/ 2681217 w 5217956"/>
                <a:gd name="connsiteY18" fmla="*/ 774211 h 6100079"/>
                <a:gd name="connsiteX19" fmla="*/ 926547 w 5217956"/>
                <a:gd name="connsiteY19" fmla="*/ 967112 h 6100079"/>
                <a:gd name="connsiteX20" fmla="*/ 622677 w 5217956"/>
                <a:gd name="connsiteY20" fmla="*/ 1197863 h 6100079"/>
                <a:gd name="connsiteX21" fmla="*/ 404892 w 5217956"/>
                <a:gd name="connsiteY21" fmla="*/ 1547314 h 6100079"/>
                <a:gd name="connsiteX22" fmla="*/ 40135 w 5217956"/>
                <a:gd name="connsiteY22" fmla="*/ 2159090 h 6100079"/>
                <a:gd name="connsiteX23" fmla="*/ 0 w 5217956"/>
                <a:gd name="connsiteY23" fmla="*/ 2219367 h 6100079"/>
                <a:gd name="connsiteX24" fmla="*/ 0 w 5217956"/>
                <a:gd name="connsiteY24" fmla="*/ 915659 h 6100079"/>
                <a:gd name="connsiteX25" fmla="*/ 58609 w 5217956"/>
                <a:gd name="connsiteY25" fmla="*/ 828051 h 6100079"/>
                <a:gd name="connsiteX26" fmla="*/ 590688 w 5217956"/>
                <a:gd name="connsiteY26" fmla="*/ 385385 h 6100079"/>
                <a:gd name="connsiteX27" fmla="*/ 1951393 w 5217956"/>
                <a:gd name="connsiteY27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5217956" h="6100079">
                  <a:moveTo>
                    <a:pt x="1951393" y="82"/>
                  </a:moveTo>
                  <a:cubicBezTo>
                    <a:pt x="2237631" y="-2119"/>
                    <a:pt x="2536431" y="40011"/>
                    <a:pt x="2855177" y="125419"/>
                  </a:cubicBezTo>
                  <a:cubicBezTo>
                    <a:pt x="3697704" y="351173"/>
                    <a:pt x="4370490" y="894159"/>
                    <a:pt x="4779341" y="1591542"/>
                  </a:cubicBezTo>
                  <a:cubicBezTo>
                    <a:pt x="5195534" y="2301324"/>
                    <a:pt x="5338356" y="3170855"/>
                    <a:pt x="5108573" y="4028416"/>
                  </a:cubicBezTo>
                  <a:cubicBezTo>
                    <a:pt x="4880819" y="4878406"/>
                    <a:pt x="4165603" y="5079965"/>
                    <a:pt x="3459358" y="5487716"/>
                  </a:cubicBezTo>
                  <a:cubicBezTo>
                    <a:pt x="2753114" y="5895466"/>
                    <a:pt x="2053264" y="6257288"/>
                    <a:pt x="1203274" y="6029534"/>
                  </a:cubicBezTo>
                  <a:cubicBezTo>
                    <a:pt x="739884" y="5905369"/>
                    <a:pt x="366399" y="5685345"/>
                    <a:pt x="59920" y="5396467"/>
                  </a:cubicBezTo>
                  <a:lnTo>
                    <a:pt x="0" y="5333382"/>
                  </a:lnTo>
                  <a:lnTo>
                    <a:pt x="0" y="4205833"/>
                  </a:lnTo>
                  <a:lnTo>
                    <a:pt x="58036" y="4310048"/>
                  </a:lnTo>
                  <a:cubicBezTo>
                    <a:pt x="197935" y="4550245"/>
                    <a:pt x="350594" y="4747142"/>
                    <a:pt x="520779" y="4907591"/>
                  </a:cubicBezTo>
                  <a:cubicBezTo>
                    <a:pt x="763600" y="5136565"/>
                    <a:pt x="1043821" y="5291288"/>
                    <a:pt x="1377154" y="5380604"/>
                  </a:cubicBezTo>
                  <a:cubicBezTo>
                    <a:pt x="1963029" y="5537589"/>
                    <a:pt x="2470519" y="5282804"/>
                    <a:pt x="3123340" y="4905715"/>
                  </a:cubicBezTo>
                  <a:cubicBezTo>
                    <a:pt x="3269800" y="4821157"/>
                    <a:pt x="3411134" y="4747512"/>
                    <a:pt x="3547863" y="4676342"/>
                  </a:cubicBezTo>
                  <a:cubicBezTo>
                    <a:pt x="3804497" y="4542710"/>
                    <a:pt x="4026085" y="4427393"/>
                    <a:pt x="4186753" y="4289376"/>
                  </a:cubicBezTo>
                  <a:cubicBezTo>
                    <a:pt x="4329009" y="4167293"/>
                    <a:pt x="4410589" y="4037181"/>
                    <a:pt x="4459565" y="3854399"/>
                  </a:cubicBezTo>
                  <a:cubicBezTo>
                    <a:pt x="4548302" y="3523229"/>
                    <a:pt x="4568981" y="3185183"/>
                    <a:pt x="4521015" y="2849377"/>
                  </a:cubicBezTo>
                  <a:cubicBezTo>
                    <a:pt x="4474709" y="2524680"/>
                    <a:pt x="4366564" y="2215756"/>
                    <a:pt x="4199723" y="1931213"/>
                  </a:cubicBezTo>
                  <a:cubicBezTo>
                    <a:pt x="3863270" y="1357325"/>
                    <a:pt x="3323982" y="946439"/>
                    <a:pt x="2681217" y="774211"/>
                  </a:cubicBezTo>
                  <a:cubicBezTo>
                    <a:pt x="2001139" y="591984"/>
                    <a:pt x="1476322" y="649699"/>
                    <a:pt x="926547" y="967112"/>
                  </a:cubicBezTo>
                  <a:cubicBezTo>
                    <a:pt x="740730" y="1074393"/>
                    <a:pt x="668642" y="1143989"/>
                    <a:pt x="622677" y="1197863"/>
                  </a:cubicBezTo>
                  <a:cubicBezTo>
                    <a:pt x="555599" y="1276450"/>
                    <a:pt x="492360" y="1390031"/>
                    <a:pt x="404892" y="1547314"/>
                  </a:cubicBezTo>
                  <a:cubicBezTo>
                    <a:pt x="317047" y="1705133"/>
                    <a:pt x="204816" y="1906756"/>
                    <a:pt x="40135" y="2159090"/>
                  </a:cubicBezTo>
                  <a:lnTo>
                    <a:pt x="0" y="2219367"/>
                  </a:lnTo>
                  <a:lnTo>
                    <a:pt x="0" y="915659"/>
                  </a:lnTo>
                  <a:lnTo>
                    <a:pt x="58609" y="828051"/>
                  </a:lnTo>
                  <a:cubicBezTo>
                    <a:pt x="177453" y="670481"/>
                    <a:pt x="325846" y="538291"/>
                    <a:pt x="590688" y="385385"/>
                  </a:cubicBezTo>
                  <a:cubicBezTo>
                    <a:pt x="1032158" y="130559"/>
                    <a:pt x="1474329" y="3750"/>
                    <a:pt x="1951393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8A7C3721-5BA8-CD37-BF97-09C328EC8DB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319367"/>
              <a:ext cx="5217957" cy="6100079"/>
            </a:xfrm>
            <a:custGeom>
              <a:avLst/>
              <a:gdLst>
                <a:gd name="connsiteX0" fmla="*/ 1951394 w 5217957"/>
                <a:gd name="connsiteY0" fmla="*/ 82 h 6100079"/>
                <a:gd name="connsiteX1" fmla="*/ 2855178 w 5217957"/>
                <a:gd name="connsiteY1" fmla="*/ 125419 h 6100079"/>
                <a:gd name="connsiteX2" fmla="*/ 4779341 w 5217957"/>
                <a:gd name="connsiteY2" fmla="*/ 1591542 h 6100079"/>
                <a:gd name="connsiteX3" fmla="*/ 5108574 w 5217957"/>
                <a:gd name="connsiteY3" fmla="*/ 4028416 h 6100079"/>
                <a:gd name="connsiteX4" fmla="*/ 3459359 w 5217957"/>
                <a:gd name="connsiteY4" fmla="*/ 5487716 h 6100079"/>
                <a:gd name="connsiteX5" fmla="*/ 1203275 w 5217957"/>
                <a:gd name="connsiteY5" fmla="*/ 6029534 h 6100079"/>
                <a:gd name="connsiteX6" fmla="*/ 59921 w 5217957"/>
                <a:gd name="connsiteY6" fmla="*/ 5396467 h 6100079"/>
                <a:gd name="connsiteX7" fmla="*/ 0 w 5217957"/>
                <a:gd name="connsiteY7" fmla="*/ 5333381 h 6100079"/>
                <a:gd name="connsiteX8" fmla="*/ 0 w 5217957"/>
                <a:gd name="connsiteY8" fmla="*/ 4427327 h 6100079"/>
                <a:gd name="connsiteX9" fmla="*/ 112056 w 5217957"/>
                <a:gd name="connsiteY9" fmla="*/ 4602502 h 6100079"/>
                <a:gd name="connsiteX10" fmla="*/ 443875 w 5217957"/>
                <a:gd name="connsiteY10" fmla="*/ 4989110 h 6100079"/>
                <a:gd name="connsiteX11" fmla="*/ 1348175 w 5217957"/>
                <a:gd name="connsiteY11" fmla="*/ 5488759 h 6100079"/>
                <a:gd name="connsiteX12" fmla="*/ 2221463 w 5217957"/>
                <a:gd name="connsiteY12" fmla="*/ 5461704 h 6100079"/>
                <a:gd name="connsiteX13" fmla="*/ 3179339 w 5217957"/>
                <a:gd name="connsiteY13" fmla="*/ 5003023 h 6100079"/>
                <a:gd name="connsiteX14" fmla="*/ 3599638 w 5217957"/>
                <a:gd name="connsiteY14" fmla="*/ 4775996 h 6100079"/>
                <a:gd name="connsiteX15" fmla="*/ 4259765 w 5217957"/>
                <a:gd name="connsiteY15" fmla="*/ 4374667 h 6100079"/>
                <a:gd name="connsiteX16" fmla="*/ 4567742 w 5217957"/>
                <a:gd name="connsiteY16" fmla="*/ 3883732 h 6100079"/>
                <a:gd name="connsiteX17" fmla="*/ 4631929 w 5217957"/>
                <a:gd name="connsiteY17" fmla="*/ 2833886 h 6100079"/>
                <a:gd name="connsiteX18" fmla="*/ 4296412 w 5217957"/>
                <a:gd name="connsiteY18" fmla="*/ 1874932 h 6100079"/>
                <a:gd name="connsiteX19" fmla="*/ 2710219 w 5217957"/>
                <a:gd name="connsiteY19" fmla="*/ 666410 h 6100079"/>
                <a:gd name="connsiteX20" fmla="*/ 1732642 w 5217957"/>
                <a:gd name="connsiteY20" fmla="*/ 573480 h 6100079"/>
                <a:gd name="connsiteX21" fmla="*/ 870621 w 5217957"/>
                <a:gd name="connsiteY21" fmla="*/ 870402 h 6100079"/>
                <a:gd name="connsiteX22" fmla="*/ 537555 w 5217957"/>
                <a:gd name="connsiteY22" fmla="*/ 1125324 h 6100079"/>
                <a:gd name="connsiteX23" fmla="*/ 306995 w 5217957"/>
                <a:gd name="connsiteY23" fmla="*/ 1493030 h 6100079"/>
                <a:gd name="connsiteX24" fmla="*/ 23579 w 5217957"/>
                <a:gd name="connsiteY24" fmla="*/ 1977465 h 6100079"/>
                <a:gd name="connsiteX25" fmla="*/ 0 w 5217957"/>
                <a:gd name="connsiteY25" fmla="*/ 2014291 h 6100079"/>
                <a:gd name="connsiteX26" fmla="*/ 0 w 5217957"/>
                <a:gd name="connsiteY26" fmla="*/ 915660 h 6100079"/>
                <a:gd name="connsiteX27" fmla="*/ 58609 w 5217957"/>
                <a:gd name="connsiteY27" fmla="*/ 828051 h 6100079"/>
                <a:gd name="connsiteX28" fmla="*/ 590689 w 5217957"/>
                <a:gd name="connsiteY28" fmla="*/ 385385 h 6100079"/>
                <a:gd name="connsiteX29" fmla="*/ 1951394 w 5217957"/>
                <a:gd name="connsiteY29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7957" h="6100079">
                  <a:moveTo>
                    <a:pt x="1951394" y="82"/>
                  </a:moveTo>
                  <a:cubicBezTo>
                    <a:pt x="2237632" y="-2119"/>
                    <a:pt x="2536431" y="40011"/>
                    <a:pt x="2855178" y="125419"/>
                  </a:cubicBezTo>
                  <a:cubicBezTo>
                    <a:pt x="3697704" y="351173"/>
                    <a:pt x="4370491" y="894159"/>
                    <a:pt x="4779341" y="1591542"/>
                  </a:cubicBezTo>
                  <a:cubicBezTo>
                    <a:pt x="5195535" y="2301324"/>
                    <a:pt x="5338357" y="3170855"/>
                    <a:pt x="5108574" y="4028416"/>
                  </a:cubicBezTo>
                  <a:cubicBezTo>
                    <a:pt x="4880820" y="4878406"/>
                    <a:pt x="4165604" y="5079965"/>
                    <a:pt x="3459359" y="5487716"/>
                  </a:cubicBezTo>
                  <a:cubicBezTo>
                    <a:pt x="2753115" y="5895466"/>
                    <a:pt x="2053265" y="6257288"/>
                    <a:pt x="1203275" y="6029534"/>
                  </a:cubicBezTo>
                  <a:cubicBezTo>
                    <a:pt x="739885" y="5905369"/>
                    <a:pt x="366400" y="5685345"/>
                    <a:pt x="59921" y="5396467"/>
                  </a:cubicBezTo>
                  <a:lnTo>
                    <a:pt x="0" y="5333381"/>
                  </a:lnTo>
                  <a:lnTo>
                    <a:pt x="0" y="4427327"/>
                  </a:lnTo>
                  <a:lnTo>
                    <a:pt x="112056" y="4602502"/>
                  </a:lnTo>
                  <a:cubicBezTo>
                    <a:pt x="215300" y="4749260"/>
                    <a:pt x="325419" y="4877443"/>
                    <a:pt x="443875" y="4989110"/>
                  </a:cubicBezTo>
                  <a:cubicBezTo>
                    <a:pt x="700709" y="5231113"/>
                    <a:pt x="996455" y="5394516"/>
                    <a:pt x="1348175" y="5488759"/>
                  </a:cubicBezTo>
                  <a:cubicBezTo>
                    <a:pt x="1633379" y="5565179"/>
                    <a:pt x="1910917" y="5556430"/>
                    <a:pt x="2221463" y="5461704"/>
                  </a:cubicBezTo>
                  <a:cubicBezTo>
                    <a:pt x="2541923" y="5363721"/>
                    <a:pt x="2870374" y="5181404"/>
                    <a:pt x="3179339" y="5003023"/>
                  </a:cubicBezTo>
                  <a:cubicBezTo>
                    <a:pt x="3323713" y="4919760"/>
                    <a:pt x="3463978" y="4846641"/>
                    <a:pt x="3599638" y="4775996"/>
                  </a:cubicBezTo>
                  <a:cubicBezTo>
                    <a:pt x="3862436" y="4639263"/>
                    <a:pt x="4089314" y="4521074"/>
                    <a:pt x="4259765" y="4374667"/>
                  </a:cubicBezTo>
                  <a:cubicBezTo>
                    <a:pt x="4418282" y="4238625"/>
                    <a:pt x="4513201" y="4087280"/>
                    <a:pt x="4567742" y="3883732"/>
                  </a:cubicBezTo>
                  <a:cubicBezTo>
                    <a:pt x="4660420" y="3537853"/>
                    <a:pt x="4682033" y="3184640"/>
                    <a:pt x="4631929" y="2833886"/>
                  </a:cubicBezTo>
                  <a:cubicBezTo>
                    <a:pt x="4583584" y="2494734"/>
                    <a:pt x="4470646" y="2172121"/>
                    <a:pt x="4296412" y="1874932"/>
                  </a:cubicBezTo>
                  <a:cubicBezTo>
                    <a:pt x="3944879" y="1275559"/>
                    <a:pt x="3381537" y="846289"/>
                    <a:pt x="2710219" y="666410"/>
                  </a:cubicBezTo>
                  <a:cubicBezTo>
                    <a:pt x="2349955" y="569877"/>
                    <a:pt x="2030161" y="539483"/>
                    <a:pt x="1732642" y="573480"/>
                  </a:cubicBezTo>
                  <a:cubicBezTo>
                    <a:pt x="1440866" y="606814"/>
                    <a:pt x="1158880" y="703976"/>
                    <a:pt x="870621" y="870402"/>
                  </a:cubicBezTo>
                  <a:cubicBezTo>
                    <a:pt x="670160" y="986048"/>
                    <a:pt x="589753" y="1064195"/>
                    <a:pt x="537555" y="1125324"/>
                  </a:cubicBezTo>
                  <a:cubicBezTo>
                    <a:pt x="463218" y="1212400"/>
                    <a:pt x="397708" y="1330125"/>
                    <a:pt x="306995" y="1493030"/>
                  </a:cubicBezTo>
                  <a:cubicBezTo>
                    <a:pt x="234596" y="1623167"/>
                    <a:pt x="145436" y="1783409"/>
                    <a:pt x="23579" y="1977465"/>
                  </a:cubicBezTo>
                  <a:lnTo>
                    <a:pt x="0" y="2014291"/>
                  </a:lnTo>
                  <a:lnTo>
                    <a:pt x="0" y="915660"/>
                  </a:lnTo>
                  <a:lnTo>
                    <a:pt x="58609" y="828051"/>
                  </a:lnTo>
                  <a:cubicBezTo>
                    <a:pt x="177453" y="670481"/>
                    <a:pt x="325847" y="538291"/>
                    <a:pt x="590689" y="385385"/>
                  </a:cubicBezTo>
                  <a:cubicBezTo>
                    <a:pt x="1032159" y="130559"/>
                    <a:pt x="1474330" y="3750"/>
                    <a:pt x="1951394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2" name="Titel 1">
            <a:extLst>
              <a:ext uri="{FF2B5EF4-FFF2-40B4-BE49-F238E27FC236}">
                <a16:creationId xmlns:a16="http://schemas.microsoft.com/office/drawing/2014/main" id="{6ECC5F0C-C4AF-61D1-CCA8-76AFD9DC96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7886" y="1344613"/>
            <a:ext cx="4265064" cy="4371974"/>
          </a:xfrm>
        </p:spPr>
        <p:txBody>
          <a:bodyPr>
            <a:normAutofit/>
          </a:bodyPr>
          <a:lstStyle/>
          <a:p>
            <a:r>
              <a:rPr lang="de-DE" sz="3600" b="1" dirty="0">
                <a:solidFill>
                  <a:srgbClr val="FFC000"/>
                </a:solidFill>
                <a:latin typeface="Orbitron" pitchFamily="2" charset="0"/>
              </a:rPr>
              <a:t>Entsch. Tabelle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515E1399-7672-2FB6-2BFA-21F10376A26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74939" y="577061"/>
            <a:ext cx="5221224" cy="5230368"/>
          </a:xfrm>
        </p:spPr>
        <p:txBody>
          <a:bodyPr anchor="ctr">
            <a:normAutofit/>
          </a:bodyPr>
          <a:lstStyle/>
          <a:p>
            <a:pPr marL="0" indent="0">
              <a:buNone/>
            </a:pPr>
            <a:endParaRPr lang="de-DE" sz="2000" dirty="0">
              <a:solidFill>
                <a:schemeClr val="tx2"/>
              </a:solidFill>
            </a:endParaRPr>
          </a:p>
          <a:p>
            <a:pPr>
              <a:buFont typeface="Wingdings" panose="05000000000000000000" pitchFamily="2" charset="2"/>
              <a:buChar char="Ø"/>
            </a:pPr>
            <a:endParaRPr lang="de-DE" sz="2000" dirty="0">
              <a:solidFill>
                <a:schemeClr val="tx2"/>
              </a:solidFill>
            </a:endParaRPr>
          </a:p>
          <a:p>
            <a:pPr marL="0" indent="0">
              <a:buNone/>
            </a:pPr>
            <a:endParaRPr lang="de-DE" sz="2000" dirty="0">
              <a:solidFill>
                <a:schemeClr val="tx2"/>
              </a:solidFill>
            </a:endParaRPr>
          </a:p>
        </p:txBody>
      </p:sp>
      <p:pic>
        <p:nvPicPr>
          <p:cNvPr id="4" name="Grafik 3" descr="Ein Bild, das Text, Screenshot, Diagramm, Zahl enthält.&#10;&#10;KI-generierte Inhalte können fehlerhaft sein.">
            <a:extLst>
              <a:ext uri="{FF2B5EF4-FFF2-40B4-BE49-F238E27FC236}">
                <a16:creationId xmlns:a16="http://schemas.microsoft.com/office/drawing/2014/main" id="{485A4042-AE67-18A2-B500-D58AED6F124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2327" y="716075"/>
            <a:ext cx="8900797" cy="4224386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7" name="Freihand 6">
                <a:extLst>
                  <a:ext uri="{FF2B5EF4-FFF2-40B4-BE49-F238E27FC236}">
                    <a16:creationId xmlns:a16="http://schemas.microsoft.com/office/drawing/2014/main" id="{6D83ED92-D25B-BEBE-931F-425BADFE7F3A}"/>
                  </a:ext>
                </a:extLst>
              </p14:cNvPr>
              <p14:cNvContentPartPr/>
              <p14:nvPr/>
            </p14:nvContentPartPr>
            <p14:xfrm>
              <a:off x="2537510" y="2738280"/>
              <a:ext cx="1274040" cy="360"/>
            </p14:xfrm>
          </p:contentPart>
        </mc:Choice>
        <mc:Fallback xmlns="">
          <p:pic>
            <p:nvPicPr>
              <p:cNvPr id="7" name="Freihand 6">
                <a:extLst>
                  <a:ext uri="{FF2B5EF4-FFF2-40B4-BE49-F238E27FC236}">
                    <a16:creationId xmlns:a16="http://schemas.microsoft.com/office/drawing/2014/main" id="{6D83ED92-D25B-BEBE-931F-425BADFE7F3A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2483510" y="2630280"/>
                <a:ext cx="1381680" cy="216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">
            <p14:nvContentPartPr>
              <p14:cNvPr id="9" name="Freihand 8">
                <a:extLst>
                  <a:ext uri="{FF2B5EF4-FFF2-40B4-BE49-F238E27FC236}">
                    <a16:creationId xmlns:a16="http://schemas.microsoft.com/office/drawing/2014/main" id="{A442D768-2011-7F3F-3E74-DFB31B5D780B}"/>
                  </a:ext>
                </a:extLst>
              </p14:cNvPr>
              <p14:cNvContentPartPr/>
              <p14:nvPr/>
            </p14:nvContentPartPr>
            <p14:xfrm>
              <a:off x="5192026" y="2767980"/>
              <a:ext cx="405360" cy="360"/>
            </p14:xfrm>
          </p:contentPart>
        </mc:Choice>
        <mc:Fallback xmlns="">
          <p:pic>
            <p:nvPicPr>
              <p:cNvPr id="9" name="Freihand 8">
                <a:extLst>
                  <a:ext uri="{FF2B5EF4-FFF2-40B4-BE49-F238E27FC236}">
                    <a16:creationId xmlns:a16="http://schemas.microsoft.com/office/drawing/2014/main" id="{A442D768-2011-7F3F-3E74-DFB31B5D780B}"/>
                  </a:ext>
                </a:extLst>
              </p:cNvPr>
              <p:cNvPicPr/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5138026" y="2659980"/>
                <a:ext cx="513000" cy="216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">
            <p14:nvContentPartPr>
              <p14:cNvPr id="11" name="Freihand 10">
                <a:extLst>
                  <a:ext uri="{FF2B5EF4-FFF2-40B4-BE49-F238E27FC236}">
                    <a16:creationId xmlns:a16="http://schemas.microsoft.com/office/drawing/2014/main" id="{855513EA-02C5-AB13-CBC8-54261F732D65}"/>
                  </a:ext>
                </a:extLst>
              </p14:cNvPr>
              <p14:cNvContentPartPr/>
              <p14:nvPr/>
            </p14:nvContentPartPr>
            <p14:xfrm>
              <a:off x="2676082" y="3021988"/>
              <a:ext cx="643320" cy="360"/>
            </p14:xfrm>
          </p:contentPart>
        </mc:Choice>
        <mc:Fallback xmlns="">
          <p:pic>
            <p:nvPicPr>
              <p:cNvPr id="11" name="Freihand 10">
                <a:extLst>
                  <a:ext uri="{FF2B5EF4-FFF2-40B4-BE49-F238E27FC236}">
                    <a16:creationId xmlns:a16="http://schemas.microsoft.com/office/drawing/2014/main" id="{855513EA-02C5-AB13-CBC8-54261F732D65}"/>
                  </a:ext>
                </a:extLst>
              </p:cNvPr>
              <p:cNvPicPr/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2622082" y="2913988"/>
                <a:ext cx="750960" cy="216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">
            <p14:nvContentPartPr>
              <p14:cNvPr id="17" name="Freihand 16">
                <a:extLst>
                  <a:ext uri="{FF2B5EF4-FFF2-40B4-BE49-F238E27FC236}">
                    <a16:creationId xmlns:a16="http://schemas.microsoft.com/office/drawing/2014/main" id="{AAB59CC7-2060-890E-4A4D-762A370E0C75}"/>
                  </a:ext>
                </a:extLst>
              </p14:cNvPr>
              <p14:cNvContentPartPr/>
              <p14:nvPr/>
            </p14:nvContentPartPr>
            <p14:xfrm>
              <a:off x="5186602" y="3068220"/>
              <a:ext cx="394560" cy="360"/>
            </p14:xfrm>
          </p:contentPart>
        </mc:Choice>
        <mc:Fallback xmlns="">
          <p:pic>
            <p:nvPicPr>
              <p:cNvPr id="17" name="Freihand 16">
                <a:extLst>
                  <a:ext uri="{FF2B5EF4-FFF2-40B4-BE49-F238E27FC236}">
                    <a16:creationId xmlns:a16="http://schemas.microsoft.com/office/drawing/2014/main" id="{AAB59CC7-2060-890E-4A4D-762A370E0C75}"/>
                  </a:ext>
                </a:extLst>
              </p:cNvPr>
              <p:cNvPicPr/>
              <p:nvPr/>
            </p:nvPicPr>
            <p:blipFill>
              <a:blip r:embed="rId10"/>
              <a:stretch>
                <a:fillRect/>
              </a:stretch>
            </p:blipFill>
            <p:spPr>
              <a:xfrm>
                <a:off x="5132602" y="2960220"/>
                <a:ext cx="502200" cy="216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1">
            <p14:nvContentPartPr>
              <p14:cNvPr id="18" name="Freihand 17">
                <a:extLst>
                  <a:ext uri="{FF2B5EF4-FFF2-40B4-BE49-F238E27FC236}">
                    <a16:creationId xmlns:a16="http://schemas.microsoft.com/office/drawing/2014/main" id="{BD3B44A3-7F5B-E69B-C006-D7719A53A54F}"/>
                  </a:ext>
                </a:extLst>
              </p14:cNvPr>
              <p14:cNvContentPartPr/>
              <p14:nvPr/>
            </p14:nvContentPartPr>
            <p14:xfrm>
              <a:off x="2568304" y="3333730"/>
              <a:ext cx="958320" cy="360"/>
            </p14:xfrm>
          </p:contentPart>
        </mc:Choice>
        <mc:Fallback xmlns="">
          <p:pic>
            <p:nvPicPr>
              <p:cNvPr id="18" name="Freihand 17">
                <a:extLst>
                  <a:ext uri="{FF2B5EF4-FFF2-40B4-BE49-F238E27FC236}">
                    <a16:creationId xmlns:a16="http://schemas.microsoft.com/office/drawing/2014/main" id="{BD3B44A3-7F5B-E69B-C006-D7719A53A54F}"/>
                  </a:ext>
                </a:extLst>
              </p:cNvPr>
              <p:cNvPicPr/>
              <p:nvPr/>
            </p:nvPicPr>
            <p:blipFill>
              <a:blip r:embed="rId12"/>
              <a:stretch>
                <a:fillRect/>
              </a:stretch>
            </p:blipFill>
            <p:spPr>
              <a:xfrm>
                <a:off x="2514284" y="3225730"/>
                <a:ext cx="1066000" cy="216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3">
            <p14:nvContentPartPr>
              <p14:cNvPr id="19" name="Freihand 18">
                <a:extLst>
                  <a:ext uri="{FF2B5EF4-FFF2-40B4-BE49-F238E27FC236}">
                    <a16:creationId xmlns:a16="http://schemas.microsoft.com/office/drawing/2014/main" id="{26C6E860-D795-E52A-C3BB-C3057B16195A}"/>
                  </a:ext>
                </a:extLst>
              </p14:cNvPr>
              <p14:cNvContentPartPr/>
              <p14:nvPr/>
            </p14:nvContentPartPr>
            <p14:xfrm>
              <a:off x="5181170" y="3379223"/>
              <a:ext cx="456840" cy="360"/>
            </p14:xfrm>
          </p:contentPart>
        </mc:Choice>
        <mc:Fallback xmlns="">
          <p:pic>
            <p:nvPicPr>
              <p:cNvPr id="19" name="Freihand 18">
                <a:extLst>
                  <a:ext uri="{FF2B5EF4-FFF2-40B4-BE49-F238E27FC236}">
                    <a16:creationId xmlns:a16="http://schemas.microsoft.com/office/drawing/2014/main" id="{26C6E860-D795-E52A-C3BB-C3057B16195A}"/>
                  </a:ext>
                </a:extLst>
              </p:cNvPr>
              <p:cNvPicPr/>
              <p:nvPr/>
            </p:nvPicPr>
            <p:blipFill>
              <a:blip r:embed="rId14"/>
              <a:stretch>
                <a:fillRect/>
              </a:stretch>
            </p:blipFill>
            <p:spPr>
              <a:xfrm>
                <a:off x="5127170" y="3271223"/>
                <a:ext cx="564480" cy="216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5">
            <p14:nvContentPartPr>
              <p14:cNvPr id="21" name="Freihand 20">
                <a:extLst>
                  <a:ext uri="{FF2B5EF4-FFF2-40B4-BE49-F238E27FC236}">
                    <a16:creationId xmlns:a16="http://schemas.microsoft.com/office/drawing/2014/main" id="{09683790-6619-C8ED-E5C8-8840813D77D1}"/>
                  </a:ext>
                </a:extLst>
              </p14:cNvPr>
              <p14:cNvContentPartPr/>
              <p14:nvPr/>
            </p14:nvContentPartPr>
            <p14:xfrm>
              <a:off x="2573690" y="3622800"/>
              <a:ext cx="600840" cy="360"/>
            </p14:xfrm>
          </p:contentPart>
        </mc:Choice>
        <mc:Fallback xmlns="">
          <p:pic>
            <p:nvPicPr>
              <p:cNvPr id="21" name="Freihand 20">
                <a:extLst>
                  <a:ext uri="{FF2B5EF4-FFF2-40B4-BE49-F238E27FC236}">
                    <a16:creationId xmlns:a16="http://schemas.microsoft.com/office/drawing/2014/main" id="{09683790-6619-C8ED-E5C8-8840813D77D1}"/>
                  </a:ext>
                </a:extLst>
              </p:cNvPr>
              <p:cNvPicPr/>
              <p:nvPr/>
            </p:nvPicPr>
            <p:blipFill>
              <a:blip r:embed="rId16"/>
              <a:stretch>
                <a:fillRect/>
              </a:stretch>
            </p:blipFill>
            <p:spPr>
              <a:xfrm>
                <a:off x="2520050" y="3514800"/>
                <a:ext cx="708480" cy="216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7">
            <p14:nvContentPartPr>
              <p14:cNvPr id="22" name="Freihand 21">
                <a:extLst>
                  <a:ext uri="{FF2B5EF4-FFF2-40B4-BE49-F238E27FC236}">
                    <a16:creationId xmlns:a16="http://schemas.microsoft.com/office/drawing/2014/main" id="{7FCDEAD4-51FE-06D4-3B10-A56254ED6BA4}"/>
                  </a:ext>
                </a:extLst>
              </p14:cNvPr>
              <p14:cNvContentPartPr/>
              <p14:nvPr/>
            </p14:nvContentPartPr>
            <p14:xfrm>
              <a:off x="5271417" y="3629190"/>
              <a:ext cx="326160" cy="360"/>
            </p14:xfrm>
          </p:contentPart>
        </mc:Choice>
        <mc:Fallback xmlns="">
          <p:pic>
            <p:nvPicPr>
              <p:cNvPr id="22" name="Freihand 21">
                <a:extLst>
                  <a:ext uri="{FF2B5EF4-FFF2-40B4-BE49-F238E27FC236}">
                    <a16:creationId xmlns:a16="http://schemas.microsoft.com/office/drawing/2014/main" id="{7FCDEAD4-51FE-06D4-3B10-A56254ED6BA4}"/>
                  </a:ext>
                </a:extLst>
              </p:cNvPr>
              <p:cNvPicPr/>
              <p:nvPr/>
            </p:nvPicPr>
            <p:blipFill>
              <a:blip r:embed="rId18"/>
              <a:stretch>
                <a:fillRect/>
              </a:stretch>
            </p:blipFill>
            <p:spPr>
              <a:xfrm>
                <a:off x="5217417" y="3521190"/>
                <a:ext cx="433800" cy="216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9">
            <p14:nvContentPartPr>
              <p14:cNvPr id="23" name="Freihand 22">
                <a:extLst>
                  <a:ext uri="{FF2B5EF4-FFF2-40B4-BE49-F238E27FC236}">
                    <a16:creationId xmlns:a16="http://schemas.microsoft.com/office/drawing/2014/main" id="{330E1CB0-9747-CCA8-F9E9-7D13A087226E}"/>
                  </a:ext>
                </a:extLst>
              </p14:cNvPr>
              <p14:cNvContentPartPr/>
              <p14:nvPr/>
            </p14:nvContentPartPr>
            <p14:xfrm>
              <a:off x="2586043" y="3929894"/>
              <a:ext cx="1753560" cy="360"/>
            </p14:xfrm>
          </p:contentPart>
        </mc:Choice>
        <mc:Fallback xmlns="">
          <p:pic>
            <p:nvPicPr>
              <p:cNvPr id="23" name="Freihand 22">
                <a:extLst>
                  <a:ext uri="{FF2B5EF4-FFF2-40B4-BE49-F238E27FC236}">
                    <a16:creationId xmlns:a16="http://schemas.microsoft.com/office/drawing/2014/main" id="{330E1CB0-9747-CCA8-F9E9-7D13A087226E}"/>
                  </a:ext>
                </a:extLst>
              </p:cNvPr>
              <p:cNvPicPr/>
              <p:nvPr/>
            </p:nvPicPr>
            <p:blipFill>
              <a:blip r:embed="rId20"/>
              <a:stretch>
                <a:fillRect/>
              </a:stretch>
            </p:blipFill>
            <p:spPr>
              <a:xfrm>
                <a:off x="2532054" y="3821894"/>
                <a:ext cx="1861178" cy="216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1">
            <p14:nvContentPartPr>
              <p14:cNvPr id="24" name="Freihand 23">
                <a:extLst>
                  <a:ext uri="{FF2B5EF4-FFF2-40B4-BE49-F238E27FC236}">
                    <a16:creationId xmlns:a16="http://schemas.microsoft.com/office/drawing/2014/main" id="{60B82BEF-CE57-7BCB-422F-F69B63AA63B4}"/>
                  </a:ext>
                </a:extLst>
              </p14:cNvPr>
              <p14:cNvContentPartPr/>
              <p14:nvPr/>
            </p14:nvContentPartPr>
            <p14:xfrm>
              <a:off x="5225810" y="3945270"/>
              <a:ext cx="412200" cy="360"/>
            </p14:xfrm>
          </p:contentPart>
        </mc:Choice>
        <mc:Fallback xmlns="">
          <p:pic>
            <p:nvPicPr>
              <p:cNvPr id="24" name="Freihand 23">
                <a:extLst>
                  <a:ext uri="{FF2B5EF4-FFF2-40B4-BE49-F238E27FC236}">
                    <a16:creationId xmlns:a16="http://schemas.microsoft.com/office/drawing/2014/main" id="{60B82BEF-CE57-7BCB-422F-F69B63AA63B4}"/>
                  </a:ext>
                </a:extLst>
              </p:cNvPr>
              <p:cNvPicPr/>
              <p:nvPr/>
            </p:nvPicPr>
            <p:blipFill>
              <a:blip r:embed="rId22"/>
              <a:stretch>
                <a:fillRect/>
              </a:stretch>
            </p:blipFill>
            <p:spPr>
              <a:xfrm>
                <a:off x="5171810" y="3837270"/>
                <a:ext cx="519840" cy="216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3">
            <p14:nvContentPartPr>
              <p14:cNvPr id="25" name="Freihand 24">
                <a:extLst>
                  <a:ext uri="{FF2B5EF4-FFF2-40B4-BE49-F238E27FC236}">
                    <a16:creationId xmlns:a16="http://schemas.microsoft.com/office/drawing/2014/main" id="{128AE919-D9FE-9FAA-4C50-130B230CC9FF}"/>
                  </a:ext>
                </a:extLst>
              </p14:cNvPr>
              <p14:cNvContentPartPr/>
              <p14:nvPr/>
            </p14:nvContentPartPr>
            <p14:xfrm>
              <a:off x="2586297" y="4305927"/>
              <a:ext cx="941400" cy="360"/>
            </p14:xfrm>
          </p:contentPart>
        </mc:Choice>
        <mc:Fallback xmlns="">
          <p:pic>
            <p:nvPicPr>
              <p:cNvPr id="25" name="Freihand 24">
                <a:extLst>
                  <a:ext uri="{FF2B5EF4-FFF2-40B4-BE49-F238E27FC236}">
                    <a16:creationId xmlns:a16="http://schemas.microsoft.com/office/drawing/2014/main" id="{128AE919-D9FE-9FAA-4C50-130B230CC9FF}"/>
                  </a:ext>
                </a:extLst>
              </p:cNvPr>
              <p:cNvPicPr/>
              <p:nvPr/>
            </p:nvPicPr>
            <p:blipFill>
              <a:blip r:embed="rId24"/>
              <a:stretch>
                <a:fillRect/>
              </a:stretch>
            </p:blipFill>
            <p:spPr>
              <a:xfrm>
                <a:off x="2532297" y="4197927"/>
                <a:ext cx="1049040" cy="216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5">
            <p14:nvContentPartPr>
              <p14:cNvPr id="26" name="Freihand 25">
                <a:extLst>
                  <a:ext uri="{FF2B5EF4-FFF2-40B4-BE49-F238E27FC236}">
                    <a16:creationId xmlns:a16="http://schemas.microsoft.com/office/drawing/2014/main" id="{6DB3F449-94CF-40CC-39DE-1C1B3A910321}"/>
                  </a:ext>
                </a:extLst>
              </p14:cNvPr>
              <p14:cNvContentPartPr/>
              <p14:nvPr/>
            </p14:nvContentPartPr>
            <p14:xfrm>
              <a:off x="5350310" y="4261350"/>
              <a:ext cx="262440" cy="360"/>
            </p14:xfrm>
          </p:contentPart>
        </mc:Choice>
        <mc:Fallback xmlns="">
          <p:pic>
            <p:nvPicPr>
              <p:cNvPr id="26" name="Freihand 25">
                <a:extLst>
                  <a:ext uri="{FF2B5EF4-FFF2-40B4-BE49-F238E27FC236}">
                    <a16:creationId xmlns:a16="http://schemas.microsoft.com/office/drawing/2014/main" id="{6DB3F449-94CF-40CC-39DE-1C1B3A910321}"/>
                  </a:ext>
                </a:extLst>
              </p:cNvPr>
              <p:cNvPicPr/>
              <p:nvPr/>
            </p:nvPicPr>
            <p:blipFill>
              <a:blip r:embed="rId26"/>
              <a:stretch>
                <a:fillRect/>
              </a:stretch>
            </p:blipFill>
            <p:spPr>
              <a:xfrm>
                <a:off x="5296310" y="4153350"/>
                <a:ext cx="370080" cy="216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7">
            <p14:nvContentPartPr>
              <p14:cNvPr id="29" name="Freihand 28">
                <a:extLst>
                  <a:ext uri="{FF2B5EF4-FFF2-40B4-BE49-F238E27FC236}">
                    <a16:creationId xmlns:a16="http://schemas.microsoft.com/office/drawing/2014/main" id="{C60E9884-FDB7-B934-DCDA-59DCC3C40527}"/>
                  </a:ext>
                </a:extLst>
              </p14:cNvPr>
              <p14:cNvContentPartPr/>
              <p14:nvPr/>
            </p14:nvContentPartPr>
            <p14:xfrm>
              <a:off x="8465810" y="4492920"/>
              <a:ext cx="649800" cy="471240"/>
            </p14:xfrm>
          </p:contentPart>
        </mc:Choice>
        <mc:Fallback xmlns="">
          <p:pic>
            <p:nvPicPr>
              <p:cNvPr id="29" name="Freihand 28">
                <a:extLst>
                  <a:ext uri="{FF2B5EF4-FFF2-40B4-BE49-F238E27FC236}">
                    <a16:creationId xmlns:a16="http://schemas.microsoft.com/office/drawing/2014/main" id="{C60E9884-FDB7-B934-DCDA-59DCC3C40527}"/>
                  </a:ext>
                </a:extLst>
              </p:cNvPr>
              <p:cNvPicPr/>
              <p:nvPr/>
            </p:nvPicPr>
            <p:blipFill>
              <a:blip r:embed="rId28"/>
              <a:stretch>
                <a:fillRect/>
              </a:stretch>
            </p:blipFill>
            <p:spPr>
              <a:xfrm>
                <a:off x="8456810" y="4484280"/>
                <a:ext cx="667440" cy="488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9">
            <p14:nvContentPartPr>
              <p14:cNvPr id="20" name="Freihand 19">
                <a:extLst>
                  <a:ext uri="{FF2B5EF4-FFF2-40B4-BE49-F238E27FC236}">
                    <a16:creationId xmlns:a16="http://schemas.microsoft.com/office/drawing/2014/main" id="{0872CAEF-7916-6AE8-4A34-67A616D909FB}"/>
                  </a:ext>
                </a:extLst>
              </p14:cNvPr>
              <p14:cNvContentPartPr/>
              <p14:nvPr/>
            </p14:nvContentPartPr>
            <p14:xfrm>
              <a:off x="8399237" y="5121321"/>
              <a:ext cx="890640" cy="360"/>
            </p14:xfrm>
          </p:contentPart>
        </mc:Choice>
        <mc:Fallback xmlns="">
          <p:pic>
            <p:nvPicPr>
              <p:cNvPr id="20" name="Freihand 19">
                <a:extLst>
                  <a:ext uri="{FF2B5EF4-FFF2-40B4-BE49-F238E27FC236}">
                    <a16:creationId xmlns:a16="http://schemas.microsoft.com/office/drawing/2014/main" id="{0872CAEF-7916-6AE8-4A34-67A616D909FB}"/>
                  </a:ext>
                </a:extLst>
              </p:cNvPr>
              <p:cNvPicPr/>
              <p:nvPr/>
            </p:nvPicPr>
            <p:blipFill>
              <a:blip r:embed="rId30"/>
              <a:stretch>
                <a:fillRect/>
              </a:stretch>
            </p:blipFill>
            <p:spPr>
              <a:xfrm>
                <a:off x="8381597" y="5103681"/>
                <a:ext cx="926280" cy="36000"/>
              </a:xfrm>
              <a:prstGeom prst="rect">
                <a:avLst/>
              </a:prstGeom>
            </p:spPr>
          </p:pic>
        </mc:Fallback>
      </mc:AlternateContent>
      <p:pic>
        <p:nvPicPr>
          <p:cNvPr id="31" name="Grafik 30" descr="Ein Bild, das Zeichnung, Clipart, Grafiken, Darstellung enthält.&#10;&#10;KI-generierte Inhalte können fehlerhaft sein.">
            <a:extLst>
              <a:ext uri="{FF2B5EF4-FFF2-40B4-BE49-F238E27FC236}">
                <a16:creationId xmlns:a16="http://schemas.microsoft.com/office/drawing/2014/main" id="{D3798240-4749-3AF6-1B31-5E63232BA3F8}"/>
              </a:ext>
            </a:extLst>
          </p:cNvPr>
          <p:cNvPicPr>
            <a:picLocks noChangeAspect="1"/>
          </p:cNvPicPr>
          <p:nvPr/>
        </p:nvPicPr>
        <p:blipFill>
          <a:blip r:embed="rId3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85734" y="1477379"/>
            <a:ext cx="5665488" cy="4498404"/>
          </a:xfrm>
          <a:prstGeom prst="rect">
            <a:avLst/>
          </a:prstGeom>
        </p:spPr>
      </p:pic>
      <p:sp>
        <p:nvSpPr>
          <p:cNvPr id="27" name="Rechteck 26">
            <a:extLst>
              <a:ext uri="{FF2B5EF4-FFF2-40B4-BE49-F238E27FC236}">
                <a16:creationId xmlns:a16="http://schemas.microsoft.com/office/drawing/2014/main" id="{7D8EFDDF-6CFA-8551-9B28-5DDE190F63B5}"/>
              </a:ext>
            </a:extLst>
          </p:cNvPr>
          <p:cNvSpPr/>
          <p:nvPr/>
        </p:nvSpPr>
        <p:spPr>
          <a:xfrm>
            <a:off x="10810984" y="0"/>
            <a:ext cx="1019991" cy="147437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5" name="Grafik 4" descr="Shuffle Silhouette">
            <a:extLst>
              <a:ext uri="{FF2B5EF4-FFF2-40B4-BE49-F238E27FC236}">
                <a16:creationId xmlns:a16="http://schemas.microsoft.com/office/drawing/2014/main" id="{B669844E-4C17-A392-F299-836E319DA9DC}"/>
              </a:ext>
            </a:extLst>
          </p:cNvPr>
          <p:cNvPicPr>
            <a:picLocks noChangeAspect="1"/>
          </p:cNvPicPr>
          <p:nvPr/>
        </p:nvPicPr>
        <p:blipFill>
          <a:blip r:embed="rId32">
            <a:extLst>
              <a:ext uri="{96DAC541-7B7A-43D3-8B79-37D633B846F1}">
                <asvg:svgBlip xmlns:asvg="http://schemas.microsoft.com/office/drawing/2016/SVG/main" r:embed="rId33"/>
              </a:ext>
            </a:extLst>
          </a:blip>
          <a:stretch>
            <a:fillRect/>
          </a:stretch>
        </p:blipFill>
        <p:spPr>
          <a:xfrm rot="16200000">
            <a:off x="10881916" y="438150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6559640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0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5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8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3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6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1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4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9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2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7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50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21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55" dur="20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10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5" dur="10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6" dur="10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82610CD-03D2-70D9-20CA-1666321844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26949291-3FB6-5410-2056-B88B5F34C1E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FEC057A-2698-D1C8-DAC7-D38EC4CD686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800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07626D85-8798-7806-2740-6394213FFC3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21863" y="508838"/>
            <a:ext cx="5217958" cy="6239661"/>
            <a:chOff x="-19221" y="251144"/>
            <a:chExt cx="5217958" cy="6239661"/>
          </a:xfrm>
        </p:grpSpPr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6985EE3B-5FE0-80A2-F864-FD5F4B76006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251144"/>
              <a:ext cx="5187198" cy="6239661"/>
            </a:xfrm>
            <a:custGeom>
              <a:avLst/>
              <a:gdLst>
                <a:gd name="connsiteX0" fmla="*/ 2011811 w 5187198"/>
                <a:gd name="connsiteY0" fmla="*/ 4 h 6239661"/>
                <a:gd name="connsiteX1" fmla="*/ 2617011 w 5187198"/>
                <a:gd name="connsiteY1" fmla="*/ 70590 h 6239661"/>
                <a:gd name="connsiteX2" fmla="*/ 2690321 w 5187198"/>
                <a:gd name="connsiteY2" fmla="*/ 88146 h 6239661"/>
                <a:gd name="connsiteX3" fmla="*/ 2726863 w 5187198"/>
                <a:gd name="connsiteY3" fmla="*/ 97127 h 6239661"/>
                <a:gd name="connsiteX4" fmla="*/ 2762951 w 5187198"/>
                <a:gd name="connsiteY4" fmla="*/ 107375 h 6239661"/>
                <a:gd name="connsiteX5" fmla="*/ 2834843 w 5187198"/>
                <a:gd name="connsiteY5" fmla="*/ 128493 h 6239661"/>
                <a:gd name="connsiteX6" fmla="*/ 2906574 w 5187198"/>
                <a:gd name="connsiteY6" fmla="*/ 151076 h 6239661"/>
                <a:gd name="connsiteX7" fmla="*/ 3049504 w 5187198"/>
                <a:gd name="connsiteY7" fmla="*/ 202124 h 6239661"/>
                <a:gd name="connsiteX8" fmla="*/ 3189518 w 5187198"/>
                <a:gd name="connsiteY8" fmla="*/ 260159 h 6239661"/>
                <a:gd name="connsiteX9" fmla="*/ 3326048 w 5187198"/>
                <a:gd name="connsiteY9" fmla="*/ 325143 h 6239661"/>
                <a:gd name="connsiteX10" fmla="*/ 3459166 w 5187198"/>
                <a:gd name="connsiteY10" fmla="*/ 395936 h 6239661"/>
                <a:gd name="connsiteX11" fmla="*/ 3588578 w 5187198"/>
                <a:gd name="connsiteY11" fmla="*/ 472343 h 6239661"/>
                <a:gd name="connsiteX12" fmla="*/ 3651864 w 5187198"/>
                <a:gd name="connsiteY12" fmla="*/ 512600 h 6239661"/>
                <a:gd name="connsiteX13" fmla="*/ 3714514 w 5187198"/>
                <a:gd name="connsiteY13" fmla="*/ 553499 h 6239661"/>
                <a:gd name="connsiteX14" fmla="*/ 4181221 w 5187198"/>
                <a:gd name="connsiteY14" fmla="*/ 922912 h 6239661"/>
                <a:gd name="connsiteX15" fmla="*/ 4582963 w 5187198"/>
                <a:gd name="connsiteY15" fmla="*/ 1358264 h 6239661"/>
                <a:gd name="connsiteX16" fmla="*/ 4670721 w 5187198"/>
                <a:gd name="connsiteY16" fmla="*/ 1477644 h 6239661"/>
                <a:gd name="connsiteX17" fmla="*/ 4752378 w 5187198"/>
                <a:gd name="connsiteY17" fmla="*/ 1601187 h 6239661"/>
                <a:gd name="connsiteX18" fmla="*/ 4772168 w 5187198"/>
                <a:gd name="connsiteY18" fmla="*/ 1632456 h 6239661"/>
                <a:gd name="connsiteX19" fmla="*/ 4782117 w 5187198"/>
                <a:gd name="connsiteY19" fmla="*/ 1648104 h 6239661"/>
                <a:gd name="connsiteX20" fmla="*/ 4791381 w 5187198"/>
                <a:gd name="connsiteY20" fmla="*/ 1664150 h 6239661"/>
                <a:gd name="connsiteX21" fmla="*/ 4828190 w 5187198"/>
                <a:gd name="connsiteY21" fmla="*/ 1728379 h 6239661"/>
                <a:gd name="connsiteX22" fmla="*/ 4864832 w 5187198"/>
                <a:gd name="connsiteY22" fmla="*/ 1792796 h 6239661"/>
                <a:gd name="connsiteX23" fmla="*/ 4899201 w 5187198"/>
                <a:gd name="connsiteY23" fmla="*/ 1858342 h 6239661"/>
                <a:gd name="connsiteX24" fmla="*/ 4933266 w 5187198"/>
                <a:gd name="connsiteY24" fmla="*/ 1924155 h 6239661"/>
                <a:gd name="connsiteX25" fmla="*/ 4964403 w 5187198"/>
                <a:gd name="connsiteY25" fmla="*/ 1991384 h 6239661"/>
                <a:gd name="connsiteX26" fmla="*/ 4995019 w 5187198"/>
                <a:gd name="connsiteY26" fmla="*/ 2058823 h 6239661"/>
                <a:gd name="connsiteX27" fmla="*/ 5021999 w 5187198"/>
                <a:gd name="connsiteY27" fmla="*/ 2127723 h 6239661"/>
                <a:gd name="connsiteX28" fmla="*/ 5048321 w 5187198"/>
                <a:gd name="connsiteY28" fmla="*/ 2196908 h 6239661"/>
                <a:gd name="connsiteX29" fmla="*/ 5070546 w 5187198"/>
                <a:gd name="connsiteY29" fmla="*/ 2267547 h 6239661"/>
                <a:gd name="connsiteX30" fmla="*/ 5092171 w 5187198"/>
                <a:gd name="connsiteY30" fmla="*/ 2338256 h 6239661"/>
                <a:gd name="connsiteX31" fmla="*/ 5110305 w 5187198"/>
                <a:gd name="connsiteY31" fmla="*/ 2409886 h 6239661"/>
                <a:gd name="connsiteX32" fmla="*/ 5186393 w 5187198"/>
                <a:gd name="connsiteY32" fmla="*/ 2992022 h 6239661"/>
                <a:gd name="connsiteX33" fmla="*/ 5149045 w 5187198"/>
                <a:gd name="connsiteY33" fmla="*/ 3571816 h 6239661"/>
                <a:gd name="connsiteX34" fmla="*/ 5126572 w 5187198"/>
                <a:gd name="connsiteY34" fmla="*/ 3714520 h 6239661"/>
                <a:gd name="connsiteX35" fmla="*/ 5099067 w 5187198"/>
                <a:gd name="connsiteY35" fmla="*/ 3856108 h 6239661"/>
                <a:gd name="connsiteX36" fmla="*/ 5095699 w 5187198"/>
                <a:gd name="connsiteY36" fmla="*/ 3873868 h 6239661"/>
                <a:gd name="connsiteX37" fmla="*/ 5091573 w 5187198"/>
                <a:gd name="connsiteY37" fmla="*/ 3891426 h 6239661"/>
                <a:gd name="connsiteX38" fmla="*/ 5083324 w 5187198"/>
                <a:gd name="connsiteY38" fmla="*/ 3926541 h 6239661"/>
                <a:gd name="connsiteX39" fmla="*/ 5067256 w 5187198"/>
                <a:gd name="connsiteY39" fmla="*/ 3996889 h 6239661"/>
                <a:gd name="connsiteX40" fmla="*/ 5059194 w 5187198"/>
                <a:gd name="connsiteY40" fmla="*/ 4032171 h 6239661"/>
                <a:gd name="connsiteX41" fmla="*/ 5049522 w 5187198"/>
                <a:gd name="connsiteY41" fmla="*/ 4067833 h 6239661"/>
                <a:gd name="connsiteX42" fmla="*/ 5040067 w 5187198"/>
                <a:gd name="connsiteY42" fmla="*/ 4103553 h 6239661"/>
                <a:gd name="connsiteX43" fmla="*/ 5028960 w 5187198"/>
                <a:gd name="connsiteY43" fmla="*/ 4138946 h 6239661"/>
                <a:gd name="connsiteX44" fmla="*/ 4917351 w 5187198"/>
                <a:gd name="connsiteY44" fmla="*/ 4417041 h 6239661"/>
                <a:gd name="connsiteX45" fmla="*/ 4756163 w 5187198"/>
                <a:gd name="connsiteY45" fmla="*/ 4676402 h 6239661"/>
                <a:gd name="connsiteX46" fmla="*/ 4322493 w 5187198"/>
                <a:gd name="connsiteY46" fmla="*/ 5105604 h 6239661"/>
                <a:gd name="connsiteX47" fmla="*/ 3840510 w 5187198"/>
                <a:gd name="connsiteY47" fmla="*/ 5429590 h 6239661"/>
                <a:gd name="connsiteX48" fmla="*/ 3606447 w 5187198"/>
                <a:gd name="connsiteY48" fmla="*/ 5572862 h 6239661"/>
                <a:gd name="connsiteX49" fmla="*/ 3488814 w 5187198"/>
                <a:gd name="connsiteY49" fmla="*/ 5647178 h 6239661"/>
                <a:gd name="connsiteX50" fmla="*/ 3365864 w 5187198"/>
                <a:gd name="connsiteY50" fmla="*/ 5722735 h 6239661"/>
                <a:gd name="connsiteX51" fmla="*/ 2839486 w 5187198"/>
                <a:gd name="connsiteY51" fmla="*/ 5999120 h 6239661"/>
                <a:gd name="connsiteX52" fmla="*/ 2242423 w 5187198"/>
                <a:gd name="connsiteY52" fmla="*/ 6192346 h 6239661"/>
                <a:gd name="connsiteX53" fmla="*/ 1589380 w 5187198"/>
                <a:gd name="connsiteY53" fmla="*/ 6230657 h 6239661"/>
                <a:gd name="connsiteX54" fmla="*/ 1548244 w 5187198"/>
                <a:gd name="connsiteY54" fmla="*/ 6226706 h 6239661"/>
                <a:gd name="connsiteX55" fmla="*/ 1507348 w 5187198"/>
                <a:gd name="connsiteY55" fmla="*/ 6221428 h 6239661"/>
                <a:gd name="connsiteX56" fmla="*/ 1466401 w 5187198"/>
                <a:gd name="connsiteY56" fmla="*/ 6215904 h 6239661"/>
                <a:gd name="connsiteX57" fmla="*/ 1425773 w 5187198"/>
                <a:gd name="connsiteY57" fmla="*/ 6209191 h 6239661"/>
                <a:gd name="connsiteX58" fmla="*/ 1344960 w 5187198"/>
                <a:gd name="connsiteY58" fmla="*/ 6193681 h 6239661"/>
                <a:gd name="connsiteX59" fmla="*/ 1265007 w 5187198"/>
                <a:gd name="connsiteY59" fmla="*/ 6175388 h 6239661"/>
                <a:gd name="connsiteX60" fmla="*/ 1225415 w 5187198"/>
                <a:gd name="connsiteY60" fmla="*/ 6165243 h 6239661"/>
                <a:gd name="connsiteX61" fmla="*/ 1186567 w 5187198"/>
                <a:gd name="connsiteY61" fmla="*/ 6154486 h 6239661"/>
                <a:gd name="connsiteX62" fmla="*/ 1111158 w 5187198"/>
                <a:gd name="connsiteY62" fmla="*/ 6130918 h 6239661"/>
                <a:gd name="connsiteX63" fmla="*/ 1035915 w 5187198"/>
                <a:gd name="connsiteY63" fmla="*/ 6107163 h 6239661"/>
                <a:gd name="connsiteX64" fmla="*/ 961579 w 5187198"/>
                <a:gd name="connsiteY64" fmla="*/ 6079594 h 6239661"/>
                <a:gd name="connsiteX65" fmla="*/ 395297 w 5187198"/>
                <a:gd name="connsiteY65" fmla="*/ 5792812 h 6239661"/>
                <a:gd name="connsiteX66" fmla="*/ 265239 w 5187198"/>
                <a:gd name="connsiteY66" fmla="*/ 5701511 h 6239661"/>
                <a:gd name="connsiteX67" fmla="*/ 233756 w 5187198"/>
                <a:gd name="connsiteY67" fmla="*/ 5677542 h 6239661"/>
                <a:gd name="connsiteX68" fmla="*/ 202800 w 5187198"/>
                <a:gd name="connsiteY68" fmla="*/ 5652902 h 6239661"/>
                <a:gd name="connsiteX69" fmla="*/ 140918 w 5187198"/>
                <a:gd name="connsiteY69" fmla="*/ 5603515 h 6239661"/>
                <a:gd name="connsiteX70" fmla="*/ 110625 w 5187198"/>
                <a:gd name="connsiteY70" fmla="*/ 5578127 h 6239661"/>
                <a:gd name="connsiteX71" fmla="*/ 95631 w 5187198"/>
                <a:gd name="connsiteY71" fmla="*/ 5565299 h 6239661"/>
                <a:gd name="connsiteX72" fmla="*/ 81966 w 5187198"/>
                <a:gd name="connsiteY72" fmla="*/ 5550973 h 6239661"/>
                <a:gd name="connsiteX73" fmla="*/ 27991 w 5187198"/>
                <a:gd name="connsiteY73" fmla="*/ 5493272 h 6239661"/>
                <a:gd name="connsiteX74" fmla="*/ 1454 w 5187198"/>
                <a:gd name="connsiteY74" fmla="*/ 5464252 h 6239661"/>
                <a:gd name="connsiteX75" fmla="*/ 0 w 5187198"/>
                <a:gd name="connsiteY75" fmla="*/ 5462518 h 6239661"/>
                <a:gd name="connsiteX76" fmla="*/ 0 w 5187198"/>
                <a:gd name="connsiteY76" fmla="*/ 4720187 h 6239661"/>
                <a:gd name="connsiteX77" fmla="*/ 109684 w 5187198"/>
                <a:gd name="connsiteY77" fmla="*/ 4836724 h 6239661"/>
                <a:gd name="connsiteX78" fmla="*/ 306959 w 5187198"/>
                <a:gd name="connsiteY78" fmla="*/ 5007200 h 6239661"/>
                <a:gd name="connsiteX79" fmla="*/ 358101 w 5187198"/>
                <a:gd name="connsiteY79" fmla="*/ 5046057 h 6239661"/>
                <a:gd name="connsiteX80" fmla="*/ 383328 w 5187198"/>
                <a:gd name="connsiteY80" fmla="*/ 5065684 h 6239661"/>
                <a:gd name="connsiteX81" fmla="*/ 409503 w 5187198"/>
                <a:gd name="connsiteY81" fmla="*/ 5083942 h 6239661"/>
                <a:gd name="connsiteX82" fmla="*/ 461889 w 5187198"/>
                <a:gd name="connsiteY82" fmla="*/ 5119888 h 6239661"/>
                <a:gd name="connsiteX83" fmla="*/ 474883 w 5187198"/>
                <a:gd name="connsiteY83" fmla="*/ 5128933 h 6239661"/>
                <a:gd name="connsiteX84" fmla="*/ 486410 w 5187198"/>
                <a:gd name="connsiteY84" fmla="*/ 5139557 h 6239661"/>
                <a:gd name="connsiteX85" fmla="*/ 510852 w 5187198"/>
                <a:gd name="connsiteY85" fmla="*/ 5159089 h 6239661"/>
                <a:gd name="connsiteX86" fmla="*/ 560653 w 5187198"/>
                <a:gd name="connsiteY86" fmla="*/ 5196893 h 6239661"/>
                <a:gd name="connsiteX87" fmla="*/ 585485 w 5187198"/>
                <a:gd name="connsiteY87" fmla="*/ 5215834 h 6239661"/>
                <a:gd name="connsiteX88" fmla="*/ 610707 w 5187198"/>
                <a:gd name="connsiteY88" fmla="*/ 5234185 h 6239661"/>
                <a:gd name="connsiteX89" fmla="*/ 714768 w 5187198"/>
                <a:gd name="connsiteY89" fmla="*/ 5303103 h 6239661"/>
                <a:gd name="connsiteX90" fmla="*/ 1166634 w 5187198"/>
                <a:gd name="connsiteY90" fmla="*/ 5513322 h 6239661"/>
                <a:gd name="connsiteX91" fmla="*/ 1225991 w 5187198"/>
                <a:gd name="connsiteY91" fmla="*/ 5533632 h 6239661"/>
                <a:gd name="connsiteX92" fmla="*/ 1286680 w 5187198"/>
                <a:gd name="connsiteY92" fmla="*/ 5550705 h 6239661"/>
                <a:gd name="connsiteX93" fmla="*/ 1347310 w 5187198"/>
                <a:gd name="connsiteY93" fmla="*/ 5567995 h 6239661"/>
                <a:gd name="connsiteX94" fmla="*/ 1377002 w 5187198"/>
                <a:gd name="connsiteY94" fmla="*/ 5575719 h 6239661"/>
                <a:gd name="connsiteX95" fmla="*/ 1406328 w 5187198"/>
                <a:gd name="connsiteY95" fmla="*/ 5582649 h 6239661"/>
                <a:gd name="connsiteX96" fmla="*/ 1465060 w 5187198"/>
                <a:gd name="connsiteY96" fmla="*/ 5594909 h 6239661"/>
                <a:gd name="connsiteX97" fmla="*/ 1523881 w 5187198"/>
                <a:gd name="connsiteY97" fmla="*/ 5605105 h 6239661"/>
                <a:gd name="connsiteX98" fmla="*/ 1553325 w 5187198"/>
                <a:gd name="connsiteY98" fmla="*/ 5609865 h 6239661"/>
                <a:gd name="connsiteX99" fmla="*/ 1582813 w 5187198"/>
                <a:gd name="connsiteY99" fmla="*/ 5613593 h 6239661"/>
                <a:gd name="connsiteX100" fmla="*/ 1612301 w 5187198"/>
                <a:gd name="connsiteY100" fmla="*/ 5617321 h 6239661"/>
                <a:gd name="connsiteX101" fmla="*/ 1641863 w 5187198"/>
                <a:gd name="connsiteY101" fmla="*/ 5619910 h 6239661"/>
                <a:gd name="connsiteX102" fmla="*/ 2117508 w 5187198"/>
                <a:gd name="connsiteY102" fmla="*/ 5595156 h 6239661"/>
                <a:gd name="connsiteX103" fmla="*/ 2597368 w 5187198"/>
                <a:gd name="connsiteY103" fmla="*/ 5447381 h 6239661"/>
                <a:gd name="connsiteX104" fmla="*/ 3082968 w 5187198"/>
                <a:gd name="connsiteY104" fmla="*/ 5223245 h 6239661"/>
                <a:gd name="connsiteX105" fmla="*/ 3334855 w 5187198"/>
                <a:gd name="connsiteY105" fmla="*/ 5097383 h 6239661"/>
                <a:gd name="connsiteX106" fmla="*/ 3599509 w 5187198"/>
                <a:gd name="connsiteY106" fmla="*/ 4976217 h 6239661"/>
                <a:gd name="connsiteX107" fmla="*/ 4112002 w 5187198"/>
                <a:gd name="connsiteY107" fmla="*/ 4766359 h 6239661"/>
                <a:gd name="connsiteX108" fmla="*/ 4348983 w 5187198"/>
                <a:gd name="connsiteY108" fmla="*/ 4649833 h 6239661"/>
                <a:gd name="connsiteX109" fmla="*/ 4560505 w 5187198"/>
                <a:gd name="connsiteY109" fmla="*/ 4501564 h 6239661"/>
                <a:gd name="connsiteX110" fmla="*/ 4731963 w 5187198"/>
                <a:gd name="connsiteY110" fmla="*/ 4309870 h 6239661"/>
                <a:gd name="connsiteX111" fmla="*/ 4852344 w 5187198"/>
                <a:gd name="connsiteY111" fmla="*/ 4078640 h 6239661"/>
                <a:gd name="connsiteX112" fmla="*/ 4863972 w 5187198"/>
                <a:gd name="connsiteY112" fmla="*/ 4047790 h 6239661"/>
                <a:gd name="connsiteX113" fmla="*/ 4874144 w 5187198"/>
                <a:gd name="connsiteY113" fmla="*/ 4016320 h 6239661"/>
                <a:gd name="connsiteX114" fmla="*/ 4884127 w 5187198"/>
                <a:gd name="connsiteY114" fmla="*/ 3984682 h 6239661"/>
                <a:gd name="connsiteX115" fmla="*/ 4892800 w 5187198"/>
                <a:gd name="connsiteY115" fmla="*/ 3951883 h 6239661"/>
                <a:gd name="connsiteX116" fmla="*/ 4909526 w 5187198"/>
                <a:gd name="connsiteY116" fmla="*/ 3886001 h 6239661"/>
                <a:gd name="connsiteX117" fmla="*/ 4917687 w 5187198"/>
                <a:gd name="connsiteY117" fmla="*/ 3852948 h 6239661"/>
                <a:gd name="connsiteX118" fmla="*/ 4921768 w 5187198"/>
                <a:gd name="connsiteY118" fmla="*/ 3836422 h 6239661"/>
                <a:gd name="connsiteX119" fmla="*/ 4924845 w 5187198"/>
                <a:gd name="connsiteY119" fmla="*/ 3819742 h 6239661"/>
                <a:gd name="connsiteX120" fmla="*/ 4948230 w 5187198"/>
                <a:gd name="connsiteY120" fmla="*/ 3685744 h 6239661"/>
                <a:gd name="connsiteX121" fmla="*/ 4962782 w 5187198"/>
                <a:gd name="connsiteY121" fmla="*/ 3550540 h 6239661"/>
                <a:gd name="connsiteX122" fmla="*/ 4939468 w 5187198"/>
                <a:gd name="connsiteY122" fmla="*/ 3010249 h 6239661"/>
                <a:gd name="connsiteX123" fmla="*/ 4816901 w 5187198"/>
                <a:gd name="connsiteY123" fmla="*/ 2488224 h 6239661"/>
                <a:gd name="connsiteX124" fmla="*/ 4797005 w 5187198"/>
                <a:gd name="connsiteY124" fmla="*/ 2424470 h 6239661"/>
                <a:gd name="connsiteX125" fmla="*/ 4774433 w 5187198"/>
                <a:gd name="connsiteY125" fmla="*/ 2361620 h 6239661"/>
                <a:gd name="connsiteX126" fmla="*/ 4752459 w 5187198"/>
                <a:gd name="connsiteY126" fmla="*/ 2298700 h 6239661"/>
                <a:gd name="connsiteX127" fmla="*/ 4728083 w 5187198"/>
                <a:gd name="connsiteY127" fmla="*/ 2236526 h 6239661"/>
                <a:gd name="connsiteX128" fmla="*/ 4704471 w 5187198"/>
                <a:gd name="connsiteY128" fmla="*/ 2174095 h 6239661"/>
                <a:gd name="connsiteX129" fmla="*/ 4678399 w 5187198"/>
                <a:gd name="connsiteY129" fmla="*/ 2112626 h 6239661"/>
                <a:gd name="connsiteX130" fmla="*/ 4652601 w 5187198"/>
                <a:gd name="connsiteY130" fmla="*/ 2050999 h 6239661"/>
                <a:gd name="connsiteX131" fmla="*/ 4624205 w 5187198"/>
                <a:gd name="connsiteY131" fmla="*/ 1990415 h 6239661"/>
                <a:gd name="connsiteX132" fmla="*/ 4595398 w 5187198"/>
                <a:gd name="connsiteY132" fmla="*/ 1930069 h 6239661"/>
                <a:gd name="connsiteX133" fmla="*/ 4563827 w 5187198"/>
                <a:gd name="connsiteY133" fmla="*/ 1870952 h 6239661"/>
                <a:gd name="connsiteX134" fmla="*/ 4531433 w 5187198"/>
                <a:gd name="connsiteY134" fmla="*/ 1812311 h 6239661"/>
                <a:gd name="connsiteX135" fmla="*/ 4523315 w 5187198"/>
                <a:gd name="connsiteY135" fmla="*/ 1797616 h 6239661"/>
                <a:gd name="connsiteX136" fmla="*/ 4514482 w 5187198"/>
                <a:gd name="connsiteY136" fmla="*/ 1783425 h 6239661"/>
                <a:gd name="connsiteX137" fmla="*/ 4496845 w 5187198"/>
                <a:gd name="connsiteY137" fmla="*/ 1754936 h 6239661"/>
                <a:gd name="connsiteX138" fmla="*/ 4461463 w 5187198"/>
                <a:gd name="connsiteY138" fmla="*/ 1697929 h 6239661"/>
                <a:gd name="connsiteX139" fmla="*/ 4452660 w 5187198"/>
                <a:gd name="connsiteY139" fmla="*/ 1683629 h 6239661"/>
                <a:gd name="connsiteX140" fmla="*/ 4443141 w 5187198"/>
                <a:gd name="connsiteY140" fmla="*/ 1669834 h 6239661"/>
                <a:gd name="connsiteX141" fmla="*/ 4424241 w 5187198"/>
                <a:gd name="connsiteY141" fmla="*/ 1642166 h 6239661"/>
                <a:gd name="connsiteX142" fmla="*/ 4346886 w 5187198"/>
                <a:gd name="connsiteY142" fmla="*/ 1532412 h 6239661"/>
                <a:gd name="connsiteX143" fmla="*/ 3985497 w 5187198"/>
                <a:gd name="connsiteY143" fmla="*/ 1134649 h 6239661"/>
                <a:gd name="connsiteX144" fmla="*/ 3545665 w 5187198"/>
                <a:gd name="connsiteY144" fmla="*/ 825877 h 6239661"/>
                <a:gd name="connsiteX145" fmla="*/ 3486190 w 5187198"/>
                <a:gd name="connsiteY145" fmla="*/ 794756 h 6239661"/>
                <a:gd name="connsiteX146" fmla="*/ 3426182 w 5187198"/>
                <a:gd name="connsiteY146" fmla="*/ 764765 h 6239661"/>
                <a:gd name="connsiteX147" fmla="*/ 3365044 w 5187198"/>
                <a:gd name="connsiteY147" fmla="*/ 737255 h 6239661"/>
                <a:gd name="connsiteX148" fmla="*/ 3334529 w 5187198"/>
                <a:gd name="connsiteY148" fmla="*/ 723514 h 6239661"/>
                <a:gd name="connsiteX149" fmla="*/ 3303733 w 5187198"/>
                <a:gd name="connsiteY149" fmla="*/ 710395 h 6239661"/>
                <a:gd name="connsiteX150" fmla="*/ 3179033 w 5187198"/>
                <a:gd name="connsiteY150" fmla="*/ 662259 h 6239661"/>
                <a:gd name="connsiteX151" fmla="*/ 3052408 w 5187198"/>
                <a:gd name="connsiteY151" fmla="*/ 620447 h 6239661"/>
                <a:gd name="connsiteX152" fmla="*/ 2924325 w 5187198"/>
                <a:gd name="connsiteY152" fmla="*/ 584505 h 6239661"/>
                <a:gd name="connsiteX153" fmla="*/ 2859667 w 5187198"/>
                <a:gd name="connsiteY153" fmla="*/ 569266 h 6239661"/>
                <a:gd name="connsiteX154" fmla="*/ 2795226 w 5187198"/>
                <a:gd name="connsiteY154" fmla="*/ 554085 h 6239661"/>
                <a:gd name="connsiteX155" fmla="*/ 2729702 w 5187198"/>
                <a:gd name="connsiteY155" fmla="*/ 540354 h 6239661"/>
                <a:gd name="connsiteX156" fmla="*/ 2663758 w 5187198"/>
                <a:gd name="connsiteY156" fmla="*/ 527322 h 6239661"/>
                <a:gd name="connsiteX157" fmla="*/ 2630927 w 5187198"/>
                <a:gd name="connsiteY157" fmla="*/ 520495 h 6239661"/>
                <a:gd name="connsiteX158" fmla="*/ 2597965 w 5187198"/>
                <a:gd name="connsiteY158" fmla="*/ 515024 h 6239661"/>
                <a:gd name="connsiteX159" fmla="*/ 2532205 w 5187198"/>
                <a:gd name="connsiteY159" fmla="*/ 503895 h 6239661"/>
                <a:gd name="connsiteX160" fmla="*/ 2010064 w 5187198"/>
                <a:gd name="connsiteY160" fmla="*/ 452552 h 6239661"/>
                <a:gd name="connsiteX161" fmla="*/ 1494552 w 5187198"/>
                <a:gd name="connsiteY161" fmla="*/ 485055 h 6239661"/>
                <a:gd name="connsiteX162" fmla="*/ 1366896 w 5187198"/>
                <a:gd name="connsiteY162" fmla="*/ 509389 h 6239661"/>
                <a:gd name="connsiteX163" fmla="*/ 1240175 w 5187198"/>
                <a:gd name="connsiteY163" fmla="*/ 541045 h 6239661"/>
                <a:gd name="connsiteX164" fmla="*/ 1177438 w 5187198"/>
                <a:gd name="connsiteY164" fmla="*/ 560170 h 6239661"/>
                <a:gd name="connsiteX165" fmla="*/ 1145987 w 5187198"/>
                <a:gd name="connsiteY165" fmla="*/ 569826 h 6239661"/>
                <a:gd name="connsiteX166" fmla="*/ 1130315 w 5187198"/>
                <a:gd name="connsiteY166" fmla="*/ 574669 h 6239661"/>
                <a:gd name="connsiteX167" fmla="*/ 1114873 w 5187198"/>
                <a:gd name="connsiteY167" fmla="*/ 580384 h 6239661"/>
                <a:gd name="connsiteX168" fmla="*/ 1052839 w 5187198"/>
                <a:gd name="connsiteY168" fmla="*/ 602943 h 6239661"/>
                <a:gd name="connsiteX169" fmla="*/ 991135 w 5187198"/>
                <a:gd name="connsiteY169" fmla="*/ 626866 h 6239661"/>
                <a:gd name="connsiteX170" fmla="*/ 930179 w 5187198"/>
                <a:gd name="connsiteY170" fmla="*/ 653191 h 6239661"/>
                <a:gd name="connsiteX171" fmla="*/ 869768 w 5187198"/>
                <a:gd name="connsiteY171" fmla="*/ 680937 h 6239661"/>
                <a:gd name="connsiteX172" fmla="*/ 810085 w 5187198"/>
                <a:gd name="connsiteY172" fmla="*/ 710734 h 6239661"/>
                <a:gd name="connsiteX173" fmla="*/ 751220 w 5187198"/>
                <a:gd name="connsiteY173" fmla="*/ 741794 h 6239661"/>
                <a:gd name="connsiteX174" fmla="*/ 532669 w 5187198"/>
                <a:gd name="connsiteY174" fmla="*/ 881688 h 6239661"/>
                <a:gd name="connsiteX175" fmla="*/ 354185 w 5187198"/>
                <a:gd name="connsiteY175" fmla="*/ 1050286 h 6239661"/>
                <a:gd name="connsiteX176" fmla="*/ 315980 w 5187198"/>
                <a:gd name="connsiteY176" fmla="*/ 1098125 h 6239661"/>
                <a:gd name="connsiteX177" fmla="*/ 280345 w 5187198"/>
                <a:gd name="connsiteY177" fmla="*/ 1149782 h 6239661"/>
                <a:gd name="connsiteX178" fmla="*/ 245890 w 5187198"/>
                <a:gd name="connsiteY178" fmla="*/ 1203959 h 6239661"/>
                <a:gd name="connsiteX179" fmla="*/ 212162 w 5187198"/>
                <a:gd name="connsiteY179" fmla="*/ 1260184 h 6239661"/>
                <a:gd name="connsiteX180" fmla="*/ 80716 w 5187198"/>
                <a:gd name="connsiteY180" fmla="*/ 1502476 h 6239661"/>
                <a:gd name="connsiteX181" fmla="*/ 0 w 5187198"/>
                <a:gd name="connsiteY181" fmla="*/ 1648841 h 6239661"/>
                <a:gd name="connsiteX182" fmla="*/ 0 w 5187198"/>
                <a:gd name="connsiteY182" fmla="*/ 954863 h 6239661"/>
                <a:gd name="connsiteX183" fmla="*/ 43491 w 5187198"/>
                <a:gd name="connsiteY183" fmla="*/ 895513 h 6239661"/>
                <a:gd name="connsiteX184" fmla="*/ 93923 w 5187198"/>
                <a:gd name="connsiteY184" fmla="*/ 834489 h 6239661"/>
                <a:gd name="connsiteX185" fmla="*/ 323465 w 5187198"/>
                <a:gd name="connsiteY185" fmla="*/ 617671 h 6239661"/>
                <a:gd name="connsiteX186" fmla="*/ 574777 w 5187198"/>
                <a:gd name="connsiteY186" fmla="*/ 446794 h 6239661"/>
                <a:gd name="connsiteX187" fmla="*/ 638943 w 5187198"/>
                <a:gd name="connsiteY187" fmla="*/ 408925 h 6239661"/>
                <a:gd name="connsiteX188" fmla="*/ 703505 w 5187198"/>
                <a:gd name="connsiteY188" fmla="*/ 371742 h 6239661"/>
                <a:gd name="connsiteX189" fmla="*/ 769262 w 5187198"/>
                <a:gd name="connsiteY189" fmla="*/ 336154 h 6239661"/>
                <a:gd name="connsiteX190" fmla="*/ 835552 w 5187198"/>
                <a:gd name="connsiteY190" fmla="*/ 301173 h 6239661"/>
                <a:gd name="connsiteX191" fmla="*/ 902979 w 5187198"/>
                <a:gd name="connsiteY191" fmla="*/ 268004 h 6239661"/>
                <a:gd name="connsiteX192" fmla="*/ 971127 w 5187198"/>
                <a:gd name="connsiteY192" fmla="*/ 235607 h 6239661"/>
                <a:gd name="connsiteX193" fmla="*/ 988238 w 5187198"/>
                <a:gd name="connsiteY193" fmla="*/ 227556 h 6239661"/>
                <a:gd name="connsiteX194" fmla="*/ 1005744 w 5187198"/>
                <a:gd name="connsiteY194" fmla="*/ 220191 h 6239661"/>
                <a:gd name="connsiteX195" fmla="*/ 1040729 w 5187198"/>
                <a:gd name="connsiteY195" fmla="*/ 205569 h 6239661"/>
                <a:gd name="connsiteX196" fmla="*/ 1110835 w 5187198"/>
                <a:gd name="connsiteY196" fmla="*/ 176248 h 6239661"/>
                <a:gd name="connsiteX197" fmla="*/ 1254256 w 5187198"/>
                <a:gd name="connsiteY197" fmla="*/ 123796 h 6239661"/>
                <a:gd name="connsiteX198" fmla="*/ 1401310 w 5187198"/>
                <a:gd name="connsiteY198" fmla="*/ 79852 h 6239661"/>
                <a:gd name="connsiteX199" fmla="*/ 2011811 w 5187198"/>
                <a:gd name="connsiteY199" fmla="*/ 4 h 62396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</a:cxnLst>
              <a:rect l="l" t="t" r="r" b="b"/>
              <a:pathLst>
                <a:path w="5187198" h="6239661">
                  <a:moveTo>
                    <a:pt x="2011811" y="4"/>
                  </a:moveTo>
                  <a:cubicBezTo>
                    <a:pt x="2217306" y="120"/>
                    <a:pt x="2420903" y="25925"/>
                    <a:pt x="2617011" y="70590"/>
                  </a:cubicBezTo>
                  <a:lnTo>
                    <a:pt x="2690321" y="88146"/>
                  </a:lnTo>
                  <a:lnTo>
                    <a:pt x="2726863" y="97127"/>
                  </a:lnTo>
                  <a:lnTo>
                    <a:pt x="2762951" y="107375"/>
                  </a:lnTo>
                  <a:lnTo>
                    <a:pt x="2834843" y="128493"/>
                  </a:lnTo>
                  <a:cubicBezTo>
                    <a:pt x="2858788" y="135605"/>
                    <a:pt x="2882632" y="142226"/>
                    <a:pt x="2906574" y="151076"/>
                  </a:cubicBezTo>
                  <a:cubicBezTo>
                    <a:pt x="2954475" y="167852"/>
                    <a:pt x="3002363" y="183813"/>
                    <a:pt x="3049504" y="202124"/>
                  </a:cubicBezTo>
                  <a:lnTo>
                    <a:pt x="3189518" y="260159"/>
                  </a:lnTo>
                  <a:lnTo>
                    <a:pt x="3326048" y="325143"/>
                  </a:lnTo>
                  <a:cubicBezTo>
                    <a:pt x="3370687" y="348464"/>
                    <a:pt x="3414908" y="372485"/>
                    <a:pt x="3459166" y="395936"/>
                  </a:cubicBezTo>
                  <a:cubicBezTo>
                    <a:pt x="3502947" y="420302"/>
                    <a:pt x="3545491" y="447118"/>
                    <a:pt x="3588578" y="472343"/>
                  </a:cubicBezTo>
                  <a:cubicBezTo>
                    <a:pt x="3610346" y="484551"/>
                    <a:pt x="3630797" y="499072"/>
                    <a:pt x="3651864" y="512600"/>
                  </a:cubicBezTo>
                  <a:lnTo>
                    <a:pt x="3714514" y="553499"/>
                  </a:lnTo>
                  <a:cubicBezTo>
                    <a:pt x="3880005" y="664844"/>
                    <a:pt x="4036083" y="788388"/>
                    <a:pt x="4181221" y="922912"/>
                  </a:cubicBezTo>
                  <a:cubicBezTo>
                    <a:pt x="4326221" y="1057515"/>
                    <a:pt x="4461955" y="1202038"/>
                    <a:pt x="4582963" y="1358264"/>
                  </a:cubicBezTo>
                  <a:cubicBezTo>
                    <a:pt x="4614206" y="1396543"/>
                    <a:pt x="4642091" y="1437400"/>
                    <a:pt x="4670721" y="1477644"/>
                  </a:cubicBezTo>
                  <a:cubicBezTo>
                    <a:pt x="4700172" y="1517414"/>
                    <a:pt x="4725864" y="1559538"/>
                    <a:pt x="4752378" y="1601187"/>
                  </a:cubicBezTo>
                  <a:lnTo>
                    <a:pt x="4772168" y="1632456"/>
                  </a:lnTo>
                  <a:lnTo>
                    <a:pt x="4782117" y="1648104"/>
                  </a:lnTo>
                  <a:lnTo>
                    <a:pt x="4791381" y="1664150"/>
                  </a:lnTo>
                  <a:lnTo>
                    <a:pt x="4828190" y="1728379"/>
                  </a:lnTo>
                  <a:cubicBezTo>
                    <a:pt x="4840266" y="1749930"/>
                    <a:pt x="4853470" y="1770740"/>
                    <a:pt x="4864832" y="1792796"/>
                  </a:cubicBezTo>
                  <a:lnTo>
                    <a:pt x="4899201" y="1858342"/>
                  </a:lnTo>
                  <a:cubicBezTo>
                    <a:pt x="4910484" y="1880260"/>
                    <a:pt x="4922532" y="1901920"/>
                    <a:pt x="4933266" y="1924155"/>
                  </a:cubicBezTo>
                  <a:lnTo>
                    <a:pt x="4964403" y="1991384"/>
                  </a:lnTo>
                  <a:cubicBezTo>
                    <a:pt x="4974618" y="2013829"/>
                    <a:pt x="4985323" y="2036171"/>
                    <a:pt x="4995019" y="2058823"/>
                  </a:cubicBezTo>
                  <a:lnTo>
                    <a:pt x="5021999" y="2127723"/>
                  </a:lnTo>
                  <a:lnTo>
                    <a:pt x="5048321" y="2196908"/>
                  </a:lnTo>
                  <a:lnTo>
                    <a:pt x="5070546" y="2267547"/>
                  </a:lnTo>
                  <a:cubicBezTo>
                    <a:pt x="5078054" y="2291004"/>
                    <a:pt x="5085044" y="2314670"/>
                    <a:pt x="5092171" y="2338256"/>
                  </a:cubicBezTo>
                  <a:cubicBezTo>
                    <a:pt x="5098670" y="2362023"/>
                    <a:pt x="5104296" y="2386019"/>
                    <a:pt x="5110305" y="2409886"/>
                  </a:cubicBezTo>
                  <a:cubicBezTo>
                    <a:pt x="5158097" y="2600976"/>
                    <a:pt x="5182068" y="2797044"/>
                    <a:pt x="5186393" y="2992022"/>
                  </a:cubicBezTo>
                  <a:cubicBezTo>
                    <a:pt x="5191013" y="3187195"/>
                    <a:pt x="5175397" y="3380886"/>
                    <a:pt x="5149045" y="3571816"/>
                  </a:cubicBezTo>
                  <a:cubicBezTo>
                    <a:pt x="5141154" y="3619431"/>
                    <a:pt x="5133539" y="3666889"/>
                    <a:pt x="5126572" y="3714520"/>
                  </a:cubicBezTo>
                  <a:cubicBezTo>
                    <a:pt x="5117276" y="3761759"/>
                    <a:pt x="5107793" y="3808831"/>
                    <a:pt x="5099067" y="3856108"/>
                  </a:cubicBezTo>
                  <a:lnTo>
                    <a:pt x="5095699" y="3873868"/>
                  </a:lnTo>
                  <a:lnTo>
                    <a:pt x="5091573" y="3891426"/>
                  </a:lnTo>
                  <a:lnTo>
                    <a:pt x="5083324" y="3926541"/>
                  </a:lnTo>
                  <a:lnTo>
                    <a:pt x="5067256" y="3996889"/>
                  </a:lnTo>
                  <a:cubicBezTo>
                    <a:pt x="5064451" y="4008657"/>
                    <a:pt x="5062244" y="4020353"/>
                    <a:pt x="5059194" y="4032171"/>
                  </a:cubicBezTo>
                  <a:lnTo>
                    <a:pt x="5049522" y="4067833"/>
                  </a:lnTo>
                  <a:lnTo>
                    <a:pt x="5040067" y="4103553"/>
                  </a:lnTo>
                  <a:cubicBezTo>
                    <a:pt x="5036554" y="4115363"/>
                    <a:pt x="5032689" y="4127194"/>
                    <a:pt x="5028960" y="4138946"/>
                  </a:cubicBezTo>
                  <a:cubicBezTo>
                    <a:pt x="4999693" y="4233462"/>
                    <a:pt x="4962869" y="4326764"/>
                    <a:pt x="4917351" y="4417041"/>
                  </a:cubicBezTo>
                  <a:cubicBezTo>
                    <a:pt x="4871860" y="4507209"/>
                    <a:pt x="4817597" y="4594215"/>
                    <a:pt x="4756163" y="4676402"/>
                  </a:cubicBezTo>
                  <a:cubicBezTo>
                    <a:pt x="4632803" y="4840875"/>
                    <a:pt x="4480597" y="4982783"/>
                    <a:pt x="4322493" y="5105604"/>
                  </a:cubicBezTo>
                  <a:cubicBezTo>
                    <a:pt x="4163928" y="5228420"/>
                    <a:pt x="3999564" y="5332640"/>
                    <a:pt x="3840510" y="5429590"/>
                  </a:cubicBezTo>
                  <a:cubicBezTo>
                    <a:pt x="3760954" y="5478172"/>
                    <a:pt x="3682353" y="5524924"/>
                    <a:pt x="3606447" y="5572862"/>
                  </a:cubicBezTo>
                  <a:lnTo>
                    <a:pt x="3488814" y="5647178"/>
                  </a:lnTo>
                  <a:cubicBezTo>
                    <a:pt x="3448270" y="5672597"/>
                    <a:pt x="3407323" y="5697792"/>
                    <a:pt x="3365864" y="5722735"/>
                  </a:cubicBezTo>
                  <a:cubicBezTo>
                    <a:pt x="3200163" y="5822424"/>
                    <a:pt x="3026125" y="5917328"/>
                    <a:pt x="2839486" y="5999120"/>
                  </a:cubicBezTo>
                  <a:cubicBezTo>
                    <a:pt x="2653201" y="6080891"/>
                    <a:pt x="2453560" y="6149344"/>
                    <a:pt x="2242423" y="6192346"/>
                  </a:cubicBezTo>
                  <a:cubicBezTo>
                    <a:pt x="2031719" y="6235463"/>
                    <a:pt x="1808952" y="6251353"/>
                    <a:pt x="1589380" y="6230657"/>
                  </a:cubicBezTo>
                  <a:lnTo>
                    <a:pt x="1548244" y="6226706"/>
                  </a:lnTo>
                  <a:cubicBezTo>
                    <a:pt x="1534528" y="6225117"/>
                    <a:pt x="1520898" y="6223203"/>
                    <a:pt x="1507348" y="6221428"/>
                  </a:cubicBezTo>
                  <a:lnTo>
                    <a:pt x="1466401" y="6215904"/>
                  </a:lnTo>
                  <a:cubicBezTo>
                    <a:pt x="1452772" y="6213991"/>
                    <a:pt x="1439316" y="6211428"/>
                    <a:pt x="1425773" y="6209191"/>
                  </a:cubicBezTo>
                  <a:cubicBezTo>
                    <a:pt x="1398775" y="6204391"/>
                    <a:pt x="1371610" y="6199779"/>
                    <a:pt x="1344960" y="6193681"/>
                  </a:cubicBezTo>
                  <a:cubicBezTo>
                    <a:pt x="1318251" y="6187799"/>
                    <a:pt x="1291260" y="6182538"/>
                    <a:pt x="1265007" y="6175388"/>
                  </a:cubicBezTo>
                  <a:lnTo>
                    <a:pt x="1225415" y="6165243"/>
                  </a:lnTo>
                  <a:cubicBezTo>
                    <a:pt x="1212163" y="6161924"/>
                    <a:pt x="1198939" y="6158496"/>
                    <a:pt x="1186567" y="6154486"/>
                  </a:cubicBezTo>
                  <a:lnTo>
                    <a:pt x="1111158" y="6130918"/>
                  </a:lnTo>
                  <a:lnTo>
                    <a:pt x="1035915" y="6107163"/>
                  </a:lnTo>
                  <a:cubicBezTo>
                    <a:pt x="1010846" y="6099055"/>
                    <a:pt x="986357" y="6088784"/>
                    <a:pt x="961579" y="6079594"/>
                  </a:cubicBezTo>
                  <a:cubicBezTo>
                    <a:pt x="763709" y="6005594"/>
                    <a:pt x="572401" y="5909703"/>
                    <a:pt x="395297" y="5792812"/>
                  </a:cubicBezTo>
                  <a:lnTo>
                    <a:pt x="265239" y="5701511"/>
                  </a:lnTo>
                  <a:cubicBezTo>
                    <a:pt x="254227" y="5694155"/>
                    <a:pt x="244103" y="5685646"/>
                    <a:pt x="233756" y="5677542"/>
                  </a:cubicBezTo>
                  <a:lnTo>
                    <a:pt x="202800" y="5652902"/>
                  </a:lnTo>
                  <a:lnTo>
                    <a:pt x="140918" y="5603515"/>
                  </a:lnTo>
                  <a:cubicBezTo>
                    <a:pt x="130598" y="5595302"/>
                    <a:pt x="120280" y="5587089"/>
                    <a:pt x="110625" y="5578127"/>
                  </a:cubicBezTo>
                  <a:cubicBezTo>
                    <a:pt x="105647" y="5573779"/>
                    <a:pt x="100444" y="5569834"/>
                    <a:pt x="95631" y="5565299"/>
                  </a:cubicBezTo>
                  <a:cubicBezTo>
                    <a:pt x="90955" y="5560684"/>
                    <a:pt x="86505" y="5555666"/>
                    <a:pt x="81966" y="5550973"/>
                  </a:cubicBezTo>
                  <a:lnTo>
                    <a:pt x="27991" y="5493272"/>
                  </a:lnTo>
                  <a:cubicBezTo>
                    <a:pt x="19109" y="5483589"/>
                    <a:pt x="9758" y="5474359"/>
                    <a:pt x="1454" y="5464252"/>
                  </a:cubicBezTo>
                  <a:lnTo>
                    <a:pt x="0" y="5462518"/>
                  </a:lnTo>
                  <a:lnTo>
                    <a:pt x="0" y="4720187"/>
                  </a:lnTo>
                  <a:lnTo>
                    <a:pt x="109684" y="4836724"/>
                  </a:lnTo>
                  <a:cubicBezTo>
                    <a:pt x="173316" y="4897375"/>
                    <a:pt x="239447" y="4954160"/>
                    <a:pt x="306959" y="5007200"/>
                  </a:cubicBezTo>
                  <a:lnTo>
                    <a:pt x="358101" y="5046057"/>
                  </a:lnTo>
                  <a:lnTo>
                    <a:pt x="383328" y="5065684"/>
                  </a:lnTo>
                  <a:cubicBezTo>
                    <a:pt x="391637" y="5072316"/>
                    <a:pt x="400805" y="5077902"/>
                    <a:pt x="409503" y="5083942"/>
                  </a:cubicBezTo>
                  <a:lnTo>
                    <a:pt x="461889" y="5119888"/>
                  </a:lnTo>
                  <a:cubicBezTo>
                    <a:pt x="466184" y="5122893"/>
                    <a:pt x="470616" y="5125820"/>
                    <a:pt x="474883" y="5128933"/>
                  </a:cubicBezTo>
                  <a:cubicBezTo>
                    <a:pt x="478982" y="5132235"/>
                    <a:pt x="482476" y="5136069"/>
                    <a:pt x="486410" y="5139557"/>
                  </a:cubicBezTo>
                  <a:cubicBezTo>
                    <a:pt x="494140" y="5146613"/>
                    <a:pt x="502565" y="5152812"/>
                    <a:pt x="510852" y="5159089"/>
                  </a:cubicBezTo>
                  <a:lnTo>
                    <a:pt x="560653" y="5196893"/>
                  </a:lnTo>
                  <a:lnTo>
                    <a:pt x="585485" y="5215834"/>
                  </a:lnTo>
                  <a:cubicBezTo>
                    <a:pt x="593773" y="5222111"/>
                    <a:pt x="601864" y="5228685"/>
                    <a:pt x="610707" y="5234185"/>
                  </a:cubicBezTo>
                  <a:lnTo>
                    <a:pt x="714768" y="5303103"/>
                  </a:lnTo>
                  <a:cubicBezTo>
                    <a:pt x="856162" y="5390603"/>
                    <a:pt x="1008099" y="5459947"/>
                    <a:pt x="1166634" y="5513322"/>
                  </a:cubicBezTo>
                  <a:cubicBezTo>
                    <a:pt x="1186540" y="5519932"/>
                    <a:pt x="1205774" y="5527751"/>
                    <a:pt x="1225991" y="5533632"/>
                  </a:cubicBezTo>
                  <a:lnTo>
                    <a:pt x="1286680" y="5550705"/>
                  </a:lnTo>
                  <a:lnTo>
                    <a:pt x="1347310" y="5567995"/>
                  </a:lnTo>
                  <a:cubicBezTo>
                    <a:pt x="1357469" y="5571180"/>
                    <a:pt x="1367261" y="5573572"/>
                    <a:pt x="1377002" y="5575719"/>
                  </a:cubicBezTo>
                  <a:lnTo>
                    <a:pt x="1406328" y="5582649"/>
                  </a:lnTo>
                  <a:cubicBezTo>
                    <a:pt x="1425825" y="5587757"/>
                    <a:pt x="1445490" y="5590939"/>
                    <a:pt x="1465060" y="5594909"/>
                  </a:cubicBezTo>
                  <a:cubicBezTo>
                    <a:pt x="1484652" y="5599231"/>
                    <a:pt x="1504324" y="5601952"/>
                    <a:pt x="1523881" y="5605105"/>
                  </a:cubicBezTo>
                  <a:cubicBezTo>
                    <a:pt x="1533660" y="5606682"/>
                    <a:pt x="1543460" y="5608613"/>
                    <a:pt x="1553325" y="5609865"/>
                  </a:cubicBezTo>
                  <a:lnTo>
                    <a:pt x="1582813" y="5613593"/>
                  </a:lnTo>
                  <a:lnTo>
                    <a:pt x="1612301" y="5617321"/>
                  </a:lnTo>
                  <a:lnTo>
                    <a:pt x="1641863" y="5619910"/>
                  </a:lnTo>
                  <a:cubicBezTo>
                    <a:pt x="1799348" y="5633940"/>
                    <a:pt x="1957913" y="5625770"/>
                    <a:pt x="2117508" y="5595156"/>
                  </a:cubicBezTo>
                  <a:cubicBezTo>
                    <a:pt x="2277124" y="5564895"/>
                    <a:pt x="2437004" y="5512449"/>
                    <a:pt x="2597368" y="5447381"/>
                  </a:cubicBezTo>
                  <a:cubicBezTo>
                    <a:pt x="2757791" y="5382096"/>
                    <a:pt x="2918855" y="5304464"/>
                    <a:pt x="3082968" y="5223245"/>
                  </a:cubicBezTo>
                  <a:lnTo>
                    <a:pt x="3334855" y="5097383"/>
                  </a:lnTo>
                  <a:cubicBezTo>
                    <a:pt x="3423528" y="5054142"/>
                    <a:pt x="3511773" y="5013798"/>
                    <a:pt x="3599509" y="4976217"/>
                  </a:cubicBezTo>
                  <a:cubicBezTo>
                    <a:pt x="3774960" y="4900701"/>
                    <a:pt x="3948276" y="4837481"/>
                    <a:pt x="4112002" y="4766359"/>
                  </a:cubicBezTo>
                  <a:cubicBezTo>
                    <a:pt x="4193972" y="4730827"/>
                    <a:pt x="4273429" y="4692997"/>
                    <a:pt x="4348983" y="4649833"/>
                  </a:cubicBezTo>
                  <a:cubicBezTo>
                    <a:pt x="4424508" y="4606778"/>
                    <a:pt x="4496050" y="4558250"/>
                    <a:pt x="4560505" y="4501564"/>
                  </a:cubicBezTo>
                  <a:cubicBezTo>
                    <a:pt x="4625198" y="4445289"/>
                    <a:pt x="4682991" y="4381021"/>
                    <a:pt x="4731963" y="4309870"/>
                  </a:cubicBezTo>
                  <a:cubicBezTo>
                    <a:pt x="4781043" y="4238747"/>
                    <a:pt x="4821275" y="4160848"/>
                    <a:pt x="4852344" y="4078640"/>
                  </a:cubicBezTo>
                  <a:lnTo>
                    <a:pt x="4863972" y="4047790"/>
                  </a:lnTo>
                  <a:lnTo>
                    <a:pt x="4874144" y="4016320"/>
                  </a:lnTo>
                  <a:lnTo>
                    <a:pt x="4884127" y="3984682"/>
                  </a:lnTo>
                  <a:cubicBezTo>
                    <a:pt x="4887242" y="3973925"/>
                    <a:pt x="4889981" y="3962835"/>
                    <a:pt x="4892800" y="3951883"/>
                  </a:cubicBezTo>
                  <a:lnTo>
                    <a:pt x="4909526" y="3886001"/>
                  </a:lnTo>
                  <a:lnTo>
                    <a:pt x="4917687" y="3852948"/>
                  </a:lnTo>
                  <a:lnTo>
                    <a:pt x="4921768" y="3836422"/>
                  </a:lnTo>
                  <a:lnTo>
                    <a:pt x="4924845" y="3819742"/>
                  </a:lnTo>
                  <a:cubicBezTo>
                    <a:pt x="4933092" y="3775120"/>
                    <a:pt x="4941231" y="3730469"/>
                    <a:pt x="4948230" y="3685744"/>
                  </a:cubicBezTo>
                  <a:cubicBezTo>
                    <a:pt x="4953579" y="3640694"/>
                    <a:pt x="4958249" y="3595577"/>
                    <a:pt x="4962782" y="3550540"/>
                  </a:cubicBezTo>
                  <a:cubicBezTo>
                    <a:pt x="4976580" y="3369692"/>
                    <a:pt x="4965812" y="3187942"/>
                    <a:pt x="4939468" y="3010249"/>
                  </a:cubicBezTo>
                  <a:cubicBezTo>
                    <a:pt x="4912965" y="2832281"/>
                    <a:pt x="4870237" y="2658196"/>
                    <a:pt x="4816901" y="2488224"/>
                  </a:cubicBezTo>
                  <a:cubicBezTo>
                    <a:pt x="4810197" y="2466954"/>
                    <a:pt x="4803984" y="2445582"/>
                    <a:pt x="4797005" y="2424470"/>
                  </a:cubicBezTo>
                  <a:cubicBezTo>
                    <a:pt x="4789399" y="2403537"/>
                    <a:pt x="4781686" y="2382574"/>
                    <a:pt x="4774433" y="2361620"/>
                  </a:cubicBezTo>
                  <a:lnTo>
                    <a:pt x="4752459" y="2298700"/>
                  </a:lnTo>
                  <a:lnTo>
                    <a:pt x="4728083" y="2236526"/>
                  </a:lnTo>
                  <a:cubicBezTo>
                    <a:pt x="4719957" y="2215802"/>
                    <a:pt x="4712352" y="2194869"/>
                    <a:pt x="4704471" y="2174095"/>
                  </a:cubicBezTo>
                  <a:lnTo>
                    <a:pt x="4678399" y="2112626"/>
                  </a:lnTo>
                  <a:lnTo>
                    <a:pt x="4652601" y="2050999"/>
                  </a:lnTo>
                  <a:cubicBezTo>
                    <a:pt x="4643711" y="2030533"/>
                    <a:pt x="4633616" y="2010672"/>
                    <a:pt x="4624205" y="1990415"/>
                  </a:cubicBezTo>
                  <a:lnTo>
                    <a:pt x="4595398" y="1930069"/>
                  </a:lnTo>
                  <a:cubicBezTo>
                    <a:pt x="4585714" y="1909969"/>
                    <a:pt x="4574413" y="1890713"/>
                    <a:pt x="4563827" y="1870952"/>
                  </a:cubicBezTo>
                  <a:lnTo>
                    <a:pt x="4531433" y="1812311"/>
                  </a:lnTo>
                  <a:lnTo>
                    <a:pt x="4523315" y="1797616"/>
                  </a:lnTo>
                  <a:lnTo>
                    <a:pt x="4514482" y="1783425"/>
                  </a:lnTo>
                  <a:lnTo>
                    <a:pt x="4496845" y="1754936"/>
                  </a:lnTo>
                  <a:lnTo>
                    <a:pt x="4461463" y="1697929"/>
                  </a:lnTo>
                  <a:lnTo>
                    <a:pt x="4452660" y="1683629"/>
                  </a:lnTo>
                  <a:lnTo>
                    <a:pt x="4443141" y="1669834"/>
                  </a:lnTo>
                  <a:lnTo>
                    <a:pt x="4424241" y="1642166"/>
                  </a:lnTo>
                  <a:cubicBezTo>
                    <a:pt x="4399005" y="1605265"/>
                    <a:pt x="4374512" y="1567751"/>
                    <a:pt x="4346886" y="1532412"/>
                  </a:cubicBezTo>
                  <a:cubicBezTo>
                    <a:pt x="4240477" y="1388328"/>
                    <a:pt x="4120362" y="1253437"/>
                    <a:pt x="3985497" y="1134649"/>
                  </a:cubicBezTo>
                  <a:cubicBezTo>
                    <a:pt x="3850799" y="1015675"/>
                    <a:pt x="3702920" y="911715"/>
                    <a:pt x="3545665" y="825877"/>
                  </a:cubicBezTo>
                  <a:lnTo>
                    <a:pt x="3486190" y="794756"/>
                  </a:lnTo>
                  <a:cubicBezTo>
                    <a:pt x="3466181" y="784640"/>
                    <a:pt x="3446893" y="773560"/>
                    <a:pt x="3426182" y="764765"/>
                  </a:cubicBezTo>
                  <a:lnTo>
                    <a:pt x="3365044" y="737255"/>
                  </a:lnTo>
                  <a:lnTo>
                    <a:pt x="3334529" y="723514"/>
                  </a:lnTo>
                  <a:cubicBezTo>
                    <a:pt x="3324394" y="718943"/>
                    <a:pt x="3314287" y="714265"/>
                    <a:pt x="3303733" y="710395"/>
                  </a:cubicBezTo>
                  <a:cubicBezTo>
                    <a:pt x="3262013" y="694346"/>
                    <a:pt x="3220711" y="677599"/>
                    <a:pt x="3179033" y="662259"/>
                  </a:cubicBezTo>
                  <a:lnTo>
                    <a:pt x="3052408" y="620447"/>
                  </a:lnTo>
                  <a:lnTo>
                    <a:pt x="2924325" y="584505"/>
                  </a:lnTo>
                  <a:cubicBezTo>
                    <a:pt x="2903106" y="578471"/>
                    <a:pt x="2881119" y="574434"/>
                    <a:pt x="2859667" y="569266"/>
                  </a:cubicBezTo>
                  <a:lnTo>
                    <a:pt x="2795226" y="554085"/>
                  </a:lnTo>
                  <a:cubicBezTo>
                    <a:pt x="2774078" y="548652"/>
                    <a:pt x="2751709" y="544744"/>
                    <a:pt x="2729702" y="540354"/>
                  </a:cubicBezTo>
                  <a:lnTo>
                    <a:pt x="2663758" y="527322"/>
                  </a:lnTo>
                  <a:lnTo>
                    <a:pt x="2630927" y="520495"/>
                  </a:lnTo>
                  <a:lnTo>
                    <a:pt x="2597965" y="515024"/>
                  </a:lnTo>
                  <a:cubicBezTo>
                    <a:pt x="2575970" y="511449"/>
                    <a:pt x="2554112" y="507795"/>
                    <a:pt x="2532205" y="503895"/>
                  </a:cubicBezTo>
                  <a:cubicBezTo>
                    <a:pt x="2357016" y="475037"/>
                    <a:pt x="2182954" y="456682"/>
                    <a:pt x="2010064" y="452552"/>
                  </a:cubicBezTo>
                  <a:cubicBezTo>
                    <a:pt x="1837255" y="448558"/>
                    <a:pt x="1665388" y="457916"/>
                    <a:pt x="1494552" y="485055"/>
                  </a:cubicBezTo>
                  <a:cubicBezTo>
                    <a:pt x="1452133" y="492816"/>
                    <a:pt x="1409569" y="501117"/>
                    <a:pt x="1366896" y="509389"/>
                  </a:cubicBezTo>
                  <a:cubicBezTo>
                    <a:pt x="1324862" y="520035"/>
                    <a:pt x="1282333" y="529505"/>
                    <a:pt x="1240175" y="541045"/>
                  </a:cubicBezTo>
                  <a:lnTo>
                    <a:pt x="1177438" y="560170"/>
                  </a:lnTo>
                  <a:lnTo>
                    <a:pt x="1145987" y="569826"/>
                  </a:lnTo>
                  <a:lnTo>
                    <a:pt x="1130315" y="574669"/>
                  </a:lnTo>
                  <a:lnTo>
                    <a:pt x="1114873" y="580384"/>
                  </a:lnTo>
                  <a:lnTo>
                    <a:pt x="1052839" y="602943"/>
                  </a:lnTo>
                  <a:cubicBezTo>
                    <a:pt x="1032151" y="610499"/>
                    <a:pt x="1011255" y="617535"/>
                    <a:pt x="991135" y="626866"/>
                  </a:cubicBezTo>
                  <a:lnTo>
                    <a:pt x="930179" y="653191"/>
                  </a:lnTo>
                  <a:cubicBezTo>
                    <a:pt x="909850" y="662002"/>
                    <a:pt x="889443" y="670676"/>
                    <a:pt x="869768" y="680937"/>
                  </a:cubicBezTo>
                  <a:lnTo>
                    <a:pt x="810085" y="710734"/>
                  </a:lnTo>
                  <a:cubicBezTo>
                    <a:pt x="790331" y="720859"/>
                    <a:pt x="770124" y="730514"/>
                    <a:pt x="751220" y="741794"/>
                  </a:cubicBezTo>
                  <a:cubicBezTo>
                    <a:pt x="673929" y="784955"/>
                    <a:pt x="598827" y="830326"/>
                    <a:pt x="532669" y="881688"/>
                  </a:cubicBezTo>
                  <a:cubicBezTo>
                    <a:pt x="464226" y="931625"/>
                    <a:pt x="406969" y="988270"/>
                    <a:pt x="354185" y="1050286"/>
                  </a:cubicBezTo>
                  <a:lnTo>
                    <a:pt x="315980" y="1098125"/>
                  </a:lnTo>
                  <a:lnTo>
                    <a:pt x="280345" y="1149782"/>
                  </a:lnTo>
                  <a:cubicBezTo>
                    <a:pt x="268144" y="1166335"/>
                    <a:pt x="257438" y="1185955"/>
                    <a:pt x="245890" y="1203959"/>
                  </a:cubicBezTo>
                  <a:cubicBezTo>
                    <a:pt x="234552" y="1222481"/>
                    <a:pt x="223171" y="1240298"/>
                    <a:pt x="212162" y="1260184"/>
                  </a:cubicBezTo>
                  <a:cubicBezTo>
                    <a:pt x="168299" y="1337574"/>
                    <a:pt x="125055" y="1419360"/>
                    <a:pt x="80716" y="1502476"/>
                  </a:cubicBezTo>
                  <a:lnTo>
                    <a:pt x="0" y="1648841"/>
                  </a:lnTo>
                  <a:lnTo>
                    <a:pt x="0" y="954863"/>
                  </a:lnTo>
                  <a:lnTo>
                    <a:pt x="43491" y="895513"/>
                  </a:lnTo>
                  <a:cubicBezTo>
                    <a:pt x="59888" y="874984"/>
                    <a:pt x="77014" y="854766"/>
                    <a:pt x="93923" y="834489"/>
                  </a:cubicBezTo>
                  <a:cubicBezTo>
                    <a:pt x="163245" y="754880"/>
                    <a:pt x="240806" y="679565"/>
                    <a:pt x="323465" y="617671"/>
                  </a:cubicBezTo>
                  <a:cubicBezTo>
                    <a:pt x="405002" y="553042"/>
                    <a:pt x="490132" y="499230"/>
                    <a:pt x="574777" y="446794"/>
                  </a:cubicBezTo>
                  <a:cubicBezTo>
                    <a:pt x="595733" y="433050"/>
                    <a:pt x="617442" y="421248"/>
                    <a:pt x="638943" y="408925"/>
                  </a:cubicBezTo>
                  <a:lnTo>
                    <a:pt x="703505" y="371742"/>
                  </a:lnTo>
                  <a:cubicBezTo>
                    <a:pt x="724798" y="358900"/>
                    <a:pt x="747120" y="347842"/>
                    <a:pt x="769262" y="336154"/>
                  </a:cubicBezTo>
                  <a:lnTo>
                    <a:pt x="835552" y="301173"/>
                  </a:lnTo>
                  <a:cubicBezTo>
                    <a:pt x="857427" y="289183"/>
                    <a:pt x="880470" y="278896"/>
                    <a:pt x="902979" y="268004"/>
                  </a:cubicBezTo>
                  <a:lnTo>
                    <a:pt x="971127" y="235607"/>
                  </a:lnTo>
                  <a:lnTo>
                    <a:pt x="988238" y="227556"/>
                  </a:lnTo>
                  <a:lnTo>
                    <a:pt x="1005744" y="220191"/>
                  </a:lnTo>
                  <a:lnTo>
                    <a:pt x="1040729" y="205569"/>
                  </a:lnTo>
                  <a:lnTo>
                    <a:pt x="1110835" y="176248"/>
                  </a:lnTo>
                  <a:cubicBezTo>
                    <a:pt x="1157999" y="157703"/>
                    <a:pt x="1206322" y="141323"/>
                    <a:pt x="1254256" y="123796"/>
                  </a:cubicBezTo>
                  <a:cubicBezTo>
                    <a:pt x="1302938" y="108671"/>
                    <a:pt x="1352074" y="94017"/>
                    <a:pt x="1401310" y="79852"/>
                  </a:cubicBezTo>
                  <a:cubicBezTo>
                    <a:pt x="1599497" y="26774"/>
                    <a:pt x="1806373" y="-329"/>
                    <a:pt x="2011811" y="4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0CFEBEC8-A41C-7E3C-EE94-E911C9570F3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297400"/>
              <a:ext cx="5215811" cy="6107388"/>
            </a:xfrm>
            <a:custGeom>
              <a:avLst/>
              <a:gdLst>
                <a:gd name="connsiteX0" fmla="*/ 1869139 w 5215811"/>
                <a:gd name="connsiteY0" fmla="*/ 9 h 6107388"/>
                <a:gd name="connsiteX1" fmla="*/ 2791149 w 5215811"/>
                <a:gd name="connsiteY1" fmla="*/ 130229 h 6107388"/>
                <a:gd name="connsiteX2" fmla="*/ 4760307 w 5215811"/>
                <a:gd name="connsiteY2" fmla="*/ 1608408 h 6107388"/>
                <a:gd name="connsiteX3" fmla="*/ 5108574 w 5215811"/>
                <a:gd name="connsiteY3" fmla="*/ 4050383 h 6107388"/>
                <a:gd name="connsiteX4" fmla="*/ 3434916 w 5215811"/>
                <a:gd name="connsiteY4" fmla="*/ 5503134 h 6107388"/>
                <a:gd name="connsiteX5" fmla="*/ 1137841 w 5215811"/>
                <a:gd name="connsiteY5" fmla="*/ 6033968 h 6107388"/>
                <a:gd name="connsiteX6" fmla="*/ 217555 w 5215811"/>
                <a:gd name="connsiteY6" fmla="*/ 5598945 h 6107388"/>
                <a:gd name="connsiteX7" fmla="*/ 0 w 5215811"/>
                <a:gd name="connsiteY7" fmla="*/ 5419622 h 6107388"/>
                <a:gd name="connsiteX8" fmla="*/ 0 w 5215811"/>
                <a:gd name="connsiteY8" fmla="*/ 4571683 h 6107388"/>
                <a:gd name="connsiteX9" fmla="*/ 18056 w 5215811"/>
                <a:gd name="connsiteY9" fmla="*/ 4599282 h 6107388"/>
                <a:gd name="connsiteX10" fmla="*/ 358324 w 5215811"/>
                <a:gd name="connsiteY10" fmla="*/ 4988154 h 6107388"/>
                <a:gd name="connsiteX11" fmla="*/ 1282741 w 5215811"/>
                <a:gd name="connsiteY11" fmla="*/ 5493193 h 6107388"/>
                <a:gd name="connsiteX12" fmla="*/ 2172794 w 5215811"/>
                <a:gd name="connsiteY12" fmla="*/ 5470630 h 6107388"/>
                <a:gd name="connsiteX13" fmla="*/ 3146893 w 5215811"/>
                <a:gd name="connsiteY13" fmla="*/ 5016296 h 6107388"/>
                <a:gd name="connsiteX14" fmla="*/ 3574114 w 5215811"/>
                <a:gd name="connsiteY14" fmla="*/ 4791124 h 6107388"/>
                <a:gd name="connsiteX15" fmla="*/ 4244948 w 5215811"/>
                <a:gd name="connsiteY15" fmla="*/ 4392664 h 6107388"/>
                <a:gd name="connsiteX16" fmla="*/ 4556385 w 5215811"/>
                <a:gd name="connsiteY16" fmla="*/ 3902656 h 6107388"/>
                <a:gd name="connsiteX17" fmla="*/ 4616354 w 5215811"/>
                <a:gd name="connsiteY17" fmla="*/ 2851680 h 6107388"/>
                <a:gd name="connsiteX18" fmla="*/ 4269266 w 5215811"/>
                <a:gd name="connsiteY18" fmla="*/ 1889625 h 6107388"/>
                <a:gd name="connsiteX19" fmla="*/ 2645976 w 5215811"/>
                <a:gd name="connsiteY19" fmla="*/ 671162 h 6107388"/>
                <a:gd name="connsiteX20" fmla="*/ 1648930 w 5215811"/>
                <a:gd name="connsiteY20" fmla="*/ 573017 h 6107388"/>
                <a:gd name="connsiteX21" fmla="*/ 771768 w 5215811"/>
                <a:gd name="connsiteY21" fmla="*/ 865882 h 6107388"/>
                <a:gd name="connsiteX22" fmla="*/ 433617 w 5215811"/>
                <a:gd name="connsiteY22" fmla="*/ 1119441 h 6107388"/>
                <a:gd name="connsiteX23" fmla="*/ 200571 w 5215811"/>
                <a:gd name="connsiteY23" fmla="*/ 1486480 h 6107388"/>
                <a:gd name="connsiteX24" fmla="*/ 47077 w 5215811"/>
                <a:gd name="connsiteY24" fmla="*/ 1753604 h 6107388"/>
                <a:gd name="connsiteX25" fmla="*/ 0 w 5215811"/>
                <a:gd name="connsiteY25" fmla="*/ 1831655 h 6107388"/>
                <a:gd name="connsiteX26" fmla="*/ 0 w 5215811"/>
                <a:gd name="connsiteY26" fmla="*/ 751112 h 6107388"/>
                <a:gd name="connsiteX27" fmla="*/ 6994 w 5215811"/>
                <a:gd name="connsiteY27" fmla="*/ 742614 h 6107388"/>
                <a:gd name="connsiteX28" fmla="*/ 484047 w 5215811"/>
                <a:gd name="connsiteY28" fmla="*/ 378777 h 6107388"/>
                <a:gd name="connsiteX29" fmla="*/ 1869139 w 5215811"/>
                <a:gd name="connsiteY29" fmla="*/ 9 h 61073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5811" h="6107388">
                  <a:moveTo>
                    <a:pt x="1869139" y="9"/>
                  </a:moveTo>
                  <a:cubicBezTo>
                    <a:pt x="2160924" y="-706"/>
                    <a:pt x="2465752" y="43039"/>
                    <a:pt x="2791149" y="130229"/>
                  </a:cubicBezTo>
                  <a:cubicBezTo>
                    <a:pt x="3651198" y="360678"/>
                    <a:pt x="4339884" y="907924"/>
                    <a:pt x="4760307" y="1608408"/>
                  </a:cubicBezTo>
                  <a:cubicBezTo>
                    <a:pt x="5188180" y="2321320"/>
                    <a:pt x="5338357" y="3192822"/>
                    <a:pt x="5108574" y="4050383"/>
                  </a:cubicBezTo>
                  <a:cubicBezTo>
                    <a:pt x="4880820" y="4900373"/>
                    <a:pt x="4152841" y="5098512"/>
                    <a:pt x="3434916" y="5503134"/>
                  </a:cubicBezTo>
                  <a:cubicBezTo>
                    <a:pt x="2717099" y="5907783"/>
                    <a:pt x="2005568" y="6266474"/>
                    <a:pt x="1137841" y="6033968"/>
                  </a:cubicBezTo>
                  <a:cubicBezTo>
                    <a:pt x="783079" y="5938910"/>
                    <a:pt x="479573" y="5790114"/>
                    <a:pt x="217555" y="5598945"/>
                  </a:cubicBezTo>
                  <a:lnTo>
                    <a:pt x="0" y="5419622"/>
                  </a:lnTo>
                  <a:lnTo>
                    <a:pt x="0" y="4571683"/>
                  </a:lnTo>
                  <a:lnTo>
                    <a:pt x="18056" y="4599282"/>
                  </a:lnTo>
                  <a:cubicBezTo>
                    <a:pt x="124071" y="4746782"/>
                    <a:pt x="237002" y="4875718"/>
                    <a:pt x="358324" y="4988154"/>
                  </a:cubicBezTo>
                  <a:cubicBezTo>
                    <a:pt x="621323" y="5231809"/>
                    <a:pt x="923667" y="5396979"/>
                    <a:pt x="1282741" y="5493193"/>
                  </a:cubicBezTo>
                  <a:cubicBezTo>
                    <a:pt x="1573894" y="5571207"/>
                    <a:pt x="1856732" y="5563878"/>
                    <a:pt x="2172794" y="5470630"/>
                  </a:cubicBezTo>
                  <a:cubicBezTo>
                    <a:pt x="2498985" y="5374183"/>
                    <a:pt x="2832844" y="5193315"/>
                    <a:pt x="3146893" y="5016296"/>
                  </a:cubicBezTo>
                  <a:cubicBezTo>
                    <a:pt x="3293538" y="4933641"/>
                    <a:pt x="3436182" y="4861160"/>
                    <a:pt x="3574114" y="4791124"/>
                  </a:cubicBezTo>
                  <a:cubicBezTo>
                    <a:pt x="3841238" y="4655550"/>
                    <a:pt x="4071901" y="4538375"/>
                    <a:pt x="4244948" y="4392664"/>
                  </a:cubicBezTo>
                  <a:cubicBezTo>
                    <a:pt x="4405844" y="4257259"/>
                    <a:pt x="4501845" y="4106204"/>
                    <a:pt x="4556385" y="3902656"/>
                  </a:cubicBezTo>
                  <a:cubicBezTo>
                    <a:pt x="4649063" y="3556776"/>
                    <a:pt x="4669271" y="3203187"/>
                    <a:pt x="4616354" y="2851680"/>
                  </a:cubicBezTo>
                  <a:cubicBezTo>
                    <a:pt x="4565198" y="2511774"/>
                    <a:pt x="4448474" y="2188147"/>
                    <a:pt x="4269266" y="1889625"/>
                  </a:cubicBezTo>
                  <a:cubicBezTo>
                    <a:pt x="3907781" y="1287586"/>
                    <a:pt x="3331245" y="854780"/>
                    <a:pt x="2645976" y="671162"/>
                  </a:cubicBezTo>
                  <a:cubicBezTo>
                    <a:pt x="2278249" y="572630"/>
                    <a:pt x="1952074" y="540526"/>
                    <a:pt x="1648930" y="573017"/>
                  </a:cubicBezTo>
                  <a:cubicBezTo>
                    <a:pt x="1351746" y="604901"/>
                    <a:pt x="1064785" y="700731"/>
                    <a:pt x="771768" y="865882"/>
                  </a:cubicBezTo>
                  <a:cubicBezTo>
                    <a:pt x="568061" y="980657"/>
                    <a:pt x="486465" y="1058486"/>
                    <a:pt x="433617" y="1119441"/>
                  </a:cubicBezTo>
                  <a:cubicBezTo>
                    <a:pt x="358307" y="1206256"/>
                    <a:pt x="292149" y="1323808"/>
                    <a:pt x="200571" y="1486480"/>
                  </a:cubicBezTo>
                  <a:cubicBezTo>
                    <a:pt x="156644" y="1564432"/>
                    <a:pt x="106654" y="1653214"/>
                    <a:pt x="47077" y="1753604"/>
                  </a:cubicBezTo>
                  <a:lnTo>
                    <a:pt x="0" y="1831655"/>
                  </a:lnTo>
                  <a:lnTo>
                    <a:pt x="0" y="751112"/>
                  </a:lnTo>
                  <a:lnTo>
                    <a:pt x="6994" y="742614"/>
                  </a:lnTo>
                  <a:cubicBezTo>
                    <a:pt x="117721" y="617683"/>
                    <a:pt x="259696" y="505222"/>
                    <a:pt x="484047" y="378777"/>
                  </a:cubicBezTo>
                  <a:cubicBezTo>
                    <a:pt x="932751" y="125890"/>
                    <a:pt x="1382831" y="1200"/>
                    <a:pt x="1869139" y="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E2151881-0ACE-B3ED-964E-05D5C6F4A1F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319367"/>
              <a:ext cx="5217956" cy="6100079"/>
            </a:xfrm>
            <a:custGeom>
              <a:avLst/>
              <a:gdLst>
                <a:gd name="connsiteX0" fmla="*/ 1951393 w 5217956"/>
                <a:gd name="connsiteY0" fmla="*/ 82 h 6100079"/>
                <a:gd name="connsiteX1" fmla="*/ 2855177 w 5217956"/>
                <a:gd name="connsiteY1" fmla="*/ 125419 h 6100079"/>
                <a:gd name="connsiteX2" fmla="*/ 4779341 w 5217956"/>
                <a:gd name="connsiteY2" fmla="*/ 1591542 h 6100079"/>
                <a:gd name="connsiteX3" fmla="*/ 5108573 w 5217956"/>
                <a:gd name="connsiteY3" fmla="*/ 4028416 h 6100079"/>
                <a:gd name="connsiteX4" fmla="*/ 3459358 w 5217956"/>
                <a:gd name="connsiteY4" fmla="*/ 5487716 h 6100079"/>
                <a:gd name="connsiteX5" fmla="*/ 1203274 w 5217956"/>
                <a:gd name="connsiteY5" fmla="*/ 6029534 h 6100079"/>
                <a:gd name="connsiteX6" fmla="*/ 59920 w 5217956"/>
                <a:gd name="connsiteY6" fmla="*/ 5396467 h 6100079"/>
                <a:gd name="connsiteX7" fmla="*/ 0 w 5217956"/>
                <a:gd name="connsiteY7" fmla="*/ 5333382 h 6100079"/>
                <a:gd name="connsiteX8" fmla="*/ 0 w 5217956"/>
                <a:gd name="connsiteY8" fmla="*/ 4205833 h 6100079"/>
                <a:gd name="connsiteX9" fmla="*/ 58036 w 5217956"/>
                <a:gd name="connsiteY9" fmla="*/ 4310048 h 6100079"/>
                <a:gd name="connsiteX10" fmla="*/ 520779 w 5217956"/>
                <a:gd name="connsiteY10" fmla="*/ 4907591 h 6100079"/>
                <a:gd name="connsiteX11" fmla="*/ 1377154 w 5217956"/>
                <a:gd name="connsiteY11" fmla="*/ 5380604 h 6100079"/>
                <a:gd name="connsiteX12" fmla="*/ 3123340 w 5217956"/>
                <a:gd name="connsiteY12" fmla="*/ 4905715 h 6100079"/>
                <a:gd name="connsiteX13" fmla="*/ 3547863 w 5217956"/>
                <a:gd name="connsiteY13" fmla="*/ 4676342 h 6100079"/>
                <a:gd name="connsiteX14" fmla="*/ 4186753 w 5217956"/>
                <a:gd name="connsiteY14" fmla="*/ 4289376 h 6100079"/>
                <a:gd name="connsiteX15" fmla="*/ 4459565 w 5217956"/>
                <a:gd name="connsiteY15" fmla="*/ 3854399 h 6100079"/>
                <a:gd name="connsiteX16" fmla="*/ 4521015 w 5217956"/>
                <a:gd name="connsiteY16" fmla="*/ 2849377 h 6100079"/>
                <a:gd name="connsiteX17" fmla="*/ 4199723 w 5217956"/>
                <a:gd name="connsiteY17" fmla="*/ 1931213 h 6100079"/>
                <a:gd name="connsiteX18" fmla="*/ 2681217 w 5217956"/>
                <a:gd name="connsiteY18" fmla="*/ 774211 h 6100079"/>
                <a:gd name="connsiteX19" fmla="*/ 926547 w 5217956"/>
                <a:gd name="connsiteY19" fmla="*/ 967112 h 6100079"/>
                <a:gd name="connsiteX20" fmla="*/ 622677 w 5217956"/>
                <a:gd name="connsiteY20" fmla="*/ 1197863 h 6100079"/>
                <a:gd name="connsiteX21" fmla="*/ 404892 w 5217956"/>
                <a:gd name="connsiteY21" fmla="*/ 1547314 h 6100079"/>
                <a:gd name="connsiteX22" fmla="*/ 40135 w 5217956"/>
                <a:gd name="connsiteY22" fmla="*/ 2159090 h 6100079"/>
                <a:gd name="connsiteX23" fmla="*/ 0 w 5217956"/>
                <a:gd name="connsiteY23" fmla="*/ 2219367 h 6100079"/>
                <a:gd name="connsiteX24" fmla="*/ 0 w 5217956"/>
                <a:gd name="connsiteY24" fmla="*/ 915659 h 6100079"/>
                <a:gd name="connsiteX25" fmla="*/ 58609 w 5217956"/>
                <a:gd name="connsiteY25" fmla="*/ 828051 h 6100079"/>
                <a:gd name="connsiteX26" fmla="*/ 590688 w 5217956"/>
                <a:gd name="connsiteY26" fmla="*/ 385385 h 6100079"/>
                <a:gd name="connsiteX27" fmla="*/ 1951393 w 5217956"/>
                <a:gd name="connsiteY27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5217956" h="6100079">
                  <a:moveTo>
                    <a:pt x="1951393" y="82"/>
                  </a:moveTo>
                  <a:cubicBezTo>
                    <a:pt x="2237631" y="-2119"/>
                    <a:pt x="2536431" y="40011"/>
                    <a:pt x="2855177" y="125419"/>
                  </a:cubicBezTo>
                  <a:cubicBezTo>
                    <a:pt x="3697704" y="351173"/>
                    <a:pt x="4370490" y="894159"/>
                    <a:pt x="4779341" y="1591542"/>
                  </a:cubicBezTo>
                  <a:cubicBezTo>
                    <a:pt x="5195534" y="2301324"/>
                    <a:pt x="5338356" y="3170855"/>
                    <a:pt x="5108573" y="4028416"/>
                  </a:cubicBezTo>
                  <a:cubicBezTo>
                    <a:pt x="4880819" y="4878406"/>
                    <a:pt x="4165603" y="5079965"/>
                    <a:pt x="3459358" y="5487716"/>
                  </a:cubicBezTo>
                  <a:cubicBezTo>
                    <a:pt x="2753114" y="5895466"/>
                    <a:pt x="2053264" y="6257288"/>
                    <a:pt x="1203274" y="6029534"/>
                  </a:cubicBezTo>
                  <a:cubicBezTo>
                    <a:pt x="739884" y="5905369"/>
                    <a:pt x="366399" y="5685345"/>
                    <a:pt x="59920" y="5396467"/>
                  </a:cubicBezTo>
                  <a:lnTo>
                    <a:pt x="0" y="5333382"/>
                  </a:lnTo>
                  <a:lnTo>
                    <a:pt x="0" y="4205833"/>
                  </a:lnTo>
                  <a:lnTo>
                    <a:pt x="58036" y="4310048"/>
                  </a:lnTo>
                  <a:cubicBezTo>
                    <a:pt x="197935" y="4550245"/>
                    <a:pt x="350594" y="4747142"/>
                    <a:pt x="520779" y="4907591"/>
                  </a:cubicBezTo>
                  <a:cubicBezTo>
                    <a:pt x="763600" y="5136565"/>
                    <a:pt x="1043821" y="5291288"/>
                    <a:pt x="1377154" y="5380604"/>
                  </a:cubicBezTo>
                  <a:cubicBezTo>
                    <a:pt x="1963029" y="5537589"/>
                    <a:pt x="2470519" y="5282804"/>
                    <a:pt x="3123340" y="4905715"/>
                  </a:cubicBezTo>
                  <a:cubicBezTo>
                    <a:pt x="3269800" y="4821157"/>
                    <a:pt x="3411134" y="4747512"/>
                    <a:pt x="3547863" y="4676342"/>
                  </a:cubicBezTo>
                  <a:cubicBezTo>
                    <a:pt x="3804497" y="4542710"/>
                    <a:pt x="4026085" y="4427393"/>
                    <a:pt x="4186753" y="4289376"/>
                  </a:cubicBezTo>
                  <a:cubicBezTo>
                    <a:pt x="4329009" y="4167293"/>
                    <a:pt x="4410589" y="4037181"/>
                    <a:pt x="4459565" y="3854399"/>
                  </a:cubicBezTo>
                  <a:cubicBezTo>
                    <a:pt x="4548302" y="3523229"/>
                    <a:pt x="4568981" y="3185183"/>
                    <a:pt x="4521015" y="2849377"/>
                  </a:cubicBezTo>
                  <a:cubicBezTo>
                    <a:pt x="4474709" y="2524680"/>
                    <a:pt x="4366564" y="2215756"/>
                    <a:pt x="4199723" y="1931213"/>
                  </a:cubicBezTo>
                  <a:cubicBezTo>
                    <a:pt x="3863270" y="1357325"/>
                    <a:pt x="3323982" y="946439"/>
                    <a:pt x="2681217" y="774211"/>
                  </a:cubicBezTo>
                  <a:cubicBezTo>
                    <a:pt x="2001139" y="591984"/>
                    <a:pt x="1476322" y="649699"/>
                    <a:pt x="926547" y="967112"/>
                  </a:cubicBezTo>
                  <a:cubicBezTo>
                    <a:pt x="740730" y="1074393"/>
                    <a:pt x="668642" y="1143989"/>
                    <a:pt x="622677" y="1197863"/>
                  </a:cubicBezTo>
                  <a:cubicBezTo>
                    <a:pt x="555599" y="1276450"/>
                    <a:pt x="492360" y="1390031"/>
                    <a:pt x="404892" y="1547314"/>
                  </a:cubicBezTo>
                  <a:cubicBezTo>
                    <a:pt x="317047" y="1705133"/>
                    <a:pt x="204816" y="1906756"/>
                    <a:pt x="40135" y="2159090"/>
                  </a:cubicBezTo>
                  <a:lnTo>
                    <a:pt x="0" y="2219367"/>
                  </a:lnTo>
                  <a:lnTo>
                    <a:pt x="0" y="915659"/>
                  </a:lnTo>
                  <a:lnTo>
                    <a:pt x="58609" y="828051"/>
                  </a:lnTo>
                  <a:cubicBezTo>
                    <a:pt x="177453" y="670481"/>
                    <a:pt x="325846" y="538291"/>
                    <a:pt x="590688" y="385385"/>
                  </a:cubicBezTo>
                  <a:cubicBezTo>
                    <a:pt x="1032158" y="130559"/>
                    <a:pt x="1474329" y="3750"/>
                    <a:pt x="1951393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09234764-3481-AF53-4055-1EBEFE6D66B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319367"/>
              <a:ext cx="5217957" cy="6100079"/>
            </a:xfrm>
            <a:custGeom>
              <a:avLst/>
              <a:gdLst>
                <a:gd name="connsiteX0" fmla="*/ 1951394 w 5217957"/>
                <a:gd name="connsiteY0" fmla="*/ 82 h 6100079"/>
                <a:gd name="connsiteX1" fmla="*/ 2855178 w 5217957"/>
                <a:gd name="connsiteY1" fmla="*/ 125419 h 6100079"/>
                <a:gd name="connsiteX2" fmla="*/ 4779341 w 5217957"/>
                <a:gd name="connsiteY2" fmla="*/ 1591542 h 6100079"/>
                <a:gd name="connsiteX3" fmla="*/ 5108574 w 5217957"/>
                <a:gd name="connsiteY3" fmla="*/ 4028416 h 6100079"/>
                <a:gd name="connsiteX4" fmla="*/ 3459359 w 5217957"/>
                <a:gd name="connsiteY4" fmla="*/ 5487716 h 6100079"/>
                <a:gd name="connsiteX5" fmla="*/ 1203275 w 5217957"/>
                <a:gd name="connsiteY5" fmla="*/ 6029534 h 6100079"/>
                <a:gd name="connsiteX6" fmla="*/ 59921 w 5217957"/>
                <a:gd name="connsiteY6" fmla="*/ 5396467 h 6100079"/>
                <a:gd name="connsiteX7" fmla="*/ 0 w 5217957"/>
                <a:gd name="connsiteY7" fmla="*/ 5333381 h 6100079"/>
                <a:gd name="connsiteX8" fmla="*/ 0 w 5217957"/>
                <a:gd name="connsiteY8" fmla="*/ 4427327 h 6100079"/>
                <a:gd name="connsiteX9" fmla="*/ 112056 w 5217957"/>
                <a:gd name="connsiteY9" fmla="*/ 4602502 h 6100079"/>
                <a:gd name="connsiteX10" fmla="*/ 443875 w 5217957"/>
                <a:gd name="connsiteY10" fmla="*/ 4989110 h 6100079"/>
                <a:gd name="connsiteX11" fmla="*/ 1348175 w 5217957"/>
                <a:gd name="connsiteY11" fmla="*/ 5488759 h 6100079"/>
                <a:gd name="connsiteX12" fmla="*/ 2221463 w 5217957"/>
                <a:gd name="connsiteY12" fmla="*/ 5461704 h 6100079"/>
                <a:gd name="connsiteX13" fmla="*/ 3179339 w 5217957"/>
                <a:gd name="connsiteY13" fmla="*/ 5003023 h 6100079"/>
                <a:gd name="connsiteX14" fmla="*/ 3599638 w 5217957"/>
                <a:gd name="connsiteY14" fmla="*/ 4775996 h 6100079"/>
                <a:gd name="connsiteX15" fmla="*/ 4259765 w 5217957"/>
                <a:gd name="connsiteY15" fmla="*/ 4374667 h 6100079"/>
                <a:gd name="connsiteX16" fmla="*/ 4567742 w 5217957"/>
                <a:gd name="connsiteY16" fmla="*/ 3883732 h 6100079"/>
                <a:gd name="connsiteX17" fmla="*/ 4631929 w 5217957"/>
                <a:gd name="connsiteY17" fmla="*/ 2833886 h 6100079"/>
                <a:gd name="connsiteX18" fmla="*/ 4296412 w 5217957"/>
                <a:gd name="connsiteY18" fmla="*/ 1874932 h 6100079"/>
                <a:gd name="connsiteX19" fmla="*/ 2710219 w 5217957"/>
                <a:gd name="connsiteY19" fmla="*/ 666410 h 6100079"/>
                <a:gd name="connsiteX20" fmla="*/ 1732642 w 5217957"/>
                <a:gd name="connsiteY20" fmla="*/ 573480 h 6100079"/>
                <a:gd name="connsiteX21" fmla="*/ 870621 w 5217957"/>
                <a:gd name="connsiteY21" fmla="*/ 870402 h 6100079"/>
                <a:gd name="connsiteX22" fmla="*/ 537555 w 5217957"/>
                <a:gd name="connsiteY22" fmla="*/ 1125324 h 6100079"/>
                <a:gd name="connsiteX23" fmla="*/ 306995 w 5217957"/>
                <a:gd name="connsiteY23" fmla="*/ 1493030 h 6100079"/>
                <a:gd name="connsiteX24" fmla="*/ 23579 w 5217957"/>
                <a:gd name="connsiteY24" fmla="*/ 1977465 h 6100079"/>
                <a:gd name="connsiteX25" fmla="*/ 0 w 5217957"/>
                <a:gd name="connsiteY25" fmla="*/ 2014291 h 6100079"/>
                <a:gd name="connsiteX26" fmla="*/ 0 w 5217957"/>
                <a:gd name="connsiteY26" fmla="*/ 915660 h 6100079"/>
                <a:gd name="connsiteX27" fmla="*/ 58609 w 5217957"/>
                <a:gd name="connsiteY27" fmla="*/ 828051 h 6100079"/>
                <a:gd name="connsiteX28" fmla="*/ 590689 w 5217957"/>
                <a:gd name="connsiteY28" fmla="*/ 385385 h 6100079"/>
                <a:gd name="connsiteX29" fmla="*/ 1951394 w 5217957"/>
                <a:gd name="connsiteY29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7957" h="6100079">
                  <a:moveTo>
                    <a:pt x="1951394" y="82"/>
                  </a:moveTo>
                  <a:cubicBezTo>
                    <a:pt x="2237632" y="-2119"/>
                    <a:pt x="2536431" y="40011"/>
                    <a:pt x="2855178" y="125419"/>
                  </a:cubicBezTo>
                  <a:cubicBezTo>
                    <a:pt x="3697704" y="351173"/>
                    <a:pt x="4370491" y="894159"/>
                    <a:pt x="4779341" y="1591542"/>
                  </a:cubicBezTo>
                  <a:cubicBezTo>
                    <a:pt x="5195535" y="2301324"/>
                    <a:pt x="5338357" y="3170855"/>
                    <a:pt x="5108574" y="4028416"/>
                  </a:cubicBezTo>
                  <a:cubicBezTo>
                    <a:pt x="4880820" y="4878406"/>
                    <a:pt x="4165604" y="5079965"/>
                    <a:pt x="3459359" y="5487716"/>
                  </a:cubicBezTo>
                  <a:cubicBezTo>
                    <a:pt x="2753115" y="5895466"/>
                    <a:pt x="2053265" y="6257288"/>
                    <a:pt x="1203275" y="6029534"/>
                  </a:cubicBezTo>
                  <a:cubicBezTo>
                    <a:pt x="739885" y="5905369"/>
                    <a:pt x="366400" y="5685345"/>
                    <a:pt x="59921" y="5396467"/>
                  </a:cubicBezTo>
                  <a:lnTo>
                    <a:pt x="0" y="5333381"/>
                  </a:lnTo>
                  <a:lnTo>
                    <a:pt x="0" y="4427327"/>
                  </a:lnTo>
                  <a:lnTo>
                    <a:pt x="112056" y="4602502"/>
                  </a:lnTo>
                  <a:cubicBezTo>
                    <a:pt x="215300" y="4749260"/>
                    <a:pt x="325419" y="4877443"/>
                    <a:pt x="443875" y="4989110"/>
                  </a:cubicBezTo>
                  <a:cubicBezTo>
                    <a:pt x="700709" y="5231113"/>
                    <a:pt x="996455" y="5394516"/>
                    <a:pt x="1348175" y="5488759"/>
                  </a:cubicBezTo>
                  <a:cubicBezTo>
                    <a:pt x="1633379" y="5565179"/>
                    <a:pt x="1910917" y="5556430"/>
                    <a:pt x="2221463" y="5461704"/>
                  </a:cubicBezTo>
                  <a:cubicBezTo>
                    <a:pt x="2541923" y="5363721"/>
                    <a:pt x="2870374" y="5181404"/>
                    <a:pt x="3179339" y="5003023"/>
                  </a:cubicBezTo>
                  <a:cubicBezTo>
                    <a:pt x="3323713" y="4919760"/>
                    <a:pt x="3463978" y="4846641"/>
                    <a:pt x="3599638" y="4775996"/>
                  </a:cubicBezTo>
                  <a:cubicBezTo>
                    <a:pt x="3862436" y="4639263"/>
                    <a:pt x="4089314" y="4521074"/>
                    <a:pt x="4259765" y="4374667"/>
                  </a:cubicBezTo>
                  <a:cubicBezTo>
                    <a:pt x="4418282" y="4238625"/>
                    <a:pt x="4513201" y="4087280"/>
                    <a:pt x="4567742" y="3883732"/>
                  </a:cubicBezTo>
                  <a:cubicBezTo>
                    <a:pt x="4660420" y="3537853"/>
                    <a:pt x="4682033" y="3184640"/>
                    <a:pt x="4631929" y="2833886"/>
                  </a:cubicBezTo>
                  <a:cubicBezTo>
                    <a:pt x="4583584" y="2494734"/>
                    <a:pt x="4470646" y="2172121"/>
                    <a:pt x="4296412" y="1874932"/>
                  </a:cubicBezTo>
                  <a:cubicBezTo>
                    <a:pt x="3944879" y="1275559"/>
                    <a:pt x="3381537" y="846289"/>
                    <a:pt x="2710219" y="666410"/>
                  </a:cubicBezTo>
                  <a:cubicBezTo>
                    <a:pt x="2349955" y="569877"/>
                    <a:pt x="2030161" y="539483"/>
                    <a:pt x="1732642" y="573480"/>
                  </a:cubicBezTo>
                  <a:cubicBezTo>
                    <a:pt x="1440866" y="606814"/>
                    <a:pt x="1158880" y="703976"/>
                    <a:pt x="870621" y="870402"/>
                  </a:cubicBezTo>
                  <a:cubicBezTo>
                    <a:pt x="670160" y="986048"/>
                    <a:pt x="589753" y="1064195"/>
                    <a:pt x="537555" y="1125324"/>
                  </a:cubicBezTo>
                  <a:cubicBezTo>
                    <a:pt x="463218" y="1212400"/>
                    <a:pt x="397708" y="1330125"/>
                    <a:pt x="306995" y="1493030"/>
                  </a:cubicBezTo>
                  <a:cubicBezTo>
                    <a:pt x="234596" y="1623167"/>
                    <a:pt x="145436" y="1783409"/>
                    <a:pt x="23579" y="1977465"/>
                  </a:cubicBezTo>
                  <a:lnTo>
                    <a:pt x="0" y="2014291"/>
                  </a:lnTo>
                  <a:lnTo>
                    <a:pt x="0" y="915660"/>
                  </a:lnTo>
                  <a:lnTo>
                    <a:pt x="58609" y="828051"/>
                  </a:lnTo>
                  <a:cubicBezTo>
                    <a:pt x="177453" y="670481"/>
                    <a:pt x="325847" y="538291"/>
                    <a:pt x="590689" y="385385"/>
                  </a:cubicBezTo>
                  <a:cubicBezTo>
                    <a:pt x="1032159" y="130559"/>
                    <a:pt x="1474330" y="3750"/>
                    <a:pt x="1951394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2" name="Titel 1">
            <a:extLst>
              <a:ext uri="{FF2B5EF4-FFF2-40B4-BE49-F238E27FC236}">
                <a16:creationId xmlns:a16="http://schemas.microsoft.com/office/drawing/2014/main" id="{2F081559-D27E-716F-741A-1A6F95DCEA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4450" y="1243013"/>
            <a:ext cx="3855720" cy="4371974"/>
          </a:xfrm>
        </p:spPr>
        <p:txBody>
          <a:bodyPr>
            <a:normAutofit/>
          </a:bodyPr>
          <a:lstStyle/>
          <a:p>
            <a:r>
              <a:rPr lang="de-DE" sz="3600" b="1" dirty="0" err="1">
                <a:solidFill>
                  <a:srgbClr val="00B050"/>
                </a:solidFill>
                <a:latin typeface="Orbitron" pitchFamily="2" charset="0"/>
              </a:rPr>
              <a:t>Livedemo</a:t>
            </a:r>
            <a:endParaRPr lang="de-DE" sz="3600" b="1" dirty="0">
              <a:solidFill>
                <a:srgbClr val="00B050"/>
              </a:solidFill>
              <a:latin typeface="Orbitron" pitchFamily="2" charset="0"/>
            </a:endParaRP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5D99645F-0661-D9A6-58D5-316C2FB95C9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03665" y="491539"/>
            <a:ext cx="5221224" cy="5230368"/>
          </a:xfrm>
        </p:spPr>
        <p:txBody>
          <a:bodyPr anchor="ctr">
            <a:normAutofit/>
          </a:bodyPr>
          <a:lstStyle/>
          <a:p>
            <a:pPr marL="0" indent="0">
              <a:buNone/>
            </a:pPr>
            <a:endParaRPr lang="de-DE" sz="2000" dirty="0">
              <a:solidFill>
                <a:schemeClr val="tx2"/>
              </a:solidFill>
            </a:endParaRPr>
          </a:p>
          <a:p>
            <a:pPr>
              <a:buFont typeface="Wingdings" panose="05000000000000000000" pitchFamily="2" charset="2"/>
              <a:buChar char="Ø"/>
            </a:pPr>
            <a:endParaRPr lang="de-DE" sz="2000" dirty="0">
              <a:solidFill>
                <a:schemeClr val="tx2"/>
              </a:solidFill>
            </a:endParaRPr>
          </a:p>
          <a:p>
            <a:pPr marL="0" indent="0">
              <a:buNone/>
            </a:pPr>
            <a:r>
              <a:rPr lang="de-DE" sz="2400" dirty="0">
                <a:solidFill>
                  <a:schemeClr val="tx2"/>
                </a:solidFill>
                <a:hlinkClick r:id="rId2"/>
              </a:rPr>
              <a:t>Hier geht’s zur Demo!</a:t>
            </a:r>
            <a:endParaRPr lang="de-DE" sz="2400" dirty="0">
              <a:solidFill>
                <a:schemeClr val="tx2"/>
              </a:solidFill>
            </a:endParaRPr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966DA211-0B2A-4462-AF4A-E389ED6D05B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6438" y="7006400"/>
            <a:ext cx="1987652" cy="1035103"/>
          </a:xfrm>
          <a:prstGeom prst="rect">
            <a:avLst/>
          </a:prstGeom>
        </p:spPr>
      </p:pic>
      <p:pic>
        <p:nvPicPr>
          <p:cNvPr id="11" name="Grafik 10">
            <a:extLst>
              <a:ext uri="{FF2B5EF4-FFF2-40B4-BE49-F238E27FC236}">
                <a16:creationId xmlns:a16="http://schemas.microsoft.com/office/drawing/2014/main" id="{BDF05068-9B74-AAD8-27C5-EE1E64C8374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85064" y="7173813"/>
            <a:ext cx="6477904" cy="638264"/>
          </a:xfrm>
          <a:prstGeom prst="rect">
            <a:avLst/>
          </a:prstGeom>
        </p:spPr>
      </p:pic>
      <p:pic>
        <p:nvPicPr>
          <p:cNvPr id="18" name="Grafik 17">
            <a:extLst>
              <a:ext uri="{FF2B5EF4-FFF2-40B4-BE49-F238E27FC236}">
                <a16:creationId xmlns:a16="http://schemas.microsoft.com/office/drawing/2014/main" id="{7FC666CC-E9F8-265D-AABB-DECF4E0B2BD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78431" y="-1562690"/>
            <a:ext cx="1606633" cy="1092256"/>
          </a:xfrm>
          <a:prstGeom prst="rect">
            <a:avLst/>
          </a:prstGeom>
        </p:spPr>
      </p:pic>
      <p:pic>
        <p:nvPicPr>
          <p:cNvPr id="20" name="Grafik 19">
            <a:extLst>
              <a:ext uri="{FF2B5EF4-FFF2-40B4-BE49-F238E27FC236}">
                <a16:creationId xmlns:a16="http://schemas.microsoft.com/office/drawing/2014/main" id="{448F50EB-4690-82C0-C706-7D6A63A4829E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b="68912"/>
          <a:stretch>
            <a:fillRect/>
          </a:stretch>
        </p:blipFill>
        <p:spPr>
          <a:xfrm>
            <a:off x="5345025" y="-1562690"/>
            <a:ext cx="6279864" cy="955556"/>
          </a:xfrm>
          <a:prstGeom prst="rect">
            <a:avLst/>
          </a:prstGeom>
        </p:spPr>
      </p:pic>
      <p:pic>
        <p:nvPicPr>
          <p:cNvPr id="22" name="Grafik 21">
            <a:extLst>
              <a:ext uri="{FF2B5EF4-FFF2-40B4-BE49-F238E27FC236}">
                <a16:creationId xmlns:a16="http://schemas.microsoft.com/office/drawing/2014/main" id="{593C9F6F-9FE3-27F8-685E-E0E88C91FB42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632915" y="8274179"/>
            <a:ext cx="9013238" cy="831659"/>
          </a:xfrm>
          <a:prstGeom prst="rect">
            <a:avLst/>
          </a:prstGeom>
        </p:spPr>
      </p:pic>
      <p:pic>
        <p:nvPicPr>
          <p:cNvPr id="24" name="Grafik 23">
            <a:extLst>
              <a:ext uri="{FF2B5EF4-FFF2-40B4-BE49-F238E27FC236}">
                <a16:creationId xmlns:a16="http://schemas.microsoft.com/office/drawing/2014/main" id="{5BFF06EF-A521-2282-8618-D6658249CFB6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-1554145" y="8189902"/>
            <a:ext cx="4987328" cy="2139211"/>
          </a:xfrm>
          <a:prstGeom prst="rect">
            <a:avLst/>
          </a:prstGeom>
        </p:spPr>
      </p:pic>
      <p:pic>
        <p:nvPicPr>
          <p:cNvPr id="26" name="Grafik 25">
            <a:extLst>
              <a:ext uri="{FF2B5EF4-FFF2-40B4-BE49-F238E27FC236}">
                <a16:creationId xmlns:a16="http://schemas.microsoft.com/office/drawing/2014/main" id="{A47B9D0C-67CA-89B5-27D0-5F1BAB7C8E37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111668" y="9228255"/>
            <a:ext cx="1968357" cy="1455592"/>
          </a:xfrm>
          <a:prstGeom prst="rect">
            <a:avLst/>
          </a:prstGeom>
        </p:spPr>
      </p:pic>
      <p:pic>
        <p:nvPicPr>
          <p:cNvPr id="28" name="Grafik 27">
            <a:extLst>
              <a:ext uri="{FF2B5EF4-FFF2-40B4-BE49-F238E27FC236}">
                <a16:creationId xmlns:a16="http://schemas.microsoft.com/office/drawing/2014/main" id="{C42A2B5B-463A-FD71-DCE0-A112286E47ED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928960" y="7416086"/>
            <a:ext cx="5434386" cy="2913027"/>
          </a:xfrm>
          <a:prstGeom prst="rect">
            <a:avLst/>
          </a:prstGeom>
        </p:spPr>
      </p:pic>
      <p:pic>
        <p:nvPicPr>
          <p:cNvPr id="30" name="Grafik 29">
            <a:extLst>
              <a:ext uri="{FF2B5EF4-FFF2-40B4-BE49-F238E27FC236}">
                <a16:creationId xmlns:a16="http://schemas.microsoft.com/office/drawing/2014/main" id="{9345B206-A1FA-C17A-BEDF-77DEFDF94DB7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2416370" y="3887456"/>
            <a:ext cx="4158077" cy="1727531"/>
          </a:xfrm>
          <a:prstGeom prst="rect">
            <a:avLst/>
          </a:prstGeom>
        </p:spPr>
      </p:pic>
      <p:sp>
        <p:nvSpPr>
          <p:cNvPr id="4" name="Rechteck 3">
            <a:extLst>
              <a:ext uri="{FF2B5EF4-FFF2-40B4-BE49-F238E27FC236}">
                <a16:creationId xmlns:a16="http://schemas.microsoft.com/office/drawing/2014/main" id="{D4088D66-C2BE-A844-88E9-5099A0BD7E22}"/>
              </a:ext>
            </a:extLst>
          </p:cNvPr>
          <p:cNvSpPr/>
          <p:nvPr/>
        </p:nvSpPr>
        <p:spPr>
          <a:xfrm>
            <a:off x="10810984" y="0"/>
            <a:ext cx="1019991" cy="147437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6" name="Grafik 5" descr="Internet Silhouette">
            <a:extLst>
              <a:ext uri="{FF2B5EF4-FFF2-40B4-BE49-F238E27FC236}">
                <a16:creationId xmlns:a16="http://schemas.microsoft.com/office/drawing/2014/main" id="{6A70128C-D336-EE4B-C065-223A26F8F1E6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10890849" y="577061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1445317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6C5EEBC-0F20-B4CA-A8DC-A9BFAAE793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6E8604E7-2EB0-4AD1-3197-887A4DA839F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AF312B83-FBFF-5244-788F-B3C5A976459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800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6E76431D-8C8B-699A-F720-981AD0152E3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21863" y="508838"/>
            <a:ext cx="5217958" cy="6239661"/>
            <a:chOff x="-19221" y="251144"/>
            <a:chExt cx="5217958" cy="6239661"/>
          </a:xfrm>
        </p:grpSpPr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F663947B-8CBE-17FD-9539-F5A92986107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251144"/>
              <a:ext cx="5187198" cy="6239661"/>
            </a:xfrm>
            <a:custGeom>
              <a:avLst/>
              <a:gdLst>
                <a:gd name="connsiteX0" fmla="*/ 2011811 w 5187198"/>
                <a:gd name="connsiteY0" fmla="*/ 4 h 6239661"/>
                <a:gd name="connsiteX1" fmla="*/ 2617011 w 5187198"/>
                <a:gd name="connsiteY1" fmla="*/ 70590 h 6239661"/>
                <a:gd name="connsiteX2" fmla="*/ 2690321 w 5187198"/>
                <a:gd name="connsiteY2" fmla="*/ 88146 h 6239661"/>
                <a:gd name="connsiteX3" fmla="*/ 2726863 w 5187198"/>
                <a:gd name="connsiteY3" fmla="*/ 97127 h 6239661"/>
                <a:gd name="connsiteX4" fmla="*/ 2762951 w 5187198"/>
                <a:gd name="connsiteY4" fmla="*/ 107375 h 6239661"/>
                <a:gd name="connsiteX5" fmla="*/ 2834843 w 5187198"/>
                <a:gd name="connsiteY5" fmla="*/ 128493 h 6239661"/>
                <a:gd name="connsiteX6" fmla="*/ 2906574 w 5187198"/>
                <a:gd name="connsiteY6" fmla="*/ 151076 h 6239661"/>
                <a:gd name="connsiteX7" fmla="*/ 3049504 w 5187198"/>
                <a:gd name="connsiteY7" fmla="*/ 202124 h 6239661"/>
                <a:gd name="connsiteX8" fmla="*/ 3189518 w 5187198"/>
                <a:gd name="connsiteY8" fmla="*/ 260159 h 6239661"/>
                <a:gd name="connsiteX9" fmla="*/ 3326048 w 5187198"/>
                <a:gd name="connsiteY9" fmla="*/ 325143 h 6239661"/>
                <a:gd name="connsiteX10" fmla="*/ 3459166 w 5187198"/>
                <a:gd name="connsiteY10" fmla="*/ 395936 h 6239661"/>
                <a:gd name="connsiteX11" fmla="*/ 3588578 w 5187198"/>
                <a:gd name="connsiteY11" fmla="*/ 472343 h 6239661"/>
                <a:gd name="connsiteX12" fmla="*/ 3651864 w 5187198"/>
                <a:gd name="connsiteY12" fmla="*/ 512600 h 6239661"/>
                <a:gd name="connsiteX13" fmla="*/ 3714514 w 5187198"/>
                <a:gd name="connsiteY13" fmla="*/ 553499 h 6239661"/>
                <a:gd name="connsiteX14" fmla="*/ 4181221 w 5187198"/>
                <a:gd name="connsiteY14" fmla="*/ 922912 h 6239661"/>
                <a:gd name="connsiteX15" fmla="*/ 4582963 w 5187198"/>
                <a:gd name="connsiteY15" fmla="*/ 1358264 h 6239661"/>
                <a:gd name="connsiteX16" fmla="*/ 4670721 w 5187198"/>
                <a:gd name="connsiteY16" fmla="*/ 1477644 h 6239661"/>
                <a:gd name="connsiteX17" fmla="*/ 4752378 w 5187198"/>
                <a:gd name="connsiteY17" fmla="*/ 1601187 h 6239661"/>
                <a:gd name="connsiteX18" fmla="*/ 4772168 w 5187198"/>
                <a:gd name="connsiteY18" fmla="*/ 1632456 h 6239661"/>
                <a:gd name="connsiteX19" fmla="*/ 4782117 w 5187198"/>
                <a:gd name="connsiteY19" fmla="*/ 1648104 h 6239661"/>
                <a:gd name="connsiteX20" fmla="*/ 4791381 w 5187198"/>
                <a:gd name="connsiteY20" fmla="*/ 1664150 h 6239661"/>
                <a:gd name="connsiteX21" fmla="*/ 4828190 w 5187198"/>
                <a:gd name="connsiteY21" fmla="*/ 1728379 h 6239661"/>
                <a:gd name="connsiteX22" fmla="*/ 4864832 w 5187198"/>
                <a:gd name="connsiteY22" fmla="*/ 1792796 h 6239661"/>
                <a:gd name="connsiteX23" fmla="*/ 4899201 w 5187198"/>
                <a:gd name="connsiteY23" fmla="*/ 1858342 h 6239661"/>
                <a:gd name="connsiteX24" fmla="*/ 4933266 w 5187198"/>
                <a:gd name="connsiteY24" fmla="*/ 1924155 h 6239661"/>
                <a:gd name="connsiteX25" fmla="*/ 4964403 w 5187198"/>
                <a:gd name="connsiteY25" fmla="*/ 1991384 h 6239661"/>
                <a:gd name="connsiteX26" fmla="*/ 4995019 w 5187198"/>
                <a:gd name="connsiteY26" fmla="*/ 2058823 h 6239661"/>
                <a:gd name="connsiteX27" fmla="*/ 5021999 w 5187198"/>
                <a:gd name="connsiteY27" fmla="*/ 2127723 h 6239661"/>
                <a:gd name="connsiteX28" fmla="*/ 5048321 w 5187198"/>
                <a:gd name="connsiteY28" fmla="*/ 2196908 h 6239661"/>
                <a:gd name="connsiteX29" fmla="*/ 5070546 w 5187198"/>
                <a:gd name="connsiteY29" fmla="*/ 2267547 h 6239661"/>
                <a:gd name="connsiteX30" fmla="*/ 5092171 w 5187198"/>
                <a:gd name="connsiteY30" fmla="*/ 2338256 h 6239661"/>
                <a:gd name="connsiteX31" fmla="*/ 5110305 w 5187198"/>
                <a:gd name="connsiteY31" fmla="*/ 2409886 h 6239661"/>
                <a:gd name="connsiteX32" fmla="*/ 5186393 w 5187198"/>
                <a:gd name="connsiteY32" fmla="*/ 2992022 h 6239661"/>
                <a:gd name="connsiteX33" fmla="*/ 5149045 w 5187198"/>
                <a:gd name="connsiteY33" fmla="*/ 3571816 h 6239661"/>
                <a:gd name="connsiteX34" fmla="*/ 5126572 w 5187198"/>
                <a:gd name="connsiteY34" fmla="*/ 3714520 h 6239661"/>
                <a:gd name="connsiteX35" fmla="*/ 5099067 w 5187198"/>
                <a:gd name="connsiteY35" fmla="*/ 3856108 h 6239661"/>
                <a:gd name="connsiteX36" fmla="*/ 5095699 w 5187198"/>
                <a:gd name="connsiteY36" fmla="*/ 3873868 h 6239661"/>
                <a:gd name="connsiteX37" fmla="*/ 5091573 w 5187198"/>
                <a:gd name="connsiteY37" fmla="*/ 3891426 h 6239661"/>
                <a:gd name="connsiteX38" fmla="*/ 5083324 w 5187198"/>
                <a:gd name="connsiteY38" fmla="*/ 3926541 h 6239661"/>
                <a:gd name="connsiteX39" fmla="*/ 5067256 w 5187198"/>
                <a:gd name="connsiteY39" fmla="*/ 3996889 h 6239661"/>
                <a:gd name="connsiteX40" fmla="*/ 5059194 w 5187198"/>
                <a:gd name="connsiteY40" fmla="*/ 4032171 h 6239661"/>
                <a:gd name="connsiteX41" fmla="*/ 5049522 w 5187198"/>
                <a:gd name="connsiteY41" fmla="*/ 4067833 h 6239661"/>
                <a:gd name="connsiteX42" fmla="*/ 5040067 w 5187198"/>
                <a:gd name="connsiteY42" fmla="*/ 4103553 h 6239661"/>
                <a:gd name="connsiteX43" fmla="*/ 5028960 w 5187198"/>
                <a:gd name="connsiteY43" fmla="*/ 4138946 h 6239661"/>
                <a:gd name="connsiteX44" fmla="*/ 4917351 w 5187198"/>
                <a:gd name="connsiteY44" fmla="*/ 4417041 h 6239661"/>
                <a:gd name="connsiteX45" fmla="*/ 4756163 w 5187198"/>
                <a:gd name="connsiteY45" fmla="*/ 4676402 h 6239661"/>
                <a:gd name="connsiteX46" fmla="*/ 4322493 w 5187198"/>
                <a:gd name="connsiteY46" fmla="*/ 5105604 h 6239661"/>
                <a:gd name="connsiteX47" fmla="*/ 3840510 w 5187198"/>
                <a:gd name="connsiteY47" fmla="*/ 5429590 h 6239661"/>
                <a:gd name="connsiteX48" fmla="*/ 3606447 w 5187198"/>
                <a:gd name="connsiteY48" fmla="*/ 5572862 h 6239661"/>
                <a:gd name="connsiteX49" fmla="*/ 3488814 w 5187198"/>
                <a:gd name="connsiteY49" fmla="*/ 5647178 h 6239661"/>
                <a:gd name="connsiteX50" fmla="*/ 3365864 w 5187198"/>
                <a:gd name="connsiteY50" fmla="*/ 5722735 h 6239661"/>
                <a:gd name="connsiteX51" fmla="*/ 2839486 w 5187198"/>
                <a:gd name="connsiteY51" fmla="*/ 5999120 h 6239661"/>
                <a:gd name="connsiteX52" fmla="*/ 2242423 w 5187198"/>
                <a:gd name="connsiteY52" fmla="*/ 6192346 h 6239661"/>
                <a:gd name="connsiteX53" fmla="*/ 1589380 w 5187198"/>
                <a:gd name="connsiteY53" fmla="*/ 6230657 h 6239661"/>
                <a:gd name="connsiteX54" fmla="*/ 1548244 w 5187198"/>
                <a:gd name="connsiteY54" fmla="*/ 6226706 h 6239661"/>
                <a:gd name="connsiteX55" fmla="*/ 1507348 w 5187198"/>
                <a:gd name="connsiteY55" fmla="*/ 6221428 h 6239661"/>
                <a:gd name="connsiteX56" fmla="*/ 1466401 w 5187198"/>
                <a:gd name="connsiteY56" fmla="*/ 6215904 h 6239661"/>
                <a:gd name="connsiteX57" fmla="*/ 1425773 w 5187198"/>
                <a:gd name="connsiteY57" fmla="*/ 6209191 h 6239661"/>
                <a:gd name="connsiteX58" fmla="*/ 1344960 w 5187198"/>
                <a:gd name="connsiteY58" fmla="*/ 6193681 h 6239661"/>
                <a:gd name="connsiteX59" fmla="*/ 1265007 w 5187198"/>
                <a:gd name="connsiteY59" fmla="*/ 6175388 h 6239661"/>
                <a:gd name="connsiteX60" fmla="*/ 1225415 w 5187198"/>
                <a:gd name="connsiteY60" fmla="*/ 6165243 h 6239661"/>
                <a:gd name="connsiteX61" fmla="*/ 1186567 w 5187198"/>
                <a:gd name="connsiteY61" fmla="*/ 6154486 h 6239661"/>
                <a:gd name="connsiteX62" fmla="*/ 1111158 w 5187198"/>
                <a:gd name="connsiteY62" fmla="*/ 6130918 h 6239661"/>
                <a:gd name="connsiteX63" fmla="*/ 1035915 w 5187198"/>
                <a:gd name="connsiteY63" fmla="*/ 6107163 h 6239661"/>
                <a:gd name="connsiteX64" fmla="*/ 961579 w 5187198"/>
                <a:gd name="connsiteY64" fmla="*/ 6079594 h 6239661"/>
                <a:gd name="connsiteX65" fmla="*/ 395297 w 5187198"/>
                <a:gd name="connsiteY65" fmla="*/ 5792812 h 6239661"/>
                <a:gd name="connsiteX66" fmla="*/ 265239 w 5187198"/>
                <a:gd name="connsiteY66" fmla="*/ 5701511 h 6239661"/>
                <a:gd name="connsiteX67" fmla="*/ 233756 w 5187198"/>
                <a:gd name="connsiteY67" fmla="*/ 5677542 h 6239661"/>
                <a:gd name="connsiteX68" fmla="*/ 202800 w 5187198"/>
                <a:gd name="connsiteY68" fmla="*/ 5652902 h 6239661"/>
                <a:gd name="connsiteX69" fmla="*/ 140918 w 5187198"/>
                <a:gd name="connsiteY69" fmla="*/ 5603515 h 6239661"/>
                <a:gd name="connsiteX70" fmla="*/ 110625 w 5187198"/>
                <a:gd name="connsiteY70" fmla="*/ 5578127 h 6239661"/>
                <a:gd name="connsiteX71" fmla="*/ 95631 w 5187198"/>
                <a:gd name="connsiteY71" fmla="*/ 5565299 h 6239661"/>
                <a:gd name="connsiteX72" fmla="*/ 81966 w 5187198"/>
                <a:gd name="connsiteY72" fmla="*/ 5550973 h 6239661"/>
                <a:gd name="connsiteX73" fmla="*/ 27991 w 5187198"/>
                <a:gd name="connsiteY73" fmla="*/ 5493272 h 6239661"/>
                <a:gd name="connsiteX74" fmla="*/ 1454 w 5187198"/>
                <a:gd name="connsiteY74" fmla="*/ 5464252 h 6239661"/>
                <a:gd name="connsiteX75" fmla="*/ 0 w 5187198"/>
                <a:gd name="connsiteY75" fmla="*/ 5462518 h 6239661"/>
                <a:gd name="connsiteX76" fmla="*/ 0 w 5187198"/>
                <a:gd name="connsiteY76" fmla="*/ 4720187 h 6239661"/>
                <a:gd name="connsiteX77" fmla="*/ 109684 w 5187198"/>
                <a:gd name="connsiteY77" fmla="*/ 4836724 h 6239661"/>
                <a:gd name="connsiteX78" fmla="*/ 306959 w 5187198"/>
                <a:gd name="connsiteY78" fmla="*/ 5007200 h 6239661"/>
                <a:gd name="connsiteX79" fmla="*/ 358101 w 5187198"/>
                <a:gd name="connsiteY79" fmla="*/ 5046057 h 6239661"/>
                <a:gd name="connsiteX80" fmla="*/ 383328 w 5187198"/>
                <a:gd name="connsiteY80" fmla="*/ 5065684 h 6239661"/>
                <a:gd name="connsiteX81" fmla="*/ 409503 w 5187198"/>
                <a:gd name="connsiteY81" fmla="*/ 5083942 h 6239661"/>
                <a:gd name="connsiteX82" fmla="*/ 461889 w 5187198"/>
                <a:gd name="connsiteY82" fmla="*/ 5119888 h 6239661"/>
                <a:gd name="connsiteX83" fmla="*/ 474883 w 5187198"/>
                <a:gd name="connsiteY83" fmla="*/ 5128933 h 6239661"/>
                <a:gd name="connsiteX84" fmla="*/ 486410 w 5187198"/>
                <a:gd name="connsiteY84" fmla="*/ 5139557 h 6239661"/>
                <a:gd name="connsiteX85" fmla="*/ 510852 w 5187198"/>
                <a:gd name="connsiteY85" fmla="*/ 5159089 h 6239661"/>
                <a:gd name="connsiteX86" fmla="*/ 560653 w 5187198"/>
                <a:gd name="connsiteY86" fmla="*/ 5196893 h 6239661"/>
                <a:gd name="connsiteX87" fmla="*/ 585485 w 5187198"/>
                <a:gd name="connsiteY87" fmla="*/ 5215834 h 6239661"/>
                <a:gd name="connsiteX88" fmla="*/ 610707 w 5187198"/>
                <a:gd name="connsiteY88" fmla="*/ 5234185 h 6239661"/>
                <a:gd name="connsiteX89" fmla="*/ 714768 w 5187198"/>
                <a:gd name="connsiteY89" fmla="*/ 5303103 h 6239661"/>
                <a:gd name="connsiteX90" fmla="*/ 1166634 w 5187198"/>
                <a:gd name="connsiteY90" fmla="*/ 5513322 h 6239661"/>
                <a:gd name="connsiteX91" fmla="*/ 1225991 w 5187198"/>
                <a:gd name="connsiteY91" fmla="*/ 5533632 h 6239661"/>
                <a:gd name="connsiteX92" fmla="*/ 1286680 w 5187198"/>
                <a:gd name="connsiteY92" fmla="*/ 5550705 h 6239661"/>
                <a:gd name="connsiteX93" fmla="*/ 1347310 w 5187198"/>
                <a:gd name="connsiteY93" fmla="*/ 5567995 h 6239661"/>
                <a:gd name="connsiteX94" fmla="*/ 1377002 w 5187198"/>
                <a:gd name="connsiteY94" fmla="*/ 5575719 h 6239661"/>
                <a:gd name="connsiteX95" fmla="*/ 1406328 w 5187198"/>
                <a:gd name="connsiteY95" fmla="*/ 5582649 h 6239661"/>
                <a:gd name="connsiteX96" fmla="*/ 1465060 w 5187198"/>
                <a:gd name="connsiteY96" fmla="*/ 5594909 h 6239661"/>
                <a:gd name="connsiteX97" fmla="*/ 1523881 w 5187198"/>
                <a:gd name="connsiteY97" fmla="*/ 5605105 h 6239661"/>
                <a:gd name="connsiteX98" fmla="*/ 1553325 w 5187198"/>
                <a:gd name="connsiteY98" fmla="*/ 5609865 h 6239661"/>
                <a:gd name="connsiteX99" fmla="*/ 1582813 w 5187198"/>
                <a:gd name="connsiteY99" fmla="*/ 5613593 h 6239661"/>
                <a:gd name="connsiteX100" fmla="*/ 1612301 w 5187198"/>
                <a:gd name="connsiteY100" fmla="*/ 5617321 h 6239661"/>
                <a:gd name="connsiteX101" fmla="*/ 1641863 w 5187198"/>
                <a:gd name="connsiteY101" fmla="*/ 5619910 h 6239661"/>
                <a:gd name="connsiteX102" fmla="*/ 2117508 w 5187198"/>
                <a:gd name="connsiteY102" fmla="*/ 5595156 h 6239661"/>
                <a:gd name="connsiteX103" fmla="*/ 2597368 w 5187198"/>
                <a:gd name="connsiteY103" fmla="*/ 5447381 h 6239661"/>
                <a:gd name="connsiteX104" fmla="*/ 3082968 w 5187198"/>
                <a:gd name="connsiteY104" fmla="*/ 5223245 h 6239661"/>
                <a:gd name="connsiteX105" fmla="*/ 3334855 w 5187198"/>
                <a:gd name="connsiteY105" fmla="*/ 5097383 h 6239661"/>
                <a:gd name="connsiteX106" fmla="*/ 3599509 w 5187198"/>
                <a:gd name="connsiteY106" fmla="*/ 4976217 h 6239661"/>
                <a:gd name="connsiteX107" fmla="*/ 4112002 w 5187198"/>
                <a:gd name="connsiteY107" fmla="*/ 4766359 h 6239661"/>
                <a:gd name="connsiteX108" fmla="*/ 4348983 w 5187198"/>
                <a:gd name="connsiteY108" fmla="*/ 4649833 h 6239661"/>
                <a:gd name="connsiteX109" fmla="*/ 4560505 w 5187198"/>
                <a:gd name="connsiteY109" fmla="*/ 4501564 h 6239661"/>
                <a:gd name="connsiteX110" fmla="*/ 4731963 w 5187198"/>
                <a:gd name="connsiteY110" fmla="*/ 4309870 h 6239661"/>
                <a:gd name="connsiteX111" fmla="*/ 4852344 w 5187198"/>
                <a:gd name="connsiteY111" fmla="*/ 4078640 h 6239661"/>
                <a:gd name="connsiteX112" fmla="*/ 4863972 w 5187198"/>
                <a:gd name="connsiteY112" fmla="*/ 4047790 h 6239661"/>
                <a:gd name="connsiteX113" fmla="*/ 4874144 w 5187198"/>
                <a:gd name="connsiteY113" fmla="*/ 4016320 h 6239661"/>
                <a:gd name="connsiteX114" fmla="*/ 4884127 w 5187198"/>
                <a:gd name="connsiteY114" fmla="*/ 3984682 h 6239661"/>
                <a:gd name="connsiteX115" fmla="*/ 4892800 w 5187198"/>
                <a:gd name="connsiteY115" fmla="*/ 3951883 h 6239661"/>
                <a:gd name="connsiteX116" fmla="*/ 4909526 w 5187198"/>
                <a:gd name="connsiteY116" fmla="*/ 3886001 h 6239661"/>
                <a:gd name="connsiteX117" fmla="*/ 4917687 w 5187198"/>
                <a:gd name="connsiteY117" fmla="*/ 3852948 h 6239661"/>
                <a:gd name="connsiteX118" fmla="*/ 4921768 w 5187198"/>
                <a:gd name="connsiteY118" fmla="*/ 3836422 h 6239661"/>
                <a:gd name="connsiteX119" fmla="*/ 4924845 w 5187198"/>
                <a:gd name="connsiteY119" fmla="*/ 3819742 h 6239661"/>
                <a:gd name="connsiteX120" fmla="*/ 4948230 w 5187198"/>
                <a:gd name="connsiteY120" fmla="*/ 3685744 h 6239661"/>
                <a:gd name="connsiteX121" fmla="*/ 4962782 w 5187198"/>
                <a:gd name="connsiteY121" fmla="*/ 3550540 h 6239661"/>
                <a:gd name="connsiteX122" fmla="*/ 4939468 w 5187198"/>
                <a:gd name="connsiteY122" fmla="*/ 3010249 h 6239661"/>
                <a:gd name="connsiteX123" fmla="*/ 4816901 w 5187198"/>
                <a:gd name="connsiteY123" fmla="*/ 2488224 h 6239661"/>
                <a:gd name="connsiteX124" fmla="*/ 4797005 w 5187198"/>
                <a:gd name="connsiteY124" fmla="*/ 2424470 h 6239661"/>
                <a:gd name="connsiteX125" fmla="*/ 4774433 w 5187198"/>
                <a:gd name="connsiteY125" fmla="*/ 2361620 h 6239661"/>
                <a:gd name="connsiteX126" fmla="*/ 4752459 w 5187198"/>
                <a:gd name="connsiteY126" fmla="*/ 2298700 h 6239661"/>
                <a:gd name="connsiteX127" fmla="*/ 4728083 w 5187198"/>
                <a:gd name="connsiteY127" fmla="*/ 2236526 h 6239661"/>
                <a:gd name="connsiteX128" fmla="*/ 4704471 w 5187198"/>
                <a:gd name="connsiteY128" fmla="*/ 2174095 h 6239661"/>
                <a:gd name="connsiteX129" fmla="*/ 4678399 w 5187198"/>
                <a:gd name="connsiteY129" fmla="*/ 2112626 h 6239661"/>
                <a:gd name="connsiteX130" fmla="*/ 4652601 w 5187198"/>
                <a:gd name="connsiteY130" fmla="*/ 2050999 h 6239661"/>
                <a:gd name="connsiteX131" fmla="*/ 4624205 w 5187198"/>
                <a:gd name="connsiteY131" fmla="*/ 1990415 h 6239661"/>
                <a:gd name="connsiteX132" fmla="*/ 4595398 w 5187198"/>
                <a:gd name="connsiteY132" fmla="*/ 1930069 h 6239661"/>
                <a:gd name="connsiteX133" fmla="*/ 4563827 w 5187198"/>
                <a:gd name="connsiteY133" fmla="*/ 1870952 h 6239661"/>
                <a:gd name="connsiteX134" fmla="*/ 4531433 w 5187198"/>
                <a:gd name="connsiteY134" fmla="*/ 1812311 h 6239661"/>
                <a:gd name="connsiteX135" fmla="*/ 4523315 w 5187198"/>
                <a:gd name="connsiteY135" fmla="*/ 1797616 h 6239661"/>
                <a:gd name="connsiteX136" fmla="*/ 4514482 w 5187198"/>
                <a:gd name="connsiteY136" fmla="*/ 1783425 h 6239661"/>
                <a:gd name="connsiteX137" fmla="*/ 4496845 w 5187198"/>
                <a:gd name="connsiteY137" fmla="*/ 1754936 h 6239661"/>
                <a:gd name="connsiteX138" fmla="*/ 4461463 w 5187198"/>
                <a:gd name="connsiteY138" fmla="*/ 1697929 h 6239661"/>
                <a:gd name="connsiteX139" fmla="*/ 4452660 w 5187198"/>
                <a:gd name="connsiteY139" fmla="*/ 1683629 h 6239661"/>
                <a:gd name="connsiteX140" fmla="*/ 4443141 w 5187198"/>
                <a:gd name="connsiteY140" fmla="*/ 1669834 h 6239661"/>
                <a:gd name="connsiteX141" fmla="*/ 4424241 w 5187198"/>
                <a:gd name="connsiteY141" fmla="*/ 1642166 h 6239661"/>
                <a:gd name="connsiteX142" fmla="*/ 4346886 w 5187198"/>
                <a:gd name="connsiteY142" fmla="*/ 1532412 h 6239661"/>
                <a:gd name="connsiteX143" fmla="*/ 3985497 w 5187198"/>
                <a:gd name="connsiteY143" fmla="*/ 1134649 h 6239661"/>
                <a:gd name="connsiteX144" fmla="*/ 3545665 w 5187198"/>
                <a:gd name="connsiteY144" fmla="*/ 825877 h 6239661"/>
                <a:gd name="connsiteX145" fmla="*/ 3486190 w 5187198"/>
                <a:gd name="connsiteY145" fmla="*/ 794756 h 6239661"/>
                <a:gd name="connsiteX146" fmla="*/ 3426182 w 5187198"/>
                <a:gd name="connsiteY146" fmla="*/ 764765 h 6239661"/>
                <a:gd name="connsiteX147" fmla="*/ 3365044 w 5187198"/>
                <a:gd name="connsiteY147" fmla="*/ 737255 h 6239661"/>
                <a:gd name="connsiteX148" fmla="*/ 3334529 w 5187198"/>
                <a:gd name="connsiteY148" fmla="*/ 723514 h 6239661"/>
                <a:gd name="connsiteX149" fmla="*/ 3303733 w 5187198"/>
                <a:gd name="connsiteY149" fmla="*/ 710395 h 6239661"/>
                <a:gd name="connsiteX150" fmla="*/ 3179033 w 5187198"/>
                <a:gd name="connsiteY150" fmla="*/ 662259 h 6239661"/>
                <a:gd name="connsiteX151" fmla="*/ 3052408 w 5187198"/>
                <a:gd name="connsiteY151" fmla="*/ 620447 h 6239661"/>
                <a:gd name="connsiteX152" fmla="*/ 2924325 w 5187198"/>
                <a:gd name="connsiteY152" fmla="*/ 584505 h 6239661"/>
                <a:gd name="connsiteX153" fmla="*/ 2859667 w 5187198"/>
                <a:gd name="connsiteY153" fmla="*/ 569266 h 6239661"/>
                <a:gd name="connsiteX154" fmla="*/ 2795226 w 5187198"/>
                <a:gd name="connsiteY154" fmla="*/ 554085 h 6239661"/>
                <a:gd name="connsiteX155" fmla="*/ 2729702 w 5187198"/>
                <a:gd name="connsiteY155" fmla="*/ 540354 h 6239661"/>
                <a:gd name="connsiteX156" fmla="*/ 2663758 w 5187198"/>
                <a:gd name="connsiteY156" fmla="*/ 527322 h 6239661"/>
                <a:gd name="connsiteX157" fmla="*/ 2630927 w 5187198"/>
                <a:gd name="connsiteY157" fmla="*/ 520495 h 6239661"/>
                <a:gd name="connsiteX158" fmla="*/ 2597965 w 5187198"/>
                <a:gd name="connsiteY158" fmla="*/ 515024 h 6239661"/>
                <a:gd name="connsiteX159" fmla="*/ 2532205 w 5187198"/>
                <a:gd name="connsiteY159" fmla="*/ 503895 h 6239661"/>
                <a:gd name="connsiteX160" fmla="*/ 2010064 w 5187198"/>
                <a:gd name="connsiteY160" fmla="*/ 452552 h 6239661"/>
                <a:gd name="connsiteX161" fmla="*/ 1494552 w 5187198"/>
                <a:gd name="connsiteY161" fmla="*/ 485055 h 6239661"/>
                <a:gd name="connsiteX162" fmla="*/ 1366896 w 5187198"/>
                <a:gd name="connsiteY162" fmla="*/ 509389 h 6239661"/>
                <a:gd name="connsiteX163" fmla="*/ 1240175 w 5187198"/>
                <a:gd name="connsiteY163" fmla="*/ 541045 h 6239661"/>
                <a:gd name="connsiteX164" fmla="*/ 1177438 w 5187198"/>
                <a:gd name="connsiteY164" fmla="*/ 560170 h 6239661"/>
                <a:gd name="connsiteX165" fmla="*/ 1145987 w 5187198"/>
                <a:gd name="connsiteY165" fmla="*/ 569826 h 6239661"/>
                <a:gd name="connsiteX166" fmla="*/ 1130315 w 5187198"/>
                <a:gd name="connsiteY166" fmla="*/ 574669 h 6239661"/>
                <a:gd name="connsiteX167" fmla="*/ 1114873 w 5187198"/>
                <a:gd name="connsiteY167" fmla="*/ 580384 h 6239661"/>
                <a:gd name="connsiteX168" fmla="*/ 1052839 w 5187198"/>
                <a:gd name="connsiteY168" fmla="*/ 602943 h 6239661"/>
                <a:gd name="connsiteX169" fmla="*/ 991135 w 5187198"/>
                <a:gd name="connsiteY169" fmla="*/ 626866 h 6239661"/>
                <a:gd name="connsiteX170" fmla="*/ 930179 w 5187198"/>
                <a:gd name="connsiteY170" fmla="*/ 653191 h 6239661"/>
                <a:gd name="connsiteX171" fmla="*/ 869768 w 5187198"/>
                <a:gd name="connsiteY171" fmla="*/ 680937 h 6239661"/>
                <a:gd name="connsiteX172" fmla="*/ 810085 w 5187198"/>
                <a:gd name="connsiteY172" fmla="*/ 710734 h 6239661"/>
                <a:gd name="connsiteX173" fmla="*/ 751220 w 5187198"/>
                <a:gd name="connsiteY173" fmla="*/ 741794 h 6239661"/>
                <a:gd name="connsiteX174" fmla="*/ 532669 w 5187198"/>
                <a:gd name="connsiteY174" fmla="*/ 881688 h 6239661"/>
                <a:gd name="connsiteX175" fmla="*/ 354185 w 5187198"/>
                <a:gd name="connsiteY175" fmla="*/ 1050286 h 6239661"/>
                <a:gd name="connsiteX176" fmla="*/ 315980 w 5187198"/>
                <a:gd name="connsiteY176" fmla="*/ 1098125 h 6239661"/>
                <a:gd name="connsiteX177" fmla="*/ 280345 w 5187198"/>
                <a:gd name="connsiteY177" fmla="*/ 1149782 h 6239661"/>
                <a:gd name="connsiteX178" fmla="*/ 245890 w 5187198"/>
                <a:gd name="connsiteY178" fmla="*/ 1203959 h 6239661"/>
                <a:gd name="connsiteX179" fmla="*/ 212162 w 5187198"/>
                <a:gd name="connsiteY179" fmla="*/ 1260184 h 6239661"/>
                <a:gd name="connsiteX180" fmla="*/ 80716 w 5187198"/>
                <a:gd name="connsiteY180" fmla="*/ 1502476 h 6239661"/>
                <a:gd name="connsiteX181" fmla="*/ 0 w 5187198"/>
                <a:gd name="connsiteY181" fmla="*/ 1648841 h 6239661"/>
                <a:gd name="connsiteX182" fmla="*/ 0 w 5187198"/>
                <a:gd name="connsiteY182" fmla="*/ 954863 h 6239661"/>
                <a:gd name="connsiteX183" fmla="*/ 43491 w 5187198"/>
                <a:gd name="connsiteY183" fmla="*/ 895513 h 6239661"/>
                <a:gd name="connsiteX184" fmla="*/ 93923 w 5187198"/>
                <a:gd name="connsiteY184" fmla="*/ 834489 h 6239661"/>
                <a:gd name="connsiteX185" fmla="*/ 323465 w 5187198"/>
                <a:gd name="connsiteY185" fmla="*/ 617671 h 6239661"/>
                <a:gd name="connsiteX186" fmla="*/ 574777 w 5187198"/>
                <a:gd name="connsiteY186" fmla="*/ 446794 h 6239661"/>
                <a:gd name="connsiteX187" fmla="*/ 638943 w 5187198"/>
                <a:gd name="connsiteY187" fmla="*/ 408925 h 6239661"/>
                <a:gd name="connsiteX188" fmla="*/ 703505 w 5187198"/>
                <a:gd name="connsiteY188" fmla="*/ 371742 h 6239661"/>
                <a:gd name="connsiteX189" fmla="*/ 769262 w 5187198"/>
                <a:gd name="connsiteY189" fmla="*/ 336154 h 6239661"/>
                <a:gd name="connsiteX190" fmla="*/ 835552 w 5187198"/>
                <a:gd name="connsiteY190" fmla="*/ 301173 h 6239661"/>
                <a:gd name="connsiteX191" fmla="*/ 902979 w 5187198"/>
                <a:gd name="connsiteY191" fmla="*/ 268004 h 6239661"/>
                <a:gd name="connsiteX192" fmla="*/ 971127 w 5187198"/>
                <a:gd name="connsiteY192" fmla="*/ 235607 h 6239661"/>
                <a:gd name="connsiteX193" fmla="*/ 988238 w 5187198"/>
                <a:gd name="connsiteY193" fmla="*/ 227556 h 6239661"/>
                <a:gd name="connsiteX194" fmla="*/ 1005744 w 5187198"/>
                <a:gd name="connsiteY194" fmla="*/ 220191 h 6239661"/>
                <a:gd name="connsiteX195" fmla="*/ 1040729 w 5187198"/>
                <a:gd name="connsiteY195" fmla="*/ 205569 h 6239661"/>
                <a:gd name="connsiteX196" fmla="*/ 1110835 w 5187198"/>
                <a:gd name="connsiteY196" fmla="*/ 176248 h 6239661"/>
                <a:gd name="connsiteX197" fmla="*/ 1254256 w 5187198"/>
                <a:gd name="connsiteY197" fmla="*/ 123796 h 6239661"/>
                <a:gd name="connsiteX198" fmla="*/ 1401310 w 5187198"/>
                <a:gd name="connsiteY198" fmla="*/ 79852 h 6239661"/>
                <a:gd name="connsiteX199" fmla="*/ 2011811 w 5187198"/>
                <a:gd name="connsiteY199" fmla="*/ 4 h 62396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</a:cxnLst>
              <a:rect l="l" t="t" r="r" b="b"/>
              <a:pathLst>
                <a:path w="5187198" h="6239661">
                  <a:moveTo>
                    <a:pt x="2011811" y="4"/>
                  </a:moveTo>
                  <a:cubicBezTo>
                    <a:pt x="2217306" y="120"/>
                    <a:pt x="2420903" y="25925"/>
                    <a:pt x="2617011" y="70590"/>
                  </a:cubicBezTo>
                  <a:lnTo>
                    <a:pt x="2690321" y="88146"/>
                  </a:lnTo>
                  <a:lnTo>
                    <a:pt x="2726863" y="97127"/>
                  </a:lnTo>
                  <a:lnTo>
                    <a:pt x="2762951" y="107375"/>
                  </a:lnTo>
                  <a:lnTo>
                    <a:pt x="2834843" y="128493"/>
                  </a:lnTo>
                  <a:cubicBezTo>
                    <a:pt x="2858788" y="135605"/>
                    <a:pt x="2882632" y="142226"/>
                    <a:pt x="2906574" y="151076"/>
                  </a:cubicBezTo>
                  <a:cubicBezTo>
                    <a:pt x="2954475" y="167852"/>
                    <a:pt x="3002363" y="183813"/>
                    <a:pt x="3049504" y="202124"/>
                  </a:cubicBezTo>
                  <a:lnTo>
                    <a:pt x="3189518" y="260159"/>
                  </a:lnTo>
                  <a:lnTo>
                    <a:pt x="3326048" y="325143"/>
                  </a:lnTo>
                  <a:cubicBezTo>
                    <a:pt x="3370687" y="348464"/>
                    <a:pt x="3414908" y="372485"/>
                    <a:pt x="3459166" y="395936"/>
                  </a:cubicBezTo>
                  <a:cubicBezTo>
                    <a:pt x="3502947" y="420302"/>
                    <a:pt x="3545491" y="447118"/>
                    <a:pt x="3588578" y="472343"/>
                  </a:cubicBezTo>
                  <a:cubicBezTo>
                    <a:pt x="3610346" y="484551"/>
                    <a:pt x="3630797" y="499072"/>
                    <a:pt x="3651864" y="512600"/>
                  </a:cubicBezTo>
                  <a:lnTo>
                    <a:pt x="3714514" y="553499"/>
                  </a:lnTo>
                  <a:cubicBezTo>
                    <a:pt x="3880005" y="664844"/>
                    <a:pt x="4036083" y="788388"/>
                    <a:pt x="4181221" y="922912"/>
                  </a:cubicBezTo>
                  <a:cubicBezTo>
                    <a:pt x="4326221" y="1057515"/>
                    <a:pt x="4461955" y="1202038"/>
                    <a:pt x="4582963" y="1358264"/>
                  </a:cubicBezTo>
                  <a:cubicBezTo>
                    <a:pt x="4614206" y="1396543"/>
                    <a:pt x="4642091" y="1437400"/>
                    <a:pt x="4670721" y="1477644"/>
                  </a:cubicBezTo>
                  <a:cubicBezTo>
                    <a:pt x="4700172" y="1517414"/>
                    <a:pt x="4725864" y="1559538"/>
                    <a:pt x="4752378" y="1601187"/>
                  </a:cubicBezTo>
                  <a:lnTo>
                    <a:pt x="4772168" y="1632456"/>
                  </a:lnTo>
                  <a:lnTo>
                    <a:pt x="4782117" y="1648104"/>
                  </a:lnTo>
                  <a:lnTo>
                    <a:pt x="4791381" y="1664150"/>
                  </a:lnTo>
                  <a:lnTo>
                    <a:pt x="4828190" y="1728379"/>
                  </a:lnTo>
                  <a:cubicBezTo>
                    <a:pt x="4840266" y="1749930"/>
                    <a:pt x="4853470" y="1770740"/>
                    <a:pt x="4864832" y="1792796"/>
                  </a:cubicBezTo>
                  <a:lnTo>
                    <a:pt x="4899201" y="1858342"/>
                  </a:lnTo>
                  <a:cubicBezTo>
                    <a:pt x="4910484" y="1880260"/>
                    <a:pt x="4922532" y="1901920"/>
                    <a:pt x="4933266" y="1924155"/>
                  </a:cubicBezTo>
                  <a:lnTo>
                    <a:pt x="4964403" y="1991384"/>
                  </a:lnTo>
                  <a:cubicBezTo>
                    <a:pt x="4974618" y="2013829"/>
                    <a:pt x="4985323" y="2036171"/>
                    <a:pt x="4995019" y="2058823"/>
                  </a:cubicBezTo>
                  <a:lnTo>
                    <a:pt x="5021999" y="2127723"/>
                  </a:lnTo>
                  <a:lnTo>
                    <a:pt x="5048321" y="2196908"/>
                  </a:lnTo>
                  <a:lnTo>
                    <a:pt x="5070546" y="2267547"/>
                  </a:lnTo>
                  <a:cubicBezTo>
                    <a:pt x="5078054" y="2291004"/>
                    <a:pt x="5085044" y="2314670"/>
                    <a:pt x="5092171" y="2338256"/>
                  </a:cubicBezTo>
                  <a:cubicBezTo>
                    <a:pt x="5098670" y="2362023"/>
                    <a:pt x="5104296" y="2386019"/>
                    <a:pt x="5110305" y="2409886"/>
                  </a:cubicBezTo>
                  <a:cubicBezTo>
                    <a:pt x="5158097" y="2600976"/>
                    <a:pt x="5182068" y="2797044"/>
                    <a:pt x="5186393" y="2992022"/>
                  </a:cubicBezTo>
                  <a:cubicBezTo>
                    <a:pt x="5191013" y="3187195"/>
                    <a:pt x="5175397" y="3380886"/>
                    <a:pt x="5149045" y="3571816"/>
                  </a:cubicBezTo>
                  <a:cubicBezTo>
                    <a:pt x="5141154" y="3619431"/>
                    <a:pt x="5133539" y="3666889"/>
                    <a:pt x="5126572" y="3714520"/>
                  </a:cubicBezTo>
                  <a:cubicBezTo>
                    <a:pt x="5117276" y="3761759"/>
                    <a:pt x="5107793" y="3808831"/>
                    <a:pt x="5099067" y="3856108"/>
                  </a:cubicBezTo>
                  <a:lnTo>
                    <a:pt x="5095699" y="3873868"/>
                  </a:lnTo>
                  <a:lnTo>
                    <a:pt x="5091573" y="3891426"/>
                  </a:lnTo>
                  <a:lnTo>
                    <a:pt x="5083324" y="3926541"/>
                  </a:lnTo>
                  <a:lnTo>
                    <a:pt x="5067256" y="3996889"/>
                  </a:lnTo>
                  <a:cubicBezTo>
                    <a:pt x="5064451" y="4008657"/>
                    <a:pt x="5062244" y="4020353"/>
                    <a:pt x="5059194" y="4032171"/>
                  </a:cubicBezTo>
                  <a:lnTo>
                    <a:pt x="5049522" y="4067833"/>
                  </a:lnTo>
                  <a:lnTo>
                    <a:pt x="5040067" y="4103553"/>
                  </a:lnTo>
                  <a:cubicBezTo>
                    <a:pt x="5036554" y="4115363"/>
                    <a:pt x="5032689" y="4127194"/>
                    <a:pt x="5028960" y="4138946"/>
                  </a:cubicBezTo>
                  <a:cubicBezTo>
                    <a:pt x="4999693" y="4233462"/>
                    <a:pt x="4962869" y="4326764"/>
                    <a:pt x="4917351" y="4417041"/>
                  </a:cubicBezTo>
                  <a:cubicBezTo>
                    <a:pt x="4871860" y="4507209"/>
                    <a:pt x="4817597" y="4594215"/>
                    <a:pt x="4756163" y="4676402"/>
                  </a:cubicBezTo>
                  <a:cubicBezTo>
                    <a:pt x="4632803" y="4840875"/>
                    <a:pt x="4480597" y="4982783"/>
                    <a:pt x="4322493" y="5105604"/>
                  </a:cubicBezTo>
                  <a:cubicBezTo>
                    <a:pt x="4163928" y="5228420"/>
                    <a:pt x="3999564" y="5332640"/>
                    <a:pt x="3840510" y="5429590"/>
                  </a:cubicBezTo>
                  <a:cubicBezTo>
                    <a:pt x="3760954" y="5478172"/>
                    <a:pt x="3682353" y="5524924"/>
                    <a:pt x="3606447" y="5572862"/>
                  </a:cubicBezTo>
                  <a:lnTo>
                    <a:pt x="3488814" y="5647178"/>
                  </a:lnTo>
                  <a:cubicBezTo>
                    <a:pt x="3448270" y="5672597"/>
                    <a:pt x="3407323" y="5697792"/>
                    <a:pt x="3365864" y="5722735"/>
                  </a:cubicBezTo>
                  <a:cubicBezTo>
                    <a:pt x="3200163" y="5822424"/>
                    <a:pt x="3026125" y="5917328"/>
                    <a:pt x="2839486" y="5999120"/>
                  </a:cubicBezTo>
                  <a:cubicBezTo>
                    <a:pt x="2653201" y="6080891"/>
                    <a:pt x="2453560" y="6149344"/>
                    <a:pt x="2242423" y="6192346"/>
                  </a:cubicBezTo>
                  <a:cubicBezTo>
                    <a:pt x="2031719" y="6235463"/>
                    <a:pt x="1808952" y="6251353"/>
                    <a:pt x="1589380" y="6230657"/>
                  </a:cubicBezTo>
                  <a:lnTo>
                    <a:pt x="1548244" y="6226706"/>
                  </a:lnTo>
                  <a:cubicBezTo>
                    <a:pt x="1534528" y="6225117"/>
                    <a:pt x="1520898" y="6223203"/>
                    <a:pt x="1507348" y="6221428"/>
                  </a:cubicBezTo>
                  <a:lnTo>
                    <a:pt x="1466401" y="6215904"/>
                  </a:lnTo>
                  <a:cubicBezTo>
                    <a:pt x="1452772" y="6213991"/>
                    <a:pt x="1439316" y="6211428"/>
                    <a:pt x="1425773" y="6209191"/>
                  </a:cubicBezTo>
                  <a:cubicBezTo>
                    <a:pt x="1398775" y="6204391"/>
                    <a:pt x="1371610" y="6199779"/>
                    <a:pt x="1344960" y="6193681"/>
                  </a:cubicBezTo>
                  <a:cubicBezTo>
                    <a:pt x="1318251" y="6187799"/>
                    <a:pt x="1291260" y="6182538"/>
                    <a:pt x="1265007" y="6175388"/>
                  </a:cubicBezTo>
                  <a:lnTo>
                    <a:pt x="1225415" y="6165243"/>
                  </a:lnTo>
                  <a:cubicBezTo>
                    <a:pt x="1212163" y="6161924"/>
                    <a:pt x="1198939" y="6158496"/>
                    <a:pt x="1186567" y="6154486"/>
                  </a:cubicBezTo>
                  <a:lnTo>
                    <a:pt x="1111158" y="6130918"/>
                  </a:lnTo>
                  <a:lnTo>
                    <a:pt x="1035915" y="6107163"/>
                  </a:lnTo>
                  <a:cubicBezTo>
                    <a:pt x="1010846" y="6099055"/>
                    <a:pt x="986357" y="6088784"/>
                    <a:pt x="961579" y="6079594"/>
                  </a:cubicBezTo>
                  <a:cubicBezTo>
                    <a:pt x="763709" y="6005594"/>
                    <a:pt x="572401" y="5909703"/>
                    <a:pt x="395297" y="5792812"/>
                  </a:cubicBezTo>
                  <a:lnTo>
                    <a:pt x="265239" y="5701511"/>
                  </a:lnTo>
                  <a:cubicBezTo>
                    <a:pt x="254227" y="5694155"/>
                    <a:pt x="244103" y="5685646"/>
                    <a:pt x="233756" y="5677542"/>
                  </a:cubicBezTo>
                  <a:lnTo>
                    <a:pt x="202800" y="5652902"/>
                  </a:lnTo>
                  <a:lnTo>
                    <a:pt x="140918" y="5603515"/>
                  </a:lnTo>
                  <a:cubicBezTo>
                    <a:pt x="130598" y="5595302"/>
                    <a:pt x="120280" y="5587089"/>
                    <a:pt x="110625" y="5578127"/>
                  </a:cubicBezTo>
                  <a:cubicBezTo>
                    <a:pt x="105647" y="5573779"/>
                    <a:pt x="100444" y="5569834"/>
                    <a:pt x="95631" y="5565299"/>
                  </a:cubicBezTo>
                  <a:cubicBezTo>
                    <a:pt x="90955" y="5560684"/>
                    <a:pt x="86505" y="5555666"/>
                    <a:pt x="81966" y="5550973"/>
                  </a:cubicBezTo>
                  <a:lnTo>
                    <a:pt x="27991" y="5493272"/>
                  </a:lnTo>
                  <a:cubicBezTo>
                    <a:pt x="19109" y="5483589"/>
                    <a:pt x="9758" y="5474359"/>
                    <a:pt x="1454" y="5464252"/>
                  </a:cubicBezTo>
                  <a:lnTo>
                    <a:pt x="0" y="5462518"/>
                  </a:lnTo>
                  <a:lnTo>
                    <a:pt x="0" y="4720187"/>
                  </a:lnTo>
                  <a:lnTo>
                    <a:pt x="109684" y="4836724"/>
                  </a:lnTo>
                  <a:cubicBezTo>
                    <a:pt x="173316" y="4897375"/>
                    <a:pt x="239447" y="4954160"/>
                    <a:pt x="306959" y="5007200"/>
                  </a:cubicBezTo>
                  <a:lnTo>
                    <a:pt x="358101" y="5046057"/>
                  </a:lnTo>
                  <a:lnTo>
                    <a:pt x="383328" y="5065684"/>
                  </a:lnTo>
                  <a:cubicBezTo>
                    <a:pt x="391637" y="5072316"/>
                    <a:pt x="400805" y="5077902"/>
                    <a:pt x="409503" y="5083942"/>
                  </a:cubicBezTo>
                  <a:lnTo>
                    <a:pt x="461889" y="5119888"/>
                  </a:lnTo>
                  <a:cubicBezTo>
                    <a:pt x="466184" y="5122893"/>
                    <a:pt x="470616" y="5125820"/>
                    <a:pt x="474883" y="5128933"/>
                  </a:cubicBezTo>
                  <a:cubicBezTo>
                    <a:pt x="478982" y="5132235"/>
                    <a:pt x="482476" y="5136069"/>
                    <a:pt x="486410" y="5139557"/>
                  </a:cubicBezTo>
                  <a:cubicBezTo>
                    <a:pt x="494140" y="5146613"/>
                    <a:pt x="502565" y="5152812"/>
                    <a:pt x="510852" y="5159089"/>
                  </a:cubicBezTo>
                  <a:lnTo>
                    <a:pt x="560653" y="5196893"/>
                  </a:lnTo>
                  <a:lnTo>
                    <a:pt x="585485" y="5215834"/>
                  </a:lnTo>
                  <a:cubicBezTo>
                    <a:pt x="593773" y="5222111"/>
                    <a:pt x="601864" y="5228685"/>
                    <a:pt x="610707" y="5234185"/>
                  </a:cubicBezTo>
                  <a:lnTo>
                    <a:pt x="714768" y="5303103"/>
                  </a:lnTo>
                  <a:cubicBezTo>
                    <a:pt x="856162" y="5390603"/>
                    <a:pt x="1008099" y="5459947"/>
                    <a:pt x="1166634" y="5513322"/>
                  </a:cubicBezTo>
                  <a:cubicBezTo>
                    <a:pt x="1186540" y="5519932"/>
                    <a:pt x="1205774" y="5527751"/>
                    <a:pt x="1225991" y="5533632"/>
                  </a:cubicBezTo>
                  <a:lnTo>
                    <a:pt x="1286680" y="5550705"/>
                  </a:lnTo>
                  <a:lnTo>
                    <a:pt x="1347310" y="5567995"/>
                  </a:lnTo>
                  <a:cubicBezTo>
                    <a:pt x="1357469" y="5571180"/>
                    <a:pt x="1367261" y="5573572"/>
                    <a:pt x="1377002" y="5575719"/>
                  </a:cubicBezTo>
                  <a:lnTo>
                    <a:pt x="1406328" y="5582649"/>
                  </a:lnTo>
                  <a:cubicBezTo>
                    <a:pt x="1425825" y="5587757"/>
                    <a:pt x="1445490" y="5590939"/>
                    <a:pt x="1465060" y="5594909"/>
                  </a:cubicBezTo>
                  <a:cubicBezTo>
                    <a:pt x="1484652" y="5599231"/>
                    <a:pt x="1504324" y="5601952"/>
                    <a:pt x="1523881" y="5605105"/>
                  </a:cubicBezTo>
                  <a:cubicBezTo>
                    <a:pt x="1533660" y="5606682"/>
                    <a:pt x="1543460" y="5608613"/>
                    <a:pt x="1553325" y="5609865"/>
                  </a:cubicBezTo>
                  <a:lnTo>
                    <a:pt x="1582813" y="5613593"/>
                  </a:lnTo>
                  <a:lnTo>
                    <a:pt x="1612301" y="5617321"/>
                  </a:lnTo>
                  <a:lnTo>
                    <a:pt x="1641863" y="5619910"/>
                  </a:lnTo>
                  <a:cubicBezTo>
                    <a:pt x="1799348" y="5633940"/>
                    <a:pt x="1957913" y="5625770"/>
                    <a:pt x="2117508" y="5595156"/>
                  </a:cubicBezTo>
                  <a:cubicBezTo>
                    <a:pt x="2277124" y="5564895"/>
                    <a:pt x="2437004" y="5512449"/>
                    <a:pt x="2597368" y="5447381"/>
                  </a:cubicBezTo>
                  <a:cubicBezTo>
                    <a:pt x="2757791" y="5382096"/>
                    <a:pt x="2918855" y="5304464"/>
                    <a:pt x="3082968" y="5223245"/>
                  </a:cubicBezTo>
                  <a:lnTo>
                    <a:pt x="3334855" y="5097383"/>
                  </a:lnTo>
                  <a:cubicBezTo>
                    <a:pt x="3423528" y="5054142"/>
                    <a:pt x="3511773" y="5013798"/>
                    <a:pt x="3599509" y="4976217"/>
                  </a:cubicBezTo>
                  <a:cubicBezTo>
                    <a:pt x="3774960" y="4900701"/>
                    <a:pt x="3948276" y="4837481"/>
                    <a:pt x="4112002" y="4766359"/>
                  </a:cubicBezTo>
                  <a:cubicBezTo>
                    <a:pt x="4193972" y="4730827"/>
                    <a:pt x="4273429" y="4692997"/>
                    <a:pt x="4348983" y="4649833"/>
                  </a:cubicBezTo>
                  <a:cubicBezTo>
                    <a:pt x="4424508" y="4606778"/>
                    <a:pt x="4496050" y="4558250"/>
                    <a:pt x="4560505" y="4501564"/>
                  </a:cubicBezTo>
                  <a:cubicBezTo>
                    <a:pt x="4625198" y="4445289"/>
                    <a:pt x="4682991" y="4381021"/>
                    <a:pt x="4731963" y="4309870"/>
                  </a:cubicBezTo>
                  <a:cubicBezTo>
                    <a:pt x="4781043" y="4238747"/>
                    <a:pt x="4821275" y="4160848"/>
                    <a:pt x="4852344" y="4078640"/>
                  </a:cubicBezTo>
                  <a:lnTo>
                    <a:pt x="4863972" y="4047790"/>
                  </a:lnTo>
                  <a:lnTo>
                    <a:pt x="4874144" y="4016320"/>
                  </a:lnTo>
                  <a:lnTo>
                    <a:pt x="4884127" y="3984682"/>
                  </a:lnTo>
                  <a:cubicBezTo>
                    <a:pt x="4887242" y="3973925"/>
                    <a:pt x="4889981" y="3962835"/>
                    <a:pt x="4892800" y="3951883"/>
                  </a:cubicBezTo>
                  <a:lnTo>
                    <a:pt x="4909526" y="3886001"/>
                  </a:lnTo>
                  <a:lnTo>
                    <a:pt x="4917687" y="3852948"/>
                  </a:lnTo>
                  <a:lnTo>
                    <a:pt x="4921768" y="3836422"/>
                  </a:lnTo>
                  <a:lnTo>
                    <a:pt x="4924845" y="3819742"/>
                  </a:lnTo>
                  <a:cubicBezTo>
                    <a:pt x="4933092" y="3775120"/>
                    <a:pt x="4941231" y="3730469"/>
                    <a:pt x="4948230" y="3685744"/>
                  </a:cubicBezTo>
                  <a:cubicBezTo>
                    <a:pt x="4953579" y="3640694"/>
                    <a:pt x="4958249" y="3595577"/>
                    <a:pt x="4962782" y="3550540"/>
                  </a:cubicBezTo>
                  <a:cubicBezTo>
                    <a:pt x="4976580" y="3369692"/>
                    <a:pt x="4965812" y="3187942"/>
                    <a:pt x="4939468" y="3010249"/>
                  </a:cubicBezTo>
                  <a:cubicBezTo>
                    <a:pt x="4912965" y="2832281"/>
                    <a:pt x="4870237" y="2658196"/>
                    <a:pt x="4816901" y="2488224"/>
                  </a:cubicBezTo>
                  <a:cubicBezTo>
                    <a:pt x="4810197" y="2466954"/>
                    <a:pt x="4803984" y="2445582"/>
                    <a:pt x="4797005" y="2424470"/>
                  </a:cubicBezTo>
                  <a:cubicBezTo>
                    <a:pt x="4789399" y="2403537"/>
                    <a:pt x="4781686" y="2382574"/>
                    <a:pt x="4774433" y="2361620"/>
                  </a:cubicBezTo>
                  <a:lnTo>
                    <a:pt x="4752459" y="2298700"/>
                  </a:lnTo>
                  <a:lnTo>
                    <a:pt x="4728083" y="2236526"/>
                  </a:lnTo>
                  <a:cubicBezTo>
                    <a:pt x="4719957" y="2215802"/>
                    <a:pt x="4712352" y="2194869"/>
                    <a:pt x="4704471" y="2174095"/>
                  </a:cubicBezTo>
                  <a:lnTo>
                    <a:pt x="4678399" y="2112626"/>
                  </a:lnTo>
                  <a:lnTo>
                    <a:pt x="4652601" y="2050999"/>
                  </a:lnTo>
                  <a:cubicBezTo>
                    <a:pt x="4643711" y="2030533"/>
                    <a:pt x="4633616" y="2010672"/>
                    <a:pt x="4624205" y="1990415"/>
                  </a:cubicBezTo>
                  <a:lnTo>
                    <a:pt x="4595398" y="1930069"/>
                  </a:lnTo>
                  <a:cubicBezTo>
                    <a:pt x="4585714" y="1909969"/>
                    <a:pt x="4574413" y="1890713"/>
                    <a:pt x="4563827" y="1870952"/>
                  </a:cubicBezTo>
                  <a:lnTo>
                    <a:pt x="4531433" y="1812311"/>
                  </a:lnTo>
                  <a:lnTo>
                    <a:pt x="4523315" y="1797616"/>
                  </a:lnTo>
                  <a:lnTo>
                    <a:pt x="4514482" y="1783425"/>
                  </a:lnTo>
                  <a:lnTo>
                    <a:pt x="4496845" y="1754936"/>
                  </a:lnTo>
                  <a:lnTo>
                    <a:pt x="4461463" y="1697929"/>
                  </a:lnTo>
                  <a:lnTo>
                    <a:pt x="4452660" y="1683629"/>
                  </a:lnTo>
                  <a:lnTo>
                    <a:pt x="4443141" y="1669834"/>
                  </a:lnTo>
                  <a:lnTo>
                    <a:pt x="4424241" y="1642166"/>
                  </a:lnTo>
                  <a:cubicBezTo>
                    <a:pt x="4399005" y="1605265"/>
                    <a:pt x="4374512" y="1567751"/>
                    <a:pt x="4346886" y="1532412"/>
                  </a:cubicBezTo>
                  <a:cubicBezTo>
                    <a:pt x="4240477" y="1388328"/>
                    <a:pt x="4120362" y="1253437"/>
                    <a:pt x="3985497" y="1134649"/>
                  </a:cubicBezTo>
                  <a:cubicBezTo>
                    <a:pt x="3850799" y="1015675"/>
                    <a:pt x="3702920" y="911715"/>
                    <a:pt x="3545665" y="825877"/>
                  </a:cubicBezTo>
                  <a:lnTo>
                    <a:pt x="3486190" y="794756"/>
                  </a:lnTo>
                  <a:cubicBezTo>
                    <a:pt x="3466181" y="784640"/>
                    <a:pt x="3446893" y="773560"/>
                    <a:pt x="3426182" y="764765"/>
                  </a:cubicBezTo>
                  <a:lnTo>
                    <a:pt x="3365044" y="737255"/>
                  </a:lnTo>
                  <a:lnTo>
                    <a:pt x="3334529" y="723514"/>
                  </a:lnTo>
                  <a:cubicBezTo>
                    <a:pt x="3324394" y="718943"/>
                    <a:pt x="3314287" y="714265"/>
                    <a:pt x="3303733" y="710395"/>
                  </a:cubicBezTo>
                  <a:cubicBezTo>
                    <a:pt x="3262013" y="694346"/>
                    <a:pt x="3220711" y="677599"/>
                    <a:pt x="3179033" y="662259"/>
                  </a:cubicBezTo>
                  <a:lnTo>
                    <a:pt x="3052408" y="620447"/>
                  </a:lnTo>
                  <a:lnTo>
                    <a:pt x="2924325" y="584505"/>
                  </a:lnTo>
                  <a:cubicBezTo>
                    <a:pt x="2903106" y="578471"/>
                    <a:pt x="2881119" y="574434"/>
                    <a:pt x="2859667" y="569266"/>
                  </a:cubicBezTo>
                  <a:lnTo>
                    <a:pt x="2795226" y="554085"/>
                  </a:lnTo>
                  <a:cubicBezTo>
                    <a:pt x="2774078" y="548652"/>
                    <a:pt x="2751709" y="544744"/>
                    <a:pt x="2729702" y="540354"/>
                  </a:cubicBezTo>
                  <a:lnTo>
                    <a:pt x="2663758" y="527322"/>
                  </a:lnTo>
                  <a:lnTo>
                    <a:pt x="2630927" y="520495"/>
                  </a:lnTo>
                  <a:lnTo>
                    <a:pt x="2597965" y="515024"/>
                  </a:lnTo>
                  <a:cubicBezTo>
                    <a:pt x="2575970" y="511449"/>
                    <a:pt x="2554112" y="507795"/>
                    <a:pt x="2532205" y="503895"/>
                  </a:cubicBezTo>
                  <a:cubicBezTo>
                    <a:pt x="2357016" y="475037"/>
                    <a:pt x="2182954" y="456682"/>
                    <a:pt x="2010064" y="452552"/>
                  </a:cubicBezTo>
                  <a:cubicBezTo>
                    <a:pt x="1837255" y="448558"/>
                    <a:pt x="1665388" y="457916"/>
                    <a:pt x="1494552" y="485055"/>
                  </a:cubicBezTo>
                  <a:cubicBezTo>
                    <a:pt x="1452133" y="492816"/>
                    <a:pt x="1409569" y="501117"/>
                    <a:pt x="1366896" y="509389"/>
                  </a:cubicBezTo>
                  <a:cubicBezTo>
                    <a:pt x="1324862" y="520035"/>
                    <a:pt x="1282333" y="529505"/>
                    <a:pt x="1240175" y="541045"/>
                  </a:cubicBezTo>
                  <a:lnTo>
                    <a:pt x="1177438" y="560170"/>
                  </a:lnTo>
                  <a:lnTo>
                    <a:pt x="1145987" y="569826"/>
                  </a:lnTo>
                  <a:lnTo>
                    <a:pt x="1130315" y="574669"/>
                  </a:lnTo>
                  <a:lnTo>
                    <a:pt x="1114873" y="580384"/>
                  </a:lnTo>
                  <a:lnTo>
                    <a:pt x="1052839" y="602943"/>
                  </a:lnTo>
                  <a:cubicBezTo>
                    <a:pt x="1032151" y="610499"/>
                    <a:pt x="1011255" y="617535"/>
                    <a:pt x="991135" y="626866"/>
                  </a:cubicBezTo>
                  <a:lnTo>
                    <a:pt x="930179" y="653191"/>
                  </a:lnTo>
                  <a:cubicBezTo>
                    <a:pt x="909850" y="662002"/>
                    <a:pt x="889443" y="670676"/>
                    <a:pt x="869768" y="680937"/>
                  </a:cubicBezTo>
                  <a:lnTo>
                    <a:pt x="810085" y="710734"/>
                  </a:lnTo>
                  <a:cubicBezTo>
                    <a:pt x="790331" y="720859"/>
                    <a:pt x="770124" y="730514"/>
                    <a:pt x="751220" y="741794"/>
                  </a:cubicBezTo>
                  <a:cubicBezTo>
                    <a:pt x="673929" y="784955"/>
                    <a:pt x="598827" y="830326"/>
                    <a:pt x="532669" y="881688"/>
                  </a:cubicBezTo>
                  <a:cubicBezTo>
                    <a:pt x="464226" y="931625"/>
                    <a:pt x="406969" y="988270"/>
                    <a:pt x="354185" y="1050286"/>
                  </a:cubicBezTo>
                  <a:lnTo>
                    <a:pt x="315980" y="1098125"/>
                  </a:lnTo>
                  <a:lnTo>
                    <a:pt x="280345" y="1149782"/>
                  </a:lnTo>
                  <a:cubicBezTo>
                    <a:pt x="268144" y="1166335"/>
                    <a:pt x="257438" y="1185955"/>
                    <a:pt x="245890" y="1203959"/>
                  </a:cubicBezTo>
                  <a:cubicBezTo>
                    <a:pt x="234552" y="1222481"/>
                    <a:pt x="223171" y="1240298"/>
                    <a:pt x="212162" y="1260184"/>
                  </a:cubicBezTo>
                  <a:cubicBezTo>
                    <a:pt x="168299" y="1337574"/>
                    <a:pt x="125055" y="1419360"/>
                    <a:pt x="80716" y="1502476"/>
                  </a:cubicBezTo>
                  <a:lnTo>
                    <a:pt x="0" y="1648841"/>
                  </a:lnTo>
                  <a:lnTo>
                    <a:pt x="0" y="954863"/>
                  </a:lnTo>
                  <a:lnTo>
                    <a:pt x="43491" y="895513"/>
                  </a:lnTo>
                  <a:cubicBezTo>
                    <a:pt x="59888" y="874984"/>
                    <a:pt x="77014" y="854766"/>
                    <a:pt x="93923" y="834489"/>
                  </a:cubicBezTo>
                  <a:cubicBezTo>
                    <a:pt x="163245" y="754880"/>
                    <a:pt x="240806" y="679565"/>
                    <a:pt x="323465" y="617671"/>
                  </a:cubicBezTo>
                  <a:cubicBezTo>
                    <a:pt x="405002" y="553042"/>
                    <a:pt x="490132" y="499230"/>
                    <a:pt x="574777" y="446794"/>
                  </a:cubicBezTo>
                  <a:cubicBezTo>
                    <a:pt x="595733" y="433050"/>
                    <a:pt x="617442" y="421248"/>
                    <a:pt x="638943" y="408925"/>
                  </a:cubicBezTo>
                  <a:lnTo>
                    <a:pt x="703505" y="371742"/>
                  </a:lnTo>
                  <a:cubicBezTo>
                    <a:pt x="724798" y="358900"/>
                    <a:pt x="747120" y="347842"/>
                    <a:pt x="769262" y="336154"/>
                  </a:cubicBezTo>
                  <a:lnTo>
                    <a:pt x="835552" y="301173"/>
                  </a:lnTo>
                  <a:cubicBezTo>
                    <a:pt x="857427" y="289183"/>
                    <a:pt x="880470" y="278896"/>
                    <a:pt x="902979" y="268004"/>
                  </a:cubicBezTo>
                  <a:lnTo>
                    <a:pt x="971127" y="235607"/>
                  </a:lnTo>
                  <a:lnTo>
                    <a:pt x="988238" y="227556"/>
                  </a:lnTo>
                  <a:lnTo>
                    <a:pt x="1005744" y="220191"/>
                  </a:lnTo>
                  <a:lnTo>
                    <a:pt x="1040729" y="205569"/>
                  </a:lnTo>
                  <a:lnTo>
                    <a:pt x="1110835" y="176248"/>
                  </a:lnTo>
                  <a:cubicBezTo>
                    <a:pt x="1157999" y="157703"/>
                    <a:pt x="1206322" y="141323"/>
                    <a:pt x="1254256" y="123796"/>
                  </a:cubicBezTo>
                  <a:cubicBezTo>
                    <a:pt x="1302938" y="108671"/>
                    <a:pt x="1352074" y="94017"/>
                    <a:pt x="1401310" y="79852"/>
                  </a:cubicBezTo>
                  <a:cubicBezTo>
                    <a:pt x="1599497" y="26774"/>
                    <a:pt x="1806373" y="-329"/>
                    <a:pt x="2011811" y="4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4C373AC5-01E7-07F3-DDF2-C023F590664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297400"/>
              <a:ext cx="5215811" cy="6107388"/>
            </a:xfrm>
            <a:custGeom>
              <a:avLst/>
              <a:gdLst>
                <a:gd name="connsiteX0" fmla="*/ 1869139 w 5215811"/>
                <a:gd name="connsiteY0" fmla="*/ 9 h 6107388"/>
                <a:gd name="connsiteX1" fmla="*/ 2791149 w 5215811"/>
                <a:gd name="connsiteY1" fmla="*/ 130229 h 6107388"/>
                <a:gd name="connsiteX2" fmla="*/ 4760307 w 5215811"/>
                <a:gd name="connsiteY2" fmla="*/ 1608408 h 6107388"/>
                <a:gd name="connsiteX3" fmla="*/ 5108574 w 5215811"/>
                <a:gd name="connsiteY3" fmla="*/ 4050383 h 6107388"/>
                <a:gd name="connsiteX4" fmla="*/ 3434916 w 5215811"/>
                <a:gd name="connsiteY4" fmla="*/ 5503134 h 6107388"/>
                <a:gd name="connsiteX5" fmla="*/ 1137841 w 5215811"/>
                <a:gd name="connsiteY5" fmla="*/ 6033968 h 6107388"/>
                <a:gd name="connsiteX6" fmla="*/ 217555 w 5215811"/>
                <a:gd name="connsiteY6" fmla="*/ 5598945 h 6107388"/>
                <a:gd name="connsiteX7" fmla="*/ 0 w 5215811"/>
                <a:gd name="connsiteY7" fmla="*/ 5419622 h 6107388"/>
                <a:gd name="connsiteX8" fmla="*/ 0 w 5215811"/>
                <a:gd name="connsiteY8" fmla="*/ 4571683 h 6107388"/>
                <a:gd name="connsiteX9" fmla="*/ 18056 w 5215811"/>
                <a:gd name="connsiteY9" fmla="*/ 4599282 h 6107388"/>
                <a:gd name="connsiteX10" fmla="*/ 358324 w 5215811"/>
                <a:gd name="connsiteY10" fmla="*/ 4988154 h 6107388"/>
                <a:gd name="connsiteX11" fmla="*/ 1282741 w 5215811"/>
                <a:gd name="connsiteY11" fmla="*/ 5493193 h 6107388"/>
                <a:gd name="connsiteX12" fmla="*/ 2172794 w 5215811"/>
                <a:gd name="connsiteY12" fmla="*/ 5470630 h 6107388"/>
                <a:gd name="connsiteX13" fmla="*/ 3146893 w 5215811"/>
                <a:gd name="connsiteY13" fmla="*/ 5016296 h 6107388"/>
                <a:gd name="connsiteX14" fmla="*/ 3574114 w 5215811"/>
                <a:gd name="connsiteY14" fmla="*/ 4791124 h 6107388"/>
                <a:gd name="connsiteX15" fmla="*/ 4244948 w 5215811"/>
                <a:gd name="connsiteY15" fmla="*/ 4392664 h 6107388"/>
                <a:gd name="connsiteX16" fmla="*/ 4556385 w 5215811"/>
                <a:gd name="connsiteY16" fmla="*/ 3902656 h 6107388"/>
                <a:gd name="connsiteX17" fmla="*/ 4616354 w 5215811"/>
                <a:gd name="connsiteY17" fmla="*/ 2851680 h 6107388"/>
                <a:gd name="connsiteX18" fmla="*/ 4269266 w 5215811"/>
                <a:gd name="connsiteY18" fmla="*/ 1889625 h 6107388"/>
                <a:gd name="connsiteX19" fmla="*/ 2645976 w 5215811"/>
                <a:gd name="connsiteY19" fmla="*/ 671162 h 6107388"/>
                <a:gd name="connsiteX20" fmla="*/ 1648930 w 5215811"/>
                <a:gd name="connsiteY20" fmla="*/ 573017 h 6107388"/>
                <a:gd name="connsiteX21" fmla="*/ 771768 w 5215811"/>
                <a:gd name="connsiteY21" fmla="*/ 865882 h 6107388"/>
                <a:gd name="connsiteX22" fmla="*/ 433617 w 5215811"/>
                <a:gd name="connsiteY22" fmla="*/ 1119441 h 6107388"/>
                <a:gd name="connsiteX23" fmla="*/ 200571 w 5215811"/>
                <a:gd name="connsiteY23" fmla="*/ 1486480 h 6107388"/>
                <a:gd name="connsiteX24" fmla="*/ 47077 w 5215811"/>
                <a:gd name="connsiteY24" fmla="*/ 1753604 h 6107388"/>
                <a:gd name="connsiteX25" fmla="*/ 0 w 5215811"/>
                <a:gd name="connsiteY25" fmla="*/ 1831655 h 6107388"/>
                <a:gd name="connsiteX26" fmla="*/ 0 w 5215811"/>
                <a:gd name="connsiteY26" fmla="*/ 751112 h 6107388"/>
                <a:gd name="connsiteX27" fmla="*/ 6994 w 5215811"/>
                <a:gd name="connsiteY27" fmla="*/ 742614 h 6107388"/>
                <a:gd name="connsiteX28" fmla="*/ 484047 w 5215811"/>
                <a:gd name="connsiteY28" fmla="*/ 378777 h 6107388"/>
                <a:gd name="connsiteX29" fmla="*/ 1869139 w 5215811"/>
                <a:gd name="connsiteY29" fmla="*/ 9 h 61073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5811" h="6107388">
                  <a:moveTo>
                    <a:pt x="1869139" y="9"/>
                  </a:moveTo>
                  <a:cubicBezTo>
                    <a:pt x="2160924" y="-706"/>
                    <a:pt x="2465752" y="43039"/>
                    <a:pt x="2791149" y="130229"/>
                  </a:cubicBezTo>
                  <a:cubicBezTo>
                    <a:pt x="3651198" y="360678"/>
                    <a:pt x="4339884" y="907924"/>
                    <a:pt x="4760307" y="1608408"/>
                  </a:cubicBezTo>
                  <a:cubicBezTo>
                    <a:pt x="5188180" y="2321320"/>
                    <a:pt x="5338357" y="3192822"/>
                    <a:pt x="5108574" y="4050383"/>
                  </a:cubicBezTo>
                  <a:cubicBezTo>
                    <a:pt x="4880820" y="4900373"/>
                    <a:pt x="4152841" y="5098512"/>
                    <a:pt x="3434916" y="5503134"/>
                  </a:cubicBezTo>
                  <a:cubicBezTo>
                    <a:pt x="2717099" y="5907783"/>
                    <a:pt x="2005568" y="6266474"/>
                    <a:pt x="1137841" y="6033968"/>
                  </a:cubicBezTo>
                  <a:cubicBezTo>
                    <a:pt x="783079" y="5938910"/>
                    <a:pt x="479573" y="5790114"/>
                    <a:pt x="217555" y="5598945"/>
                  </a:cubicBezTo>
                  <a:lnTo>
                    <a:pt x="0" y="5419622"/>
                  </a:lnTo>
                  <a:lnTo>
                    <a:pt x="0" y="4571683"/>
                  </a:lnTo>
                  <a:lnTo>
                    <a:pt x="18056" y="4599282"/>
                  </a:lnTo>
                  <a:cubicBezTo>
                    <a:pt x="124071" y="4746782"/>
                    <a:pt x="237002" y="4875718"/>
                    <a:pt x="358324" y="4988154"/>
                  </a:cubicBezTo>
                  <a:cubicBezTo>
                    <a:pt x="621323" y="5231809"/>
                    <a:pt x="923667" y="5396979"/>
                    <a:pt x="1282741" y="5493193"/>
                  </a:cubicBezTo>
                  <a:cubicBezTo>
                    <a:pt x="1573894" y="5571207"/>
                    <a:pt x="1856732" y="5563878"/>
                    <a:pt x="2172794" y="5470630"/>
                  </a:cubicBezTo>
                  <a:cubicBezTo>
                    <a:pt x="2498985" y="5374183"/>
                    <a:pt x="2832844" y="5193315"/>
                    <a:pt x="3146893" y="5016296"/>
                  </a:cubicBezTo>
                  <a:cubicBezTo>
                    <a:pt x="3293538" y="4933641"/>
                    <a:pt x="3436182" y="4861160"/>
                    <a:pt x="3574114" y="4791124"/>
                  </a:cubicBezTo>
                  <a:cubicBezTo>
                    <a:pt x="3841238" y="4655550"/>
                    <a:pt x="4071901" y="4538375"/>
                    <a:pt x="4244948" y="4392664"/>
                  </a:cubicBezTo>
                  <a:cubicBezTo>
                    <a:pt x="4405844" y="4257259"/>
                    <a:pt x="4501845" y="4106204"/>
                    <a:pt x="4556385" y="3902656"/>
                  </a:cubicBezTo>
                  <a:cubicBezTo>
                    <a:pt x="4649063" y="3556776"/>
                    <a:pt x="4669271" y="3203187"/>
                    <a:pt x="4616354" y="2851680"/>
                  </a:cubicBezTo>
                  <a:cubicBezTo>
                    <a:pt x="4565198" y="2511774"/>
                    <a:pt x="4448474" y="2188147"/>
                    <a:pt x="4269266" y="1889625"/>
                  </a:cubicBezTo>
                  <a:cubicBezTo>
                    <a:pt x="3907781" y="1287586"/>
                    <a:pt x="3331245" y="854780"/>
                    <a:pt x="2645976" y="671162"/>
                  </a:cubicBezTo>
                  <a:cubicBezTo>
                    <a:pt x="2278249" y="572630"/>
                    <a:pt x="1952074" y="540526"/>
                    <a:pt x="1648930" y="573017"/>
                  </a:cubicBezTo>
                  <a:cubicBezTo>
                    <a:pt x="1351746" y="604901"/>
                    <a:pt x="1064785" y="700731"/>
                    <a:pt x="771768" y="865882"/>
                  </a:cubicBezTo>
                  <a:cubicBezTo>
                    <a:pt x="568061" y="980657"/>
                    <a:pt x="486465" y="1058486"/>
                    <a:pt x="433617" y="1119441"/>
                  </a:cubicBezTo>
                  <a:cubicBezTo>
                    <a:pt x="358307" y="1206256"/>
                    <a:pt x="292149" y="1323808"/>
                    <a:pt x="200571" y="1486480"/>
                  </a:cubicBezTo>
                  <a:cubicBezTo>
                    <a:pt x="156644" y="1564432"/>
                    <a:pt x="106654" y="1653214"/>
                    <a:pt x="47077" y="1753604"/>
                  </a:cubicBezTo>
                  <a:lnTo>
                    <a:pt x="0" y="1831655"/>
                  </a:lnTo>
                  <a:lnTo>
                    <a:pt x="0" y="751112"/>
                  </a:lnTo>
                  <a:lnTo>
                    <a:pt x="6994" y="742614"/>
                  </a:lnTo>
                  <a:cubicBezTo>
                    <a:pt x="117721" y="617683"/>
                    <a:pt x="259696" y="505222"/>
                    <a:pt x="484047" y="378777"/>
                  </a:cubicBezTo>
                  <a:cubicBezTo>
                    <a:pt x="932751" y="125890"/>
                    <a:pt x="1382831" y="1200"/>
                    <a:pt x="1869139" y="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34348EAB-24F9-1136-FC25-F1F8CBCD577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319367"/>
              <a:ext cx="5217956" cy="6100079"/>
            </a:xfrm>
            <a:custGeom>
              <a:avLst/>
              <a:gdLst>
                <a:gd name="connsiteX0" fmla="*/ 1951393 w 5217956"/>
                <a:gd name="connsiteY0" fmla="*/ 82 h 6100079"/>
                <a:gd name="connsiteX1" fmla="*/ 2855177 w 5217956"/>
                <a:gd name="connsiteY1" fmla="*/ 125419 h 6100079"/>
                <a:gd name="connsiteX2" fmla="*/ 4779341 w 5217956"/>
                <a:gd name="connsiteY2" fmla="*/ 1591542 h 6100079"/>
                <a:gd name="connsiteX3" fmla="*/ 5108573 w 5217956"/>
                <a:gd name="connsiteY3" fmla="*/ 4028416 h 6100079"/>
                <a:gd name="connsiteX4" fmla="*/ 3459358 w 5217956"/>
                <a:gd name="connsiteY4" fmla="*/ 5487716 h 6100079"/>
                <a:gd name="connsiteX5" fmla="*/ 1203274 w 5217956"/>
                <a:gd name="connsiteY5" fmla="*/ 6029534 h 6100079"/>
                <a:gd name="connsiteX6" fmla="*/ 59920 w 5217956"/>
                <a:gd name="connsiteY6" fmla="*/ 5396467 h 6100079"/>
                <a:gd name="connsiteX7" fmla="*/ 0 w 5217956"/>
                <a:gd name="connsiteY7" fmla="*/ 5333382 h 6100079"/>
                <a:gd name="connsiteX8" fmla="*/ 0 w 5217956"/>
                <a:gd name="connsiteY8" fmla="*/ 4205833 h 6100079"/>
                <a:gd name="connsiteX9" fmla="*/ 58036 w 5217956"/>
                <a:gd name="connsiteY9" fmla="*/ 4310048 h 6100079"/>
                <a:gd name="connsiteX10" fmla="*/ 520779 w 5217956"/>
                <a:gd name="connsiteY10" fmla="*/ 4907591 h 6100079"/>
                <a:gd name="connsiteX11" fmla="*/ 1377154 w 5217956"/>
                <a:gd name="connsiteY11" fmla="*/ 5380604 h 6100079"/>
                <a:gd name="connsiteX12" fmla="*/ 3123340 w 5217956"/>
                <a:gd name="connsiteY12" fmla="*/ 4905715 h 6100079"/>
                <a:gd name="connsiteX13" fmla="*/ 3547863 w 5217956"/>
                <a:gd name="connsiteY13" fmla="*/ 4676342 h 6100079"/>
                <a:gd name="connsiteX14" fmla="*/ 4186753 w 5217956"/>
                <a:gd name="connsiteY14" fmla="*/ 4289376 h 6100079"/>
                <a:gd name="connsiteX15" fmla="*/ 4459565 w 5217956"/>
                <a:gd name="connsiteY15" fmla="*/ 3854399 h 6100079"/>
                <a:gd name="connsiteX16" fmla="*/ 4521015 w 5217956"/>
                <a:gd name="connsiteY16" fmla="*/ 2849377 h 6100079"/>
                <a:gd name="connsiteX17" fmla="*/ 4199723 w 5217956"/>
                <a:gd name="connsiteY17" fmla="*/ 1931213 h 6100079"/>
                <a:gd name="connsiteX18" fmla="*/ 2681217 w 5217956"/>
                <a:gd name="connsiteY18" fmla="*/ 774211 h 6100079"/>
                <a:gd name="connsiteX19" fmla="*/ 926547 w 5217956"/>
                <a:gd name="connsiteY19" fmla="*/ 967112 h 6100079"/>
                <a:gd name="connsiteX20" fmla="*/ 622677 w 5217956"/>
                <a:gd name="connsiteY20" fmla="*/ 1197863 h 6100079"/>
                <a:gd name="connsiteX21" fmla="*/ 404892 w 5217956"/>
                <a:gd name="connsiteY21" fmla="*/ 1547314 h 6100079"/>
                <a:gd name="connsiteX22" fmla="*/ 40135 w 5217956"/>
                <a:gd name="connsiteY22" fmla="*/ 2159090 h 6100079"/>
                <a:gd name="connsiteX23" fmla="*/ 0 w 5217956"/>
                <a:gd name="connsiteY23" fmla="*/ 2219367 h 6100079"/>
                <a:gd name="connsiteX24" fmla="*/ 0 w 5217956"/>
                <a:gd name="connsiteY24" fmla="*/ 915659 h 6100079"/>
                <a:gd name="connsiteX25" fmla="*/ 58609 w 5217956"/>
                <a:gd name="connsiteY25" fmla="*/ 828051 h 6100079"/>
                <a:gd name="connsiteX26" fmla="*/ 590688 w 5217956"/>
                <a:gd name="connsiteY26" fmla="*/ 385385 h 6100079"/>
                <a:gd name="connsiteX27" fmla="*/ 1951393 w 5217956"/>
                <a:gd name="connsiteY27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5217956" h="6100079">
                  <a:moveTo>
                    <a:pt x="1951393" y="82"/>
                  </a:moveTo>
                  <a:cubicBezTo>
                    <a:pt x="2237631" y="-2119"/>
                    <a:pt x="2536431" y="40011"/>
                    <a:pt x="2855177" y="125419"/>
                  </a:cubicBezTo>
                  <a:cubicBezTo>
                    <a:pt x="3697704" y="351173"/>
                    <a:pt x="4370490" y="894159"/>
                    <a:pt x="4779341" y="1591542"/>
                  </a:cubicBezTo>
                  <a:cubicBezTo>
                    <a:pt x="5195534" y="2301324"/>
                    <a:pt x="5338356" y="3170855"/>
                    <a:pt x="5108573" y="4028416"/>
                  </a:cubicBezTo>
                  <a:cubicBezTo>
                    <a:pt x="4880819" y="4878406"/>
                    <a:pt x="4165603" y="5079965"/>
                    <a:pt x="3459358" y="5487716"/>
                  </a:cubicBezTo>
                  <a:cubicBezTo>
                    <a:pt x="2753114" y="5895466"/>
                    <a:pt x="2053264" y="6257288"/>
                    <a:pt x="1203274" y="6029534"/>
                  </a:cubicBezTo>
                  <a:cubicBezTo>
                    <a:pt x="739884" y="5905369"/>
                    <a:pt x="366399" y="5685345"/>
                    <a:pt x="59920" y="5396467"/>
                  </a:cubicBezTo>
                  <a:lnTo>
                    <a:pt x="0" y="5333382"/>
                  </a:lnTo>
                  <a:lnTo>
                    <a:pt x="0" y="4205833"/>
                  </a:lnTo>
                  <a:lnTo>
                    <a:pt x="58036" y="4310048"/>
                  </a:lnTo>
                  <a:cubicBezTo>
                    <a:pt x="197935" y="4550245"/>
                    <a:pt x="350594" y="4747142"/>
                    <a:pt x="520779" y="4907591"/>
                  </a:cubicBezTo>
                  <a:cubicBezTo>
                    <a:pt x="763600" y="5136565"/>
                    <a:pt x="1043821" y="5291288"/>
                    <a:pt x="1377154" y="5380604"/>
                  </a:cubicBezTo>
                  <a:cubicBezTo>
                    <a:pt x="1963029" y="5537589"/>
                    <a:pt x="2470519" y="5282804"/>
                    <a:pt x="3123340" y="4905715"/>
                  </a:cubicBezTo>
                  <a:cubicBezTo>
                    <a:pt x="3269800" y="4821157"/>
                    <a:pt x="3411134" y="4747512"/>
                    <a:pt x="3547863" y="4676342"/>
                  </a:cubicBezTo>
                  <a:cubicBezTo>
                    <a:pt x="3804497" y="4542710"/>
                    <a:pt x="4026085" y="4427393"/>
                    <a:pt x="4186753" y="4289376"/>
                  </a:cubicBezTo>
                  <a:cubicBezTo>
                    <a:pt x="4329009" y="4167293"/>
                    <a:pt x="4410589" y="4037181"/>
                    <a:pt x="4459565" y="3854399"/>
                  </a:cubicBezTo>
                  <a:cubicBezTo>
                    <a:pt x="4548302" y="3523229"/>
                    <a:pt x="4568981" y="3185183"/>
                    <a:pt x="4521015" y="2849377"/>
                  </a:cubicBezTo>
                  <a:cubicBezTo>
                    <a:pt x="4474709" y="2524680"/>
                    <a:pt x="4366564" y="2215756"/>
                    <a:pt x="4199723" y="1931213"/>
                  </a:cubicBezTo>
                  <a:cubicBezTo>
                    <a:pt x="3863270" y="1357325"/>
                    <a:pt x="3323982" y="946439"/>
                    <a:pt x="2681217" y="774211"/>
                  </a:cubicBezTo>
                  <a:cubicBezTo>
                    <a:pt x="2001139" y="591984"/>
                    <a:pt x="1476322" y="649699"/>
                    <a:pt x="926547" y="967112"/>
                  </a:cubicBezTo>
                  <a:cubicBezTo>
                    <a:pt x="740730" y="1074393"/>
                    <a:pt x="668642" y="1143989"/>
                    <a:pt x="622677" y="1197863"/>
                  </a:cubicBezTo>
                  <a:cubicBezTo>
                    <a:pt x="555599" y="1276450"/>
                    <a:pt x="492360" y="1390031"/>
                    <a:pt x="404892" y="1547314"/>
                  </a:cubicBezTo>
                  <a:cubicBezTo>
                    <a:pt x="317047" y="1705133"/>
                    <a:pt x="204816" y="1906756"/>
                    <a:pt x="40135" y="2159090"/>
                  </a:cubicBezTo>
                  <a:lnTo>
                    <a:pt x="0" y="2219367"/>
                  </a:lnTo>
                  <a:lnTo>
                    <a:pt x="0" y="915659"/>
                  </a:lnTo>
                  <a:lnTo>
                    <a:pt x="58609" y="828051"/>
                  </a:lnTo>
                  <a:cubicBezTo>
                    <a:pt x="177453" y="670481"/>
                    <a:pt x="325846" y="538291"/>
                    <a:pt x="590688" y="385385"/>
                  </a:cubicBezTo>
                  <a:cubicBezTo>
                    <a:pt x="1032158" y="130559"/>
                    <a:pt x="1474329" y="3750"/>
                    <a:pt x="1951393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1E39686D-085C-C098-5285-5B961616FC2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319367"/>
              <a:ext cx="5217957" cy="6100079"/>
            </a:xfrm>
            <a:custGeom>
              <a:avLst/>
              <a:gdLst>
                <a:gd name="connsiteX0" fmla="*/ 1951394 w 5217957"/>
                <a:gd name="connsiteY0" fmla="*/ 82 h 6100079"/>
                <a:gd name="connsiteX1" fmla="*/ 2855178 w 5217957"/>
                <a:gd name="connsiteY1" fmla="*/ 125419 h 6100079"/>
                <a:gd name="connsiteX2" fmla="*/ 4779341 w 5217957"/>
                <a:gd name="connsiteY2" fmla="*/ 1591542 h 6100079"/>
                <a:gd name="connsiteX3" fmla="*/ 5108574 w 5217957"/>
                <a:gd name="connsiteY3" fmla="*/ 4028416 h 6100079"/>
                <a:gd name="connsiteX4" fmla="*/ 3459359 w 5217957"/>
                <a:gd name="connsiteY4" fmla="*/ 5487716 h 6100079"/>
                <a:gd name="connsiteX5" fmla="*/ 1203275 w 5217957"/>
                <a:gd name="connsiteY5" fmla="*/ 6029534 h 6100079"/>
                <a:gd name="connsiteX6" fmla="*/ 59921 w 5217957"/>
                <a:gd name="connsiteY6" fmla="*/ 5396467 h 6100079"/>
                <a:gd name="connsiteX7" fmla="*/ 0 w 5217957"/>
                <a:gd name="connsiteY7" fmla="*/ 5333381 h 6100079"/>
                <a:gd name="connsiteX8" fmla="*/ 0 w 5217957"/>
                <a:gd name="connsiteY8" fmla="*/ 4427327 h 6100079"/>
                <a:gd name="connsiteX9" fmla="*/ 112056 w 5217957"/>
                <a:gd name="connsiteY9" fmla="*/ 4602502 h 6100079"/>
                <a:gd name="connsiteX10" fmla="*/ 443875 w 5217957"/>
                <a:gd name="connsiteY10" fmla="*/ 4989110 h 6100079"/>
                <a:gd name="connsiteX11" fmla="*/ 1348175 w 5217957"/>
                <a:gd name="connsiteY11" fmla="*/ 5488759 h 6100079"/>
                <a:gd name="connsiteX12" fmla="*/ 2221463 w 5217957"/>
                <a:gd name="connsiteY12" fmla="*/ 5461704 h 6100079"/>
                <a:gd name="connsiteX13" fmla="*/ 3179339 w 5217957"/>
                <a:gd name="connsiteY13" fmla="*/ 5003023 h 6100079"/>
                <a:gd name="connsiteX14" fmla="*/ 3599638 w 5217957"/>
                <a:gd name="connsiteY14" fmla="*/ 4775996 h 6100079"/>
                <a:gd name="connsiteX15" fmla="*/ 4259765 w 5217957"/>
                <a:gd name="connsiteY15" fmla="*/ 4374667 h 6100079"/>
                <a:gd name="connsiteX16" fmla="*/ 4567742 w 5217957"/>
                <a:gd name="connsiteY16" fmla="*/ 3883732 h 6100079"/>
                <a:gd name="connsiteX17" fmla="*/ 4631929 w 5217957"/>
                <a:gd name="connsiteY17" fmla="*/ 2833886 h 6100079"/>
                <a:gd name="connsiteX18" fmla="*/ 4296412 w 5217957"/>
                <a:gd name="connsiteY18" fmla="*/ 1874932 h 6100079"/>
                <a:gd name="connsiteX19" fmla="*/ 2710219 w 5217957"/>
                <a:gd name="connsiteY19" fmla="*/ 666410 h 6100079"/>
                <a:gd name="connsiteX20" fmla="*/ 1732642 w 5217957"/>
                <a:gd name="connsiteY20" fmla="*/ 573480 h 6100079"/>
                <a:gd name="connsiteX21" fmla="*/ 870621 w 5217957"/>
                <a:gd name="connsiteY21" fmla="*/ 870402 h 6100079"/>
                <a:gd name="connsiteX22" fmla="*/ 537555 w 5217957"/>
                <a:gd name="connsiteY22" fmla="*/ 1125324 h 6100079"/>
                <a:gd name="connsiteX23" fmla="*/ 306995 w 5217957"/>
                <a:gd name="connsiteY23" fmla="*/ 1493030 h 6100079"/>
                <a:gd name="connsiteX24" fmla="*/ 23579 w 5217957"/>
                <a:gd name="connsiteY24" fmla="*/ 1977465 h 6100079"/>
                <a:gd name="connsiteX25" fmla="*/ 0 w 5217957"/>
                <a:gd name="connsiteY25" fmla="*/ 2014291 h 6100079"/>
                <a:gd name="connsiteX26" fmla="*/ 0 w 5217957"/>
                <a:gd name="connsiteY26" fmla="*/ 915660 h 6100079"/>
                <a:gd name="connsiteX27" fmla="*/ 58609 w 5217957"/>
                <a:gd name="connsiteY27" fmla="*/ 828051 h 6100079"/>
                <a:gd name="connsiteX28" fmla="*/ 590689 w 5217957"/>
                <a:gd name="connsiteY28" fmla="*/ 385385 h 6100079"/>
                <a:gd name="connsiteX29" fmla="*/ 1951394 w 5217957"/>
                <a:gd name="connsiteY29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7957" h="6100079">
                  <a:moveTo>
                    <a:pt x="1951394" y="82"/>
                  </a:moveTo>
                  <a:cubicBezTo>
                    <a:pt x="2237632" y="-2119"/>
                    <a:pt x="2536431" y="40011"/>
                    <a:pt x="2855178" y="125419"/>
                  </a:cubicBezTo>
                  <a:cubicBezTo>
                    <a:pt x="3697704" y="351173"/>
                    <a:pt x="4370491" y="894159"/>
                    <a:pt x="4779341" y="1591542"/>
                  </a:cubicBezTo>
                  <a:cubicBezTo>
                    <a:pt x="5195535" y="2301324"/>
                    <a:pt x="5338357" y="3170855"/>
                    <a:pt x="5108574" y="4028416"/>
                  </a:cubicBezTo>
                  <a:cubicBezTo>
                    <a:pt x="4880820" y="4878406"/>
                    <a:pt x="4165604" y="5079965"/>
                    <a:pt x="3459359" y="5487716"/>
                  </a:cubicBezTo>
                  <a:cubicBezTo>
                    <a:pt x="2753115" y="5895466"/>
                    <a:pt x="2053265" y="6257288"/>
                    <a:pt x="1203275" y="6029534"/>
                  </a:cubicBezTo>
                  <a:cubicBezTo>
                    <a:pt x="739885" y="5905369"/>
                    <a:pt x="366400" y="5685345"/>
                    <a:pt x="59921" y="5396467"/>
                  </a:cubicBezTo>
                  <a:lnTo>
                    <a:pt x="0" y="5333381"/>
                  </a:lnTo>
                  <a:lnTo>
                    <a:pt x="0" y="4427327"/>
                  </a:lnTo>
                  <a:lnTo>
                    <a:pt x="112056" y="4602502"/>
                  </a:lnTo>
                  <a:cubicBezTo>
                    <a:pt x="215300" y="4749260"/>
                    <a:pt x="325419" y="4877443"/>
                    <a:pt x="443875" y="4989110"/>
                  </a:cubicBezTo>
                  <a:cubicBezTo>
                    <a:pt x="700709" y="5231113"/>
                    <a:pt x="996455" y="5394516"/>
                    <a:pt x="1348175" y="5488759"/>
                  </a:cubicBezTo>
                  <a:cubicBezTo>
                    <a:pt x="1633379" y="5565179"/>
                    <a:pt x="1910917" y="5556430"/>
                    <a:pt x="2221463" y="5461704"/>
                  </a:cubicBezTo>
                  <a:cubicBezTo>
                    <a:pt x="2541923" y="5363721"/>
                    <a:pt x="2870374" y="5181404"/>
                    <a:pt x="3179339" y="5003023"/>
                  </a:cubicBezTo>
                  <a:cubicBezTo>
                    <a:pt x="3323713" y="4919760"/>
                    <a:pt x="3463978" y="4846641"/>
                    <a:pt x="3599638" y="4775996"/>
                  </a:cubicBezTo>
                  <a:cubicBezTo>
                    <a:pt x="3862436" y="4639263"/>
                    <a:pt x="4089314" y="4521074"/>
                    <a:pt x="4259765" y="4374667"/>
                  </a:cubicBezTo>
                  <a:cubicBezTo>
                    <a:pt x="4418282" y="4238625"/>
                    <a:pt x="4513201" y="4087280"/>
                    <a:pt x="4567742" y="3883732"/>
                  </a:cubicBezTo>
                  <a:cubicBezTo>
                    <a:pt x="4660420" y="3537853"/>
                    <a:pt x="4682033" y="3184640"/>
                    <a:pt x="4631929" y="2833886"/>
                  </a:cubicBezTo>
                  <a:cubicBezTo>
                    <a:pt x="4583584" y="2494734"/>
                    <a:pt x="4470646" y="2172121"/>
                    <a:pt x="4296412" y="1874932"/>
                  </a:cubicBezTo>
                  <a:cubicBezTo>
                    <a:pt x="3944879" y="1275559"/>
                    <a:pt x="3381537" y="846289"/>
                    <a:pt x="2710219" y="666410"/>
                  </a:cubicBezTo>
                  <a:cubicBezTo>
                    <a:pt x="2349955" y="569877"/>
                    <a:pt x="2030161" y="539483"/>
                    <a:pt x="1732642" y="573480"/>
                  </a:cubicBezTo>
                  <a:cubicBezTo>
                    <a:pt x="1440866" y="606814"/>
                    <a:pt x="1158880" y="703976"/>
                    <a:pt x="870621" y="870402"/>
                  </a:cubicBezTo>
                  <a:cubicBezTo>
                    <a:pt x="670160" y="986048"/>
                    <a:pt x="589753" y="1064195"/>
                    <a:pt x="537555" y="1125324"/>
                  </a:cubicBezTo>
                  <a:cubicBezTo>
                    <a:pt x="463218" y="1212400"/>
                    <a:pt x="397708" y="1330125"/>
                    <a:pt x="306995" y="1493030"/>
                  </a:cubicBezTo>
                  <a:cubicBezTo>
                    <a:pt x="234596" y="1623167"/>
                    <a:pt x="145436" y="1783409"/>
                    <a:pt x="23579" y="1977465"/>
                  </a:cubicBezTo>
                  <a:lnTo>
                    <a:pt x="0" y="2014291"/>
                  </a:lnTo>
                  <a:lnTo>
                    <a:pt x="0" y="915660"/>
                  </a:lnTo>
                  <a:lnTo>
                    <a:pt x="58609" y="828051"/>
                  </a:lnTo>
                  <a:cubicBezTo>
                    <a:pt x="177453" y="670481"/>
                    <a:pt x="325847" y="538291"/>
                    <a:pt x="590689" y="385385"/>
                  </a:cubicBezTo>
                  <a:cubicBezTo>
                    <a:pt x="1032159" y="130559"/>
                    <a:pt x="1474330" y="3750"/>
                    <a:pt x="1951394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2" name="Titel 1">
            <a:extLst>
              <a:ext uri="{FF2B5EF4-FFF2-40B4-BE49-F238E27FC236}">
                <a16:creationId xmlns:a16="http://schemas.microsoft.com/office/drawing/2014/main" id="{C8F3E6E8-4F7C-F116-215E-0798A35E30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6330" y="1202895"/>
            <a:ext cx="3855720" cy="4371974"/>
          </a:xfrm>
        </p:spPr>
        <p:txBody>
          <a:bodyPr>
            <a:normAutofit/>
          </a:bodyPr>
          <a:lstStyle/>
          <a:p>
            <a:r>
              <a:rPr lang="de-DE" sz="3600" b="1" dirty="0">
                <a:solidFill>
                  <a:schemeClr val="accent3"/>
                </a:solidFill>
                <a:latin typeface="Orbitron" pitchFamily="2" charset="0"/>
              </a:rPr>
              <a:t>Kontrollieren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B18C007C-AB1F-8883-FF9E-C0BCC0779EB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74939" y="577061"/>
            <a:ext cx="5221224" cy="5230368"/>
          </a:xfrm>
        </p:spPr>
        <p:txBody>
          <a:bodyPr anchor="ctr">
            <a:normAutofit/>
          </a:bodyPr>
          <a:lstStyle/>
          <a:p>
            <a:pPr marL="0" indent="0">
              <a:buNone/>
            </a:pPr>
            <a:endParaRPr lang="de-DE" sz="2000" dirty="0">
              <a:solidFill>
                <a:schemeClr val="tx2"/>
              </a:solidFill>
            </a:endParaRPr>
          </a:p>
          <a:p>
            <a:pPr>
              <a:buFont typeface="Wingdings" panose="05000000000000000000" pitchFamily="2" charset="2"/>
              <a:buChar char="Ø"/>
            </a:pPr>
            <a:endParaRPr lang="de-DE" sz="2000" dirty="0">
              <a:solidFill>
                <a:schemeClr val="tx2"/>
              </a:solidFill>
            </a:endParaRPr>
          </a:p>
          <a:p>
            <a:pPr marL="0" indent="0">
              <a:buNone/>
            </a:pPr>
            <a:endParaRPr lang="de-DE" sz="2000" dirty="0">
              <a:solidFill>
                <a:schemeClr val="tx2"/>
              </a:solidFill>
            </a:endParaRPr>
          </a:p>
        </p:txBody>
      </p:sp>
      <p:sp>
        <p:nvSpPr>
          <p:cNvPr id="4" name="Inhaltsplatzhalter 2">
            <a:extLst>
              <a:ext uri="{FF2B5EF4-FFF2-40B4-BE49-F238E27FC236}">
                <a16:creationId xmlns:a16="http://schemas.microsoft.com/office/drawing/2014/main" id="{6B9A7CD5-8584-B10C-FA4E-934F1A6E3688}"/>
              </a:ext>
            </a:extLst>
          </p:cNvPr>
          <p:cNvSpPr txBox="1">
            <a:spLocks/>
          </p:cNvSpPr>
          <p:nvPr/>
        </p:nvSpPr>
        <p:spPr>
          <a:xfrm>
            <a:off x="6321650" y="1020498"/>
            <a:ext cx="5221224" cy="523036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de-CH" sz="2400" b="1" dirty="0"/>
              <a:t>Als Benutzer möchte ich …</a:t>
            </a:r>
            <a:endParaRPr lang="de-DE" sz="2400" dirty="0"/>
          </a:p>
          <a:p>
            <a:endParaRPr lang="de-DE" sz="1200" dirty="0"/>
          </a:p>
          <a:p>
            <a:r>
              <a:rPr lang="de-CH" sz="1400" dirty="0"/>
              <a:t>Das Game downloaden können</a:t>
            </a:r>
            <a:endParaRPr lang="de-DE" sz="1400" dirty="0"/>
          </a:p>
          <a:p>
            <a:r>
              <a:rPr lang="de-CH" sz="1400" dirty="0"/>
              <a:t>Einen </a:t>
            </a:r>
            <a:r>
              <a:rPr lang="de-CH" sz="1400" dirty="0" err="1"/>
              <a:t>Footer</a:t>
            </a:r>
            <a:r>
              <a:rPr lang="de-CH" sz="1400" dirty="0"/>
              <a:t> mit Copyright © und Lizenz Infos</a:t>
            </a:r>
            <a:endParaRPr lang="de-DE" sz="1400" dirty="0"/>
          </a:p>
          <a:p>
            <a:r>
              <a:rPr lang="de-CH" sz="1400" dirty="0"/>
              <a:t>Einen </a:t>
            </a:r>
            <a:r>
              <a:rPr lang="de-CH" sz="1400" dirty="0" err="1"/>
              <a:t>Accessibility</a:t>
            </a:r>
            <a:r>
              <a:rPr lang="de-CH" sz="1400" dirty="0"/>
              <a:t> Mode für Sehbeeinträchtigte</a:t>
            </a:r>
            <a:endParaRPr lang="de-DE" sz="1400" dirty="0"/>
          </a:p>
          <a:p>
            <a:r>
              <a:rPr lang="de-CH" sz="1400" dirty="0"/>
              <a:t>Eine übersichtliche Homepage</a:t>
            </a:r>
            <a:endParaRPr lang="de-DE" sz="1400" dirty="0"/>
          </a:p>
          <a:p>
            <a:r>
              <a:rPr lang="de-CH" sz="1400" dirty="0"/>
              <a:t>Einen Header der beim Scrollen </a:t>
            </a:r>
            <a:r>
              <a:rPr lang="de-CH" sz="1400" dirty="0" err="1"/>
              <a:t>sticky</a:t>
            </a:r>
            <a:r>
              <a:rPr lang="de-CH" sz="1400" dirty="0"/>
              <a:t> wird</a:t>
            </a:r>
            <a:endParaRPr lang="de-DE" sz="1400" dirty="0"/>
          </a:p>
          <a:p>
            <a:r>
              <a:rPr lang="de-CH" sz="1400" dirty="0"/>
              <a:t>Einen </a:t>
            </a:r>
            <a:r>
              <a:rPr lang="de-CH" sz="1400" dirty="0" err="1"/>
              <a:t>Gameplayguide</a:t>
            </a:r>
            <a:r>
              <a:rPr lang="de-CH" sz="1400" dirty="0"/>
              <a:t> erhalten</a:t>
            </a:r>
            <a:endParaRPr lang="de-DE" sz="1400" dirty="0"/>
          </a:p>
          <a:p>
            <a:r>
              <a:rPr lang="de-CH" sz="1400" dirty="0"/>
              <a:t>Einen Supportbutton erhalten</a:t>
            </a:r>
            <a:endParaRPr lang="de-DE" sz="1400" dirty="0"/>
          </a:p>
          <a:p>
            <a:r>
              <a:rPr lang="de-CH" sz="1400" dirty="0"/>
              <a:t>Eine Info über die Autoren erhalten</a:t>
            </a:r>
            <a:endParaRPr lang="de-DE" sz="1400" dirty="0"/>
          </a:p>
          <a:p>
            <a:r>
              <a:rPr lang="de-CH" sz="1400" dirty="0"/>
              <a:t>Einen guten Farbkontrast</a:t>
            </a:r>
            <a:endParaRPr lang="de-DE" sz="1400" dirty="0"/>
          </a:p>
          <a:p>
            <a:r>
              <a:rPr lang="de-CH" sz="1400" dirty="0"/>
              <a:t>Einen Medienauftritt vom Hersteller</a:t>
            </a:r>
            <a:endParaRPr lang="de-DE" sz="1400" dirty="0"/>
          </a:p>
          <a:p>
            <a:endParaRPr lang="de-DE" dirty="0"/>
          </a:p>
        </p:txBody>
      </p:sp>
      <p:pic>
        <p:nvPicPr>
          <p:cNvPr id="5" name="Picture 2" descr="User PNGs for Free Download">
            <a:extLst>
              <a:ext uri="{FF2B5EF4-FFF2-40B4-BE49-F238E27FC236}">
                <a16:creationId xmlns:a16="http://schemas.microsoft.com/office/drawing/2014/main" id="{94734242-435E-ED54-B36E-BF8C4FC6343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526208" y="1357258"/>
            <a:ext cx="824056" cy="49942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Grafik 6">
            <a:extLst>
              <a:ext uri="{FF2B5EF4-FFF2-40B4-BE49-F238E27FC236}">
                <a16:creationId xmlns:a16="http://schemas.microsoft.com/office/drawing/2014/main" id="{B74C25A1-2767-393B-7B30-D2FDB556928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58874" y="1555199"/>
            <a:ext cx="1987652" cy="1035103"/>
          </a:xfrm>
          <a:prstGeom prst="rect">
            <a:avLst/>
          </a:prstGeom>
        </p:spPr>
      </p:pic>
      <p:pic>
        <p:nvPicPr>
          <p:cNvPr id="11" name="Grafik 10">
            <a:extLst>
              <a:ext uri="{FF2B5EF4-FFF2-40B4-BE49-F238E27FC236}">
                <a16:creationId xmlns:a16="http://schemas.microsoft.com/office/drawing/2014/main" id="{9F42D2C3-2509-D0A5-2763-ABFA9E18AC9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7222" y="2336151"/>
            <a:ext cx="5557783" cy="547605"/>
          </a:xfrm>
          <a:prstGeom prst="rect">
            <a:avLst/>
          </a:prstGeom>
        </p:spPr>
      </p:pic>
      <p:pic>
        <p:nvPicPr>
          <p:cNvPr id="18" name="Grafik 17">
            <a:extLst>
              <a:ext uri="{FF2B5EF4-FFF2-40B4-BE49-F238E27FC236}">
                <a16:creationId xmlns:a16="http://schemas.microsoft.com/office/drawing/2014/main" id="{0E20D4E0-4473-77D7-A222-2D648C38E8C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70695" y="2419921"/>
            <a:ext cx="1469504" cy="999030"/>
          </a:xfrm>
          <a:prstGeom prst="rect">
            <a:avLst/>
          </a:prstGeom>
        </p:spPr>
      </p:pic>
      <p:pic>
        <p:nvPicPr>
          <p:cNvPr id="20" name="Grafik 19">
            <a:extLst>
              <a:ext uri="{FF2B5EF4-FFF2-40B4-BE49-F238E27FC236}">
                <a16:creationId xmlns:a16="http://schemas.microsoft.com/office/drawing/2014/main" id="{34DD5D2B-4434-AA48-998C-3B6BCAC637D6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b="68912"/>
          <a:stretch>
            <a:fillRect/>
          </a:stretch>
        </p:blipFill>
        <p:spPr>
          <a:xfrm>
            <a:off x="537255" y="2133284"/>
            <a:ext cx="5346116" cy="813475"/>
          </a:xfrm>
          <a:prstGeom prst="rect">
            <a:avLst/>
          </a:prstGeom>
        </p:spPr>
      </p:pic>
      <p:pic>
        <p:nvPicPr>
          <p:cNvPr id="22" name="Grafik 21">
            <a:extLst>
              <a:ext uri="{FF2B5EF4-FFF2-40B4-BE49-F238E27FC236}">
                <a16:creationId xmlns:a16="http://schemas.microsoft.com/office/drawing/2014/main" id="{F50E5852-3D94-9C22-5E67-87856D50325B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39324" y="2193446"/>
            <a:ext cx="6055681" cy="558763"/>
          </a:xfrm>
          <a:prstGeom prst="rect">
            <a:avLst/>
          </a:prstGeom>
        </p:spPr>
      </p:pic>
      <p:pic>
        <p:nvPicPr>
          <p:cNvPr id="24" name="Grafik 23">
            <a:extLst>
              <a:ext uri="{FF2B5EF4-FFF2-40B4-BE49-F238E27FC236}">
                <a16:creationId xmlns:a16="http://schemas.microsoft.com/office/drawing/2014/main" id="{4A438EFC-47DF-C645-5F4E-E4F80D9B017B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59910" y="3714700"/>
            <a:ext cx="4987328" cy="2139211"/>
          </a:xfrm>
          <a:prstGeom prst="rect">
            <a:avLst/>
          </a:prstGeom>
        </p:spPr>
      </p:pic>
      <p:pic>
        <p:nvPicPr>
          <p:cNvPr id="26" name="Grafik 25">
            <a:extLst>
              <a:ext uri="{FF2B5EF4-FFF2-40B4-BE49-F238E27FC236}">
                <a16:creationId xmlns:a16="http://schemas.microsoft.com/office/drawing/2014/main" id="{2D5A6ECF-0682-B792-7D6E-47961B8A035B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676647" y="3835348"/>
            <a:ext cx="1968357" cy="1455592"/>
          </a:xfrm>
          <a:prstGeom prst="rect">
            <a:avLst/>
          </a:prstGeom>
        </p:spPr>
      </p:pic>
      <p:pic>
        <p:nvPicPr>
          <p:cNvPr id="28" name="Grafik 27">
            <a:extLst>
              <a:ext uri="{FF2B5EF4-FFF2-40B4-BE49-F238E27FC236}">
                <a16:creationId xmlns:a16="http://schemas.microsoft.com/office/drawing/2014/main" id="{451ECBF6-32AB-1C32-41CB-73F22DB6587D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73449" y="3801781"/>
            <a:ext cx="4987328" cy="2673388"/>
          </a:xfrm>
          <a:prstGeom prst="rect">
            <a:avLst/>
          </a:prstGeom>
        </p:spPr>
      </p:pic>
      <p:pic>
        <p:nvPicPr>
          <p:cNvPr id="30" name="Grafik 29">
            <a:extLst>
              <a:ext uri="{FF2B5EF4-FFF2-40B4-BE49-F238E27FC236}">
                <a16:creationId xmlns:a16="http://schemas.microsoft.com/office/drawing/2014/main" id="{40A01759-FF60-5D6C-83EC-7B8CF7EEE82F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71303" y="4328583"/>
            <a:ext cx="4158077" cy="1727531"/>
          </a:xfrm>
          <a:prstGeom prst="rect">
            <a:avLst/>
          </a:prstGeom>
        </p:spPr>
      </p:pic>
      <p:sp>
        <p:nvSpPr>
          <p:cNvPr id="6" name="Rechteck 5">
            <a:extLst>
              <a:ext uri="{FF2B5EF4-FFF2-40B4-BE49-F238E27FC236}">
                <a16:creationId xmlns:a16="http://schemas.microsoft.com/office/drawing/2014/main" id="{0915D266-17B0-2A7A-2E3A-D146413B0341}"/>
              </a:ext>
            </a:extLst>
          </p:cNvPr>
          <p:cNvSpPr/>
          <p:nvPr/>
        </p:nvSpPr>
        <p:spPr>
          <a:xfrm>
            <a:off x="10810984" y="0"/>
            <a:ext cx="1019991" cy="147437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17" name="Grafik 16" descr="Klemmbrett abgehakt Silhouette">
            <a:extLst>
              <a:ext uri="{FF2B5EF4-FFF2-40B4-BE49-F238E27FC236}">
                <a16:creationId xmlns:a16="http://schemas.microsoft.com/office/drawing/2014/main" id="{10AF2641-DEFE-1EBC-4FE0-69A634DA2E4E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10881916" y="508838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8409354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" presetClass="emph" presetSubtype="2" fill="hold" nodeType="clickEffect">
                                  <p:stCondLst>
                                    <p:cond delay="0"/>
                                  </p:stCondLst>
                                  <p:iterate type="lt">
                                    <p:tmPct val="0"/>
                                  </p:iterate>
                                  <p:childTnLst>
                                    <p:animClr clrSpc="rgb" dir="cw">
                                      <p:cBhvr override="childStyle">
                                        <p:cTn id="6" dur="2000" fill="hold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00B050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7" presetID="15" presetClass="emph" presetSubtype="0" nodeType="withEffect">
                                  <p:stCondLst>
                                    <p:cond delay="0"/>
                                  </p:stCondLst>
                                  <p:iterate type="lt">
                                    <p:tmAbs val="25"/>
                                  </p:iterate>
                                  <p:childTnLst>
                                    <p:set>
                                      <p:cBhvr override="childStyle">
                                        <p:cTn id="8" dur="indefinite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style.fontWeight</p:attrName>
                                        </p:attrNameLst>
                                      </p:cBhvr>
                                      <p:to>
                                        <p:strVal val="bold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3" presetClass="emph" presetSubtype="2" fill="hold" nodeType="clickEffect">
                                  <p:stCondLst>
                                    <p:cond delay="0"/>
                                  </p:stCondLst>
                                  <p:iterate type="lt">
                                    <p:tmPct val="0"/>
                                  </p:iterate>
                                  <p:childTnLst>
                                    <p:animClr clrSpc="rgb" dir="cw">
                                      <p:cBhvr override="childStyle">
                                        <p:cTn id="20" dur="2000" fill="hold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00B050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21" presetID="15" presetClass="emph" presetSubtype="0" nodeType="withEffect">
                                  <p:stCondLst>
                                    <p:cond delay="0"/>
                                  </p:stCondLst>
                                  <p:iterate type="lt">
                                    <p:tmAbs val="25"/>
                                  </p:iterate>
                                  <p:childTnLst>
                                    <p:set>
                                      <p:cBhvr override="childStyle">
                                        <p:cTn id="22" dur="indefinite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style.fontWeight</p:attrName>
                                        </p:attrNameLst>
                                      </p:cBhvr>
                                      <p:to>
                                        <p:strVal val="bold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3" presetClass="emph" presetSubtype="2" fill="hold" nodeType="clickEffect">
                                  <p:stCondLst>
                                    <p:cond delay="0"/>
                                  </p:stCondLst>
                                  <p:iterate type="lt">
                                    <p:tmPct val="0"/>
                                  </p:iterate>
                                  <p:childTnLst>
                                    <p:animClr clrSpc="rgb" dir="cw">
                                      <p:cBhvr override="childStyle">
                                        <p:cTn id="34" dur="2000" fill="hold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00B050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35" presetID="15" presetClass="emph" presetSubtype="0" nodeType="withEffect">
                                  <p:stCondLst>
                                    <p:cond delay="0"/>
                                  </p:stCondLst>
                                  <p:iterate type="lt">
                                    <p:tmAbs val="25"/>
                                  </p:iterate>
                                  <p:childTnLst>
                                    <p:set>
                                      <p:cBhvr override="childStyle">
                                        <p:cTn id="36" dur="indefinite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style.fontWeight</p:attrName>
                                        </p:attrNameLst>
                                      </p:cBhvr>
                                      <p:to>
                                        <p:strVal val="bold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3" presetClass="emph" presetSubtype="2" fill="hold" nodeType="clickEffect">
                                  <p:stCondLst>
                                    <p:cond delay="0"/>
                                  </p:stCondLst>
                                  <p:iterate type="lt">
                                    <p:tmPct val="0"/>
                                  </p:iterate>
                                  <p:childTnLst>
                                    <p:animClr clrSpc="rgb" dir="cw">
                                      <p:cBhvr override="childStyle">
                                        <p:cTn id="48" dur="2000" fill="hold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00B050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49" presetID="15" presetClass="emph" presetSubtype="0" nodeType="withEffect">
                                  <p:stCondLst>
                                    <p:cond delay="0"/>
                                  </p:stCondLst>
                                  <p:iterate type="lt">
                                    <p:tmAbs val="25"/>
                                  </p:iterate>
                                  <p:childTnLst>
                                    <p:set>
                                      <p:cBhvr override="childStyle">
                                        <p:cTn id="50" dur="indefinite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style.fontWeight</p:attrName>
                                        </p:attrNameLst>
                                      </p:cBhvr>
                                      <p:to>
                                        <p:strVal val="bold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3" presetClass="emph" presetSubtype="2" fill="hold" nodeType="clickEffect">
                                  <p:stCondLst>
                                    <p:cond delay="0"/>
                                  </p:stCondLst>
                                  <p:iterate type="lt">
                                    <p:tmPct val="0"/>
                                  </p:iterate>
                                  <p:childTnLst>
                                    <p:animClr clrSpc="rgb" dir="cw">
                                      <p:cBhvr override="childStyle">
                                        <p:cTn id="62" dur="2000" fill="hold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00B050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63" presetID="15" presetClass="emph" presetSubtype="0" nodeType="withEffect">
                                  <p:stCondLst>
                                    <p:cond delay="0"/>
                                  </p:stCondLst>
                                  <p:iterate type="lt">
                                    <p:tmAbs val="25"/>
                                  </p:iterate>
                                  <p:childTnLst>
                                    <p:set>
                                      <p:cBhvr override="childStyle">
                                        <p:cTn id="64" dur="indefinite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style.fontWeight</p:attrName>
                                        </p:attrNameLst>
                                      </p:cBhvr>
                                      <p:to>
                                        <p:strVal val="bold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6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>
                      <p:stCondLst>
                        <p:cond delay="indefinite"/>
                      </p:stCondLst>
                      <p:childTnLst>
                        <p:par>
                          <p:cTn id="70" fill="hold">
                            <p:stCondLst>
                              <p:cond delay="0"/>
                            </p:stCondLst>
                            <p:childTnLst>
                              <p:par>
                                <p:cTn id="71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3" presetClass="emph" presetSubtype="2" fill="hold" nodeType="clickEffect">
                                  <p:stCondLst>
                                    <p:cond delay="0"/>
                                  </p:stCondLst>
                                  <p:iterate type="lt">
                                    <p:tmPct val="0"/>
                                  </p:iterate>
                                  <p:childTnLst>
                                    <p:animClr clrSpc="rgb" dir="cw">
                                      <p:cBhvr override="childStyle">
                                        <p:cTn id="76" dur="2000" fill="hold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00B050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77" presetID="15" presetClass="emph" presetSubtype="0" nodeType="withEffect">
                                  <p:stCondLst>
                                    <p:cond delay="0"/>
                                  </p:stCondLst>
                                  <p:iterate type="lt">
                                    <p:tmAbs val="25"/>
                                  </p:iterate>
                                  <p:childTnLst>
                                    <p:set>
                                      <p:cBhvr override="childStyle">
                                        <p:cTn id="78" dur="indefinite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style.fontWeight</p:attrName>
                                        </p:attrNameLst>
                                      </p:cBhvr>
                                      <p:to>
                                        <p:strVal val="bold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9" fill="hold">
                      <p:stCondLst>
                        <p:cond delay="indefinite"/>
                      </p:stCondLst>
                      <p:childTnLst>
                        <p:par>
                          <p:cTn id="80" fill="hold">
                            <p:stCondLst>
                              <p:cond delay="0"/>
                            </p:stCondLst>
                            <p:childTnLst>
                              <p:par>
                                <p:cTn id="8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7" fill="hold">
                      <p:stCondLst>
                        <p:cond delay="indefinite"/>
                      </p:stCondLst>
                      <p:childTnLst>
                        <p:par>
                          <p:cTn id="88" fill="hold">
                            <p:stCondLst>
                              <p:cond delay="0"/>
                            </p:stCondLst>
                            <p:childTnLst>
                              <p:par>
                                <p:cTn id="89" presetID="3" presetClass="emph" presetSubtype="2" fill="hold" nodeType="clickEffect">
                                  <p:stCondLst>
                                    <p:cond delay="0"/>
                                  </p:stCondLst>
                                  <p:iterate type="lt">
                                    <p:tmPct val="0"/>
                                  </p:iterate>
                                  <p:childTnLst>
                                    <p:animClr clrSpc="rgb" dir="cw">
                                      <p:cBhvr override="childStyle">
                                        <p:cTn id="90" dur="2000" fill="hold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00B050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91" presetID="15" presetClass="emph" presetSubtype="0" nodeType="withEffect">
                                  <p:stCondLst>
                                    <p:cond delay="0"/>
                                  </p:stCondLst>
                                  <p:iterate type="lt">
                                    <p:tmAbs val="25"/>
                                  </p:iterate>
                                  <p:childTnLst>
                                    <p:set>
                                      <p:cBhvr override="childStyle">
                                        <p:cTn id="92" dur="indefinite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style.fontWeight</p:attrName>
                                        </p:attrNameLst>
                                      </p:cBhvr>
                                      <p:to>
                                        <p:strVal val="bold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3" fill="hold">
                      <p:stCondLst>
                        <p:cond delay="indefinite"/>
                      </p:stCondLst>
                      <p:childTnLst>
                        <p:par>
                          <p:cTn id="94" fill="hold">
                            <p:stCondLst>
                              <p:cond delay="0"/>
                            </p:stCondLst>
                            <p:childTnLst>
                              <p:par>
                                <p:cTn id="9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7" fill="hold">
                      <p:stCondLst>
                        <p:cond delay="indefinite"/>
                      </p:stCondLst>
                      <p:childTnLst>
                        <p:par>
                          <p:cTn id="98" fill="hold">
                            <p:stCondLst>
                              <p:cond delay="0"/>
                            </p:stCondLst>
                            <p:childTnLst>
                              <p:par>
                                <p:cTn id="99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1" fill="hold">
                      <p:stCondLst>
                        <p:cond delay="indefinite"/>
                      </p:stCondLst>
                      <p:childTnLst>
                        <p:par>
                          <p:cTn id="102" fill="hold">
                            <p:stCondLst>
                              <p:cond delay="0"/>
                            </p:stCondLst>
                            <p:childTnLst>
                              <p:par>
                                <p:cTn id="103" presetID="3" presetClass="emph" presetSubtype="2" fill="hold" nodeType="clickEffect">
                                  <p:stCondLst>
                                    <p:cond delay="0"/>
                                  </p:stCondLst>
                                  <p:iterate type="lt">
                                    <p:tmPct val="0"/>
                                  </p:iterate>
                                  <p:childTnLst>
                                    <p:animClr clrSpc="rgb" dir="cw">
                                      <p:cBhvr override="childStyle">
                                        <p:cTn id="104" dur="2000" fill="hold"/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00B050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105" presetID="15" presetClass="emph" presetSubtype="0" nodeType="withEffect">
                                  <p:stCondLst>
                                    <p:cond delay="0"/>
                                  </p:stCondLst>
                                  <p:iterate type="lt">
                                    <p:tmAbs val="25"/>
                                  </p:iterate>
                                  <p:childTnLst>
                                    <p:set>
                                      <p:cBhvr override="childStyle">
                                        <p:cTn id="106" dur="indefinite"/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style.fontWeight</p:attrName>
                                        </p:attrNameLst>
                                      </p:cBhvr>
                                      <p:to>
                                        <p:strVal val="bold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7" fill="hold">
                      <p:stCondLst>
                        <p:cond delay="indefinite"/>
                      </p:stCondLst>
                      <p:childTnLst>
                        <p:par>
                          <p:cTn id="108" fill="hold">
                            <p:stCondLst>
                              <p:cond delay="0"/>
                            </p:stCondLst>
                            <p:childTnLst>
                              <p:par>
                                <p:cTn id="10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1" fill="hold">
                      <p:stCondLst>
                        <p:cond delay="indefinite"/>
                      </p:stCondLst>
                      <p:childTnLst>
                        <p:par>
                          <p:cTn id="112" fill="hold">
                            <p:stCondLst>
                              <p:cond delay="0"/>
                            </p:stCondLst>
                            <p:childTnLst>
                              <p:par>
                                <p:cTn id="113" presetID="3" presetClass="emph" presetSubtype="2" fill="hold" nodeType="clickEffect">
                                  <p:stCondLst>
                                    <p:cond delay="0"/>
                                  </p:stCondLst>
                                  <p:iterate type="lt">
                                    <p:tmPct val="0"/>
                                  </p:iterate>
                                  <p:childTnLst>
                                    <p:animClr clrSpc="rgb" dir="cw">
                                      <p:cBhvr override="childStyle">
                                        <p:cTn id="114" dur="2000" fill="hold"/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00B050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115" presetID="15" presetClass="emph" presetSubtype="0" nodeType="withEffect">
                                  <p:stCondLst>
                                    <p:cond delay="0"/>
                                  </p:stCondLst>
                                  <p:iterate type="lt">
                                    <p:tmAbs val="25"/>
                                  </p:iterate>
                                  <p:childTnLst>
                                    <p:set>
                                      <p:cBhvr override="childStyle">
                                        <p:cTn id="116" dur="indefinite"/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style.fontWeight</p:attrName>
                                        </p:attrNameLst>
                                      </p:cBhvr>
                                      <p:to>
                                        <p:strVal val="bold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7" fill="hold">
                      <p:stCondLst>
                        <p:cond delay="indefinite"/>
                      </p:stCondLst>
                      <p:childTnLst>
                        <p:par>
                          <p:cTn id="118" fill="hold">
                            <p:stCondLst>
                              <p:cond delay="0"/>
                            </p:stCondLst>
                            <p:childTnLst>
                              <p:par>
                                <p:cTn id="119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1" fill="hold">
                      <p:stCondLst>
                        <p:cond delay="indefinite"/>
                      </p:stCondLst>
                      <p:childTnLst>
                        <p:par>
                          <p:cTn id="122" fill="hold">
                            <p:stCondLst>
                              <p:cond delay="0"/>
                            </p:stCondLst>
                            <p:childTnLst>
                              <p:par>
                                <p:cTn id="123" presetID="3" presetClass="emph" presetSubtype="2" fill="hold" nodeType="clickEffect">
                                  <p:stCondLst>
                                    <p:cond delay="0"/>
                                  </p:stCondLst>
                                  <p:iterate type="lt">
                                    <p:tmPct val="0"/>
                                  </p:iterate>
                                  <p:childTnLst>
                                    <p:animClr clrSpc="rgb" dir="cw">
                                      <p:cBhvr override="childStyle">
                                        <p:cTn id="124" dur="2000" fill="hold"/>
                                        <p:tgtEl>
                                          <p:spTgt spid="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00B050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125" presetID="15" presetClass="emph" presetSubtype="0" nodeType="withEffect">
                                  <p:stCondLst>
                                    <p:cond delay="0"/>
                                  </p:stCondLst>
                                  <p:iterate type="lt">
                                    <p:tmAbs val="25"/>
                                  </p:iterate>
                                  <p:childTnLst>
                                    <p:set>
                                      <p:cBhvr override="childStyle">
                                        <p:cTn id="126" dur="indefinite"/>
                                        <p:tgtEl>
                                          <p:spTgt spid="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style.fontWeight</p:attrName>
                                        </p:attrNameLst>
                                      </p:cBhvr>
                                      <p:to>
                                        <p:strVal val="bold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7" fill="hold">
                      <p:stCondLst>
                        <p:cond delay="indefinite"/>
                      </p:stCondLst>
                      <p:childTnLst>
                        <p:par>
                          <p:cTn id="128" fill="hold">
                            <p:stCondLst>
                              <p:cond delay="0"/>
                            </p:stCondLst>
                            <p:childTnLst>
                              <p:par>
                                <p:cTn id="1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1" fill="hold">
                      <p:stCondLst>
                        <p:cond delay="indefinite"/>
                      </p:stCondLst>
                      <p:childTnLst>
                        <p:par>
                          <p:cTn id="132" fill="hold">
                            <p:stCondLst>
                              <p:cond delay="0"/>
                            </p:stCondLst>
                            <p:childTnLst>
                              <p:par>
                                <p:cTn id="133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0</TotalTime>
  <Words>277</Words>
  <Application>Microsoft Office PowerPoint</Application>
  <PresentationFormat>Breitbild</PresentationFormat>
  <Paragraphs>102</Paragraphs>
  <Slides>21</Slides>
  <Notes>1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5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21</vt:i4>
      </vt:variant>
    </vt:vector>
  </HeadingPairs>
  <TitlesOfParts>
    <vt:vector size="27" baseType="lpstr">
      <vt:lpstr>Aptos</vt:lpstr>
      <vt:lpstr>Aptos Display</vt:lpstr>
      <vt:lpstr>Arial</vt:lpstr>
      <vt:lpstr>Orbitron</vt:lpstr>
      <vt:lpstr>Wingdings</vt:lpstr>
      <vt:lpstr>Office</vt:lpstr>
      <vt:lpstr>Projektarbeit</vt:lpstr>
      <vt:lpstr>Informieren</vt:lpstr>
      <vt:lpstr>Unsere Ziele</vt:lpstr>
      <vt:lpstr>Unsere Rollen</vt:lpstr>
      <vt:lpstr>Planen</vt:lpstr>
      <vt:lpstr>Brainstorming</vt:lpstr>
      <vt:lpstr>Brainstorming</vt:lpstr>
      <vt:lpstr>Wireframes</vt:lpstr>
      <vt:lpstr>Wireframes</vt:lpstr>
      <vt:lpstr>Wireframes</vt:lpstr>
      <vt:lpstr>Wireframes</vt:lpstr>
      <vt:lpstr>Vergleich</vt:lpstr>
      <vt:lpstr>Zeitplan</vt:lpstr>
      <vt:lpstr>Zeitplan</vt:lpstr>
      <vt:lpstr>Zeitplan</vt:lpstr>
      <vt:lpstr>Zeitplan</vt:lpstr>
      <vt:lpstr>Entscheiden</vt:lpstr>
      <vt:lpstr>Entsch. Tabelle</vt:lpstr>
      <vt:lpstr>Entsch. Tabelle</vt:lpstr>
      <vt:lpstr>Livedemo</vt:lpstr>
      <vt:lpstr>Kontrollieren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Emele Noel Andreas BZRA IMST24a</dc:creator>
  <cp:lastModifiedBy>Emele Noel Andreas BZRA IMST24a</cp:lastModifiedBy>
  <cp:revision>49</cp:revision>
  <dcterms:created xsi:type="dcterms:W3CDTF">2025-06-22T11:30:58Z</dcterms:created>
  <dcterms:modified xsi:type="dcterms:W3CDTF">2025-06-23T11:55:38Z</dcterms:modified>
</cp:coreProperties>
</file>