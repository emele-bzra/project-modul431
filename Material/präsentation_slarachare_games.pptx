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7" r:id="rId9"/>
    <p:sldId id="264" r:id="rId10"/>
    <p:sldId id="273" r:id="rId11"/>
    <p:sldId id="266" r:id="rId12"/>
    <p:sldId id="265" r:id="rId13"/>
    <p:sldId id="270" r:id="rId14"/>
    <p:sldId id="269" r:id="rId15"/>
    <p:sldId id="271" r:id="rId16"/>
    <p:sldId id="268" r:id="rId17"/>
    <p:sldId id="272" r:id="rId18"/>
    <p:sldId id="274" r:id="rId19"/>
    <p:sldId id="275" r:id="rId20"/>
    <p:sldId id="276" r:id="rId21"/>
    <p:sldId id="278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15" autoAdjust="0"/>
    <p:restoredTop sz="94432" autoAdjust="0"/>
  </p:normalViewPr>
  <p:slideViewPr>
    <p:cSldViewPr snapToGrid="0">
      <p:cViewPr varScale="1">
        <p:scale>
          <a:sx n="100" d="100"/>
          <a:sy n="100" d="100"/>
        </p:scale>
        <p:origin x="6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8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mailto:Florian.Elser@bwz-rappi.ch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28.svg"/><Relationship Id="rId2" Type="http://schemas.openxmlformats.org/officeDocument/2006/relationships/image" Target="../media/image29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7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0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3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IPERKA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F5775-A23F-24AA-16A4-F21418F0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689" y="2356651"/>
            <a:ext cx="3726562" cy="2789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7991167-59B3-0575-92E7-26A5D6514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9650" y="14036"/>
            <a:ext cx="9033020" cy="67617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49259" y="3428999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635452" y="362710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4875637" y="13327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7830749" y="11168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470DACE-E528-89BA-67B7-0D3D6BBF9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8832" y="2616594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535C789-34BB-9F5C-88C3-A864A920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4778" y="392924"/>
            <a:ext cx="5973760" cy="607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48236" y="2962457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34" y="1477379"/>
            <a:ext cx="5665488" cy="449840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49153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874" y="1555199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22" y="2336151"/>
            <a:ext cx="5557783" cy="54760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E20D4E0-4473-77D7-A222-2D648C38E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695" y="2419921"/>
            <a:ext cx="1469504" cy="99903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7255" y="2133284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4" y="2193446"/>
            <a:ext cx="6055681" cy="558763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910" y="3714700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647" y="3835348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449" y="380178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303" y="4328583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277</Words>
  <Application>Microsoft Office PowerPoint</Application>
  <PresentationFormat>Breitbild</PresentationFormat>
  <Paragraphs>102</Paragraphs>
  <Slides>21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Unsere Ziele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52</cp:revision>
  <dcterms:created xsi:type="dcterms:W3CDTF">2025-06-22T11:30:58Z</dcterms:created>
  <dcterms:modified xsi:type="dcterms:W3CDTF">2025-06-23T13:08:00Z</dcterms:modified>
</cp:coreProperties>
</file>