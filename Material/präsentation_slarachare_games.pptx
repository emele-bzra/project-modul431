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dirty="0">
                <a:solidFill>
                  <a:srgbClr val="C00000"/>
                </a:solidFill>
              </a:rPr>
              <a:t>I</a:t>
            </a:r>
            <a:r>
              <a:rPr lang="de-DE" sz="2000" dirty="0">
                <a:solidFill>
                  <a:schemeClr val="accent2"/>
                </a:solidFill>
              </a:rPr>
              <a:t>P</a:t>
            </a:r>
            <a:r>
              <a:rPr lang="de-DE" sz="2000" dirty="0">
                <a:solidFill>
                  <a:srgbClr val="FFC000"/>
                </a:solidFill>
              </a:rPr>
              <a:t>E</a:t>
            </a:r>
            <a:r>
              <a:rPr lang="de-DE" sz="2000" dirty="0">
                <a:solidFill>
                  <a:schemeClr val="accent6"/>
                </a:solidFill>
              </a:rPr>
              <a:t>R</a:t>
            </a:r>
            <a:r>
              <a:rPr lang="de-DE" sz="2000" dirty="0">
                <a:solidFill>
                  <a:schemeClr val="accent3"/>
                </a:solidFill>
              </a:rPr>
              <a:t>K</a:t>
            </a:r>
            <a:r>
              <a:rPr lang="de-DE" sz="2000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34" y="1477379"/>
            <a:ext cx="5665488" cy="449840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49153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277</Words>
  <Application>Microsoft Office PowerPoint</Application>
  <PresentationFormat>Breitbild</PresentationFormat>
  <Paragraphs>102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53</cp:revision>
  <dcterms:created xsi:type="dcterms:W3CDTF">2025-06-22T11:30:58Z</dcterms:created>
  <dcterms:modified xsi:type="dcterms:W3CDTF">2025-06-23T13:53:01Z</dcterms:modified>
</cp:coreProperties>
</file>